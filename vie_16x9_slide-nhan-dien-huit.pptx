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8" r:id="rId3"/>
    <p:sldId id="265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810"/>
    <p:restoredTop sz="94652"/>
  </p:normalViewPr>
  <p:slideViewPr>
    <p:cSldViewPr snapToGrid="0">
      <p:cViewPr varScale="1">
        <p:scale>
          <a:sx n="67" d="100"/>
          <a:sy n="67" d="100"/>
        </p:scale>
        <p:origin x="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41FA5C7D-F076-ABAB-28ED-936E6476926A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76CBF138-DDAA-03AE-2BFD-F0E6E77D0894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sz="1800"/>
              <a:t>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A6B26E30-45B4-E434-42E3-BFE66D53EB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x-none"/>
              <a:pPr/>
              <a:t>‹#›</a:t>
            </a:fld>
            <a:endParaRPr lang="x-non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EF8EE5A3-86BB-B40C-62D9-2E005424811B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x-none" sz="1000">
              <a:solidFill>
                <a:srgbClr val="0070C0"/>
              </a:solidFill>
            </a:endParaRPr>
          </a:p>
        </p:txBody>
      </p:sp>
      <p:pic>
        <p:nvPicPr>
          <p:cNvPr id="20" name="Picture 19" descr="A building with trees in the background&#10;&#10;Description automatically generated">
            <a:extLst>
              <a:ext uri="{FF2B5EF4-FFF2-40B4-BE49-F238E27FC236}">
                <a16:creationId xmlns:a16="http://schemas.microsoft.com/office/drawing/2014/main" xmlns="" id="{633C415B-DE87-6E90-4B13-A134B02EF45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0160" y="5045074"/>
            <a:ext cx="12202160" cy="16764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C088D834-70EE-F737-6AE1-030852F6AA55}"/>
              </a:ext>
            </a:extLst>
          </p:cNvPr>
          <p:cNvSpPr txBox="1"/>
          <p:nvPr userDrawn="1"/>
        </p:nvSpPr>
        <p:spPr>
          <a:xfrm>
            <a:off x="2545718" y="32083"/>
            <a:ext cx="70904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BỘ CÔNG THƯƠNG</a:t>
            </a:r>
          </a:p>
          <a:p>
            <a:pPr algn="ctr"/>
            <a:r>
              <a:rPr lang="en-US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TRƯỜNG ĐẠI HỌC CÔNG THƯƠNG THÀNH PHỐ HỒ CHÍ MINH</a:t>
            </a:r>
            <a:endParaRPr lang="x-none" sz="18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 descr="A white circle with blue and red text and a book with a graduation cap&#10;&#10;Description automatically generated">
            <a:extLst>
              <a:ext uri="{FF2B5EF4-FFF2-40B4-BE49-F238E27FC236}">
                <a16:creationId xmlns:a16="http://schemas.microsoft.com/office/drawing/2014/main" xmlns="" id="{CC7CB636-E017-BD51-B7F7-2797B5CEAFFA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133" y="18061"/>
            <a:ext cx="666000" cy="66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023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A7D56CA0-7F99-A73F-EC74-87E2C37C45F8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84305"/>
            <a:ext cx="10515600" cy="80638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 descr="A black background with white text&#10;&#10;Description automatically generated">
            <a:extLst>
              <a:ext uri="{FF2B5EF4-FFF2-40B4-BE49-F238E27FC236}">
                <a16:creationId xmlns:a16="http://schemas.microsoft.com/office/drawing/2014/main" xmlns="" id="{636941E3-E3EC-8EF3-53CB-96FCF404C8E3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  <p:sp>
        <p:nvSpPr>
          <p:cNvPr id="11" name="Rectangle 11">
            <a:extLst>
              <a:ext uri="{FF2B5EF4-FFF2-40B4-BE49-F238E27FC236}">
                <a16:creationId xmlns:a16="http://schemas.microsoft.com/office/drawing/2014/main" xmlns="" id="{D433E92D-1893-9769-8444-34EEDD3F24BC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sz="1800"/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2550C907-0A3F-10BA-C15C-CA461460FE9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xmlns="" id="{FB4E7459-A8A2-5081-F907-74BAE4176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x-none"/>
              <a:pPr/>
              <a:t>‹#›</a:t>
            </a:fld>
            <a:endParaRPr lang="x-none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20F50DE-1588-0A68-B2AE-03A7C3A9B079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x-none" sz="100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7958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BFDCC048-85E1-D9DE-466A-D5EAB21DAFC6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xmlns="" id="{0547C463-86A8-9ADB-B42F-6F8F911146A4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sz="180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DC2EE3A5-6242-A6B2-F6B4-2094B545F5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xmlns="" id="{A9473FA4-C6C6-7E97-AACE-A35CFDAB7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x-none"/>
              <a:pPr/>
              <a:t>‹#›</a:t>
            </a:fld>
            <a:endParaRPr lang="x-non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5C851853-8430-FC7D-0C05-EA3095D410B2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x-none" sz="1000">
              <a:solidFill>
                <a:srgbClr val="0070C0"/>
              </a:solidFill>
            </a:endParaRPr>
          </a:p>
        </p:txBody>
      </p:sp>
      <p:pic>
        <p:nvPicPr>
          <p:cNvPr id="6" name="Picture 5" descr="A black background with white text&#10;&#10;Description automatically generated">
            <a:extLst>
              <a:ext uri="{FF2B5EF4-FFF2-40B4-BE49-F238E27FC236}">
                <a16:creationId xmlns:a16="http://schemas.microsoft.com/office/drawing/2014/main" xmlns="" id="{A632828F-0B4F-8119-5B19-088A1173C903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189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77EE82EC-C435-7D46-EFDD-D5C6A244EEA6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77329"/>
            <a:ext cx="10515600" cy="71336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xmlns="" id="{CE50E531-FF89-E7A1-EC42-5664726867C2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sz="180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9A4D41C0-EECC-510F-3124-F7EBC163F8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xmlns="" id="{41F0268C-2917-2762-4664-C6ACF3587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x-none"/>
              <a:pPr/>
              <a:t>‹#›</a:t>
            </a:fld>
            <a:endParaRPr lang="x-non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FC7AE9E0-DBEB-84FF-4DC2-C53AC3C7993F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x-none" sz="1000">
              <a:solidFill>
                <a:srgbClr val="0070C0"/>
              </a:solidFill>
            </a:endParaRPr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xmlns="" id="{F93BE15D-74FA-AED7-3D2B-A613D05E679B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684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6BA13BF4-06A1-B98B-FD59-CA5020C120FA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66777"/>
            <a:ext cx="10515600" cy="82391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28D1E83-C000-B443-17A1-67E172C1C81A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sz="1800"/>
              <a:t>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E4F5B01C-A4C1-2548-9E99-49DA8F4F39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xmlns="" id="{9D622E35-ED11-3E1D-3267-FB7969EBB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x-none"/>
              <a:pPr/>
              <a:t>‹#›</a:t>
            </a:fld>
            <a:endParaRPr lang="x-non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E95FADBA-93BC-7FCB-D7C6-2138FE10BECE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x-none" sz="1000">
              <a:solidFill>
                <a:srgbClr val="0070C0"/>
              </a:solidFill>
            </a:endParaRPr>
          </a:p>
        </p:txBody>
      </p:sp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xmlns="" id="{2F168AC0-F6F3-71BB-BDB7-D14C957BCB1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784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AA521EA7-200B-F8EF-FA1A-AF68F6EAFB52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74059"/>
            <a:ext cx="10515600" cy="8166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xmlns="" id="{C62A9323-B343-0333-2A84-AB84726F1555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sz="180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472A695-B9BF-2B5E-F712-588F45EA7A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xmlns="" id="{50B28936-A209-8496-713D-69F064437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x-none"/>
              <a:pPr/>
              <a:t>‹#›</a:t>
            </a:fld>
            <a:endParaRPr lang="x-non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6E1FC07C-FFBA-6E41-FC9E-B8C545CCA2CA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x-none" sz="1000">
              <a:solidFill>
                <a:srgbClr val="0070C0"/>
              </a:solidFill>
            </a:endParaRPr>
          </a:p>
        </p:txBody>
      </p: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xmlns="" id="{943E1AB2-24F0-751B-86DE-9AC77889FA3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962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1F72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C5A64684-422C-D171-0292-6610A91BE81D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4FD82848-CD15-3DBB-0148-67FB51371B08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  <p:sp>
        <p:nvSpPr>
          <p:cNvPr id="8" name="Rectangle 11">
            <a:extLst>
              <a:ext uri="{FF2B5EF4-FFF2-40B4-BE49-F238E27FC236}">
                <a16:creationId xmlns:a16="http://schemas.microsoft.com/office/drawing/2014/main" xmlns="" id="{181386B9-1456-137E-66EE-45A4447494C5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sz="180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09CB3CD2-68E1-7670-8AC8-DCAEFA0447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xmlns="" id="{7855B251-549F-CC81-82C4-1791D4DC0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x-none"/>
              <a:pPr/>
              <a:t>‹#›</a:t>
            </a:fld>
            <a:endParaRPr lang="x-non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2C95FE02-F81D-DAA0-4384-0E62C5A8FC54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https://huit.edu.vn</a:t>
            </a:r>
            <a:endParaRPr lang="x-none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512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57654E7B-7E2F-A597-CEAB-D64DA25FBCEB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6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xmlns="" id="{EA9AB12A-F2B6-4320-39F1-67F3778EE5DF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sz="180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B773966A-35C2-70BC-CFF9-46C3441D8C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xmlns="" id="{C8C1A7AF-70A0-C0E9-B2F5-1490BE6C7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x-none"/>
              <a:pPr/>
              <a:t>‹#›</a:t>
            </a:fld>
            <a:endParaRPr lang="x-non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CC216FF7-3AE9-85FA-D18A-9862C6DB59AE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x-none" sz="1000">
              <a:solidFill>
                <a:srgbClr val="0070C0"/>
              </a:solidFill>
            </a:endParaRPr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xmlns="" id="{7C0ADFA0-11B6-96C9-35AE-E6733196ACDA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604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4B2A7AA7-CA5F-D2FA-2E5E-C3E10A53D359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6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xmlns="" id="{1EDE2594-98FA-EBCE-C733-A51E9F54ED18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sz="180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F735AE5-30EC-7992-E657-2104C4F3BF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xmlns="" id="{ACB5785D-C6E0-0BB4-B792-5DF6906E1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x-none"/>
              <a:pPr/>
              <a:t>‹#›</a:t>
            </a:fld>
            <a:endParaRPr lang="x-non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DDC76ABB-19BA-0D81-2004-CA8C1BFA3211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x-none" sz="1000">
              <a:solidFill>
                <a:srgbClr val="0070C0"/>
              </a:solidFill>
            </a:endParaRPr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xmlns="" id="{93DEC689-0562-F90A-00BD-D3E65D677F10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388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B4B8236F-F572-6350-D20A-0FCE1F380099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84304"/>
            <a:ext cx="10515600" cy="80638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xmlns="" id="{9C659F1E-1F51-522D-AC8E-BE6E140A9E7D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sz="180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9D1B0D34-343B-C838-5720-7351BA57CF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xmlns="" id="{2B8E042D-2BAA-2A3F-EC27-380C92DBE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x-none"/>
              <a:pPr/>
              <a:t>‹#›</a:t>
            </a:fld>
            <a:endParaRPr lang="x-non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0CD5B80-37F9-BE16-90B3-B1958D8A8755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x-none" sz="1000">
              <a:solidFill>
                <a:srgbClr val="0070C0"/>
              </a:solidFill>
            </a:endParaRPr>
          </a:p>
        </p:txBody>
      </p:sp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xmlns="" id="{E62415AA-63D3-FB51-385B-BC2BCB0599A3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360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02366D-8698-B649-944B-CF1A6B166FF8}" type="datetimeFigureOut">
              <a:t>28/05/2026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9440A-2DED-3643-ADED-9B5C83E7D828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22727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5AAC1D3-EE6D-FC85-F800-5FCE3F264EAA}"/>
              </a:ext>
            </a:extLst>
          </p:cNvPr>
          <p:cNvSpPr txBox="1"/>
          <p:nvPr/>
        </p:nvSpPr>
        <p:spPr>
          <a:xfrm>
            <a:off x="1811789" y="1388226"/>
            <a:ext cx="83651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4800" b="1" dirty="0" err="1" smtClean="0">
                <a:solidFill>
                  <a:srgbClr val="ED1C2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PHÂN</a:t>
            </a:r>
            <a:r>
              <a:rPr lang="en-US" sz="4800" b="1" dirty="0" smtClean="0">
                <a:solidFill>
                  <a:srgbClr val="ED1C2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4800" b="1" dirty="0" err="1" smtClean="0">
                <a:solidFill>
                  <a:srgbClr val="ED1C2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TÍC</a:t>
            </a:r>
            <a:r>
              <a:rPr lang="en-US" sz="4800" b="1" dirty="0" err="1" smtClean="0">
                <a:solidFill>
                  <a:srgbClr val="ED1C2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</a:t>
            </a:r>
            <a:r>
              <a:rPr lang="en-US" sz="4800" b="1" dirty="0" smtClean="0">
                <a:solidFill>
                  <a:srgbClr val="ED1C2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4800" b="1" dirty="0" err="1" smtClean="0">
                <a:solidFill>
                  <a:srgbClr val="ED1C2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TÀI</a:t>
            </a:r>
            <a:r>
              <a:rPr lang="en-US" sz="4800" b="1" dirty="0" smtClean="0">
                <a:solidFill>
                  <a:srgbClr val="ED1C2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4800" b="1" dirty="0" err="1" smtClean="0">
                <a:solidFill>
                  <a:srgbClr val="ED1C2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LIỆU</a:t>
            </a:r>
            <a:r>
              <a:rPr lang="en-US" sz="4800" b="1" dirty="0">
                <a:solidFill>
                  <a:srgbClr val="ED1C2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4800" b="1" dirty="0" err="1" smtClean="0">
                <a:solidFill>
                  <a:srgbClr val="ED1C2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BẰNG</a:t>
            </a:r>
            <a:r>
              <a:rPr lang="en-US" sz="4800" b="1" dirty="0" smtClean="0">
                <a:solidFill>
                  <a:srgbClr val="ED1C2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HAN</a:t>
            </a:r>
            <a:endParaRPr lang="x-none" sz="4800" b="1" dirty="0">
              <a:solidFill>
                <a:srgbClr val="ED1C2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CCF78BC-6A27-21AC-5EBD-81C9E14542EB}"/>
              </a:ext>
            </a:extLst>
          </p:cNvPr>
          <p:cNvSpPr txBox="1"/>
          <p:nvPr/>
        </p:nvSpPr>
        <p:spPr>
          <a:xfrm>
            <a:off x="1956757" y="2104808"/>
            <a:ext cx="807519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4400" b="1">
                <a:solidFill>
                  <a:srgbClr val="034EA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Hierarchical Attention Network</a:t>
            </a:r>
            <a:endParaRPr lang="x-none" sz="4400" b="1" dirty="0">
              <a:solidFill>
                <a:srgbClr val="034EA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AA7E2475-13C4-9385-87CD-4BB65220D9F5}"/>
              </a:ext>
            </a:extLst>
          </p:cNvPr>
          <p:cNvSpPr txBox="1"/>
          <p:nvPr/>
        </p:nvSpPr>
        <p:spPr>
          <a:xfrm>
            <a:off x="1956757" y="3199425"/>
            <a:ext cx="80751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2800" b="1" dirty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Click to edit H3 title style</a:t>
            </a:r>
            <a:endParaRPr lang="x-none" sz="2800" b="1" dirty="0">
              <a:solidFill>
                <a:srgbClr val="00000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BE655C6D-6344-E3C7-0794-405668DB7F8A}"/>
              </a:ext>
            </a:extLst>
          </p:cNvPr>
          <p:cNvSpPr txBox="1"/>
          <p:nvPr/>
        </p:nvSpPr>
        <p:spPr>
          <a:xfrm>
            <a:off x="1845672" y="4197028"/>
            <a:ext cx="8297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dirty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Click to edit H4 title style</a:t>
            </a:r>
            <a:endParaRPr lang="x-none" dirty="0">
              <a:solidFill>
                <a:srgbClr val="00000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44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9;p18">
            <a:extLst>
              <a:ext uri="{FF2B5EF4-FFF2-40B4-BE49-F238E27FC236}">
                <a16:creationId xmlns:a16="http://schemas.microsoft.com/office/drawing/2014/main" xmlns="" id="{AC4DB409-CD17-B302-275F-07C1D7BD1088}"/>
              </a:ext>
            </a:extLst>
          </p:cNvPr>
          <p:cNvSpPr txBox="1">
            <a:spLocks/>
          </p:cNvSpPr>
          <p:nvPr/>
        </p:nvSpPr>
        <p:spPr>
          <a:xfrm>
            <a:off x="3441852" y="2743648"/>
            <a:ext cx="3968775" cy="869850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>
                <a:solidFill>
                  <a:srgbClr val="0070C0"/>
                </a:solidFill>
              </a:rPr>
              <a:t>BIG</a:t>
            </a:r>
          </a:p>
          <a:p>
            <a:r>
              <a:rPr lang="en-US" sz="6000" dirty="0">
                <a:solidFill>
                  <a:srgbClr val="0070C0"/>
                </a:solidFill>
              </a:rPr>
              <a:t>CONCEPT</a:t>
            </a:r>
          </a:p>
        </p:txBody>
      </p:sp>
      <p:sp>
        <p:nvSpPr>
          <p:cNvPr id="5" name="Google Shape;210;p18">
            <a:extLst>
              <a:ext uri="{FF2B5EF4-FFF2-40B4-BE49-F238E27FC236}">
                <a16:creationId xmlns:a16="http://schemas.microsoft.com/office/drawing/2014/main" xmlns="" id="{AE663D5C-DEA9-67AB-CDCB-5981E1D924BA}"/>
              </a:ext>
            </a:extLst>
          </p:cNvPr>
          <p:cNvSpPr txBox="1">
            <a:spLocks/>
          </p:cNvSpPr>
          <p:nvPr/>
        </p:nvSpPr>
        <p:spPr>
          <a:xfrm>
            <a:off x="3441852" y="3429000"/>
            <a:ext cx="3968775" cy="588600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Bring the attention of your audience over a key concept using icons or illustrations</a:t>
            </a:r>
          </a:p>
        </p:txBody>
      </p:sp>
      <p:sp>
        <p:nvSpPr>
          <p:cNvPr id="6" name="Google Shape;211;p18">
            <a:extLst>
              <a:ext uri="{FF2B5EF4-FFF2-40B4-BE49-F238E27FC236}">
                <a16:creationId xmlns:a16="http://schemas.microsoft.com/office/drawing/2014/main" xmlns="" id="{2B285A4F-8BEA-A49A-7712-BC14D6FAA40A}"/>
              </a:ext>
            </a:extLst>
          </p:cNvPr>
          <p:cNvSpPr/>
          <p:nvPr/>
        </p:nvSpPr>
        <p:spPr>
          <a:xfrm>
            <a:off x="7778756" y="2660556"/>
            <a:ext cx="211600" cy="202043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7" name="Google Shape;212;p18">
            <a:extLst>
              <a:ext uri="{FF2B5EF4-FFF2-40B4-BE49-F238E27FC236}">
                <a16:creationId xmlns:a16="http://schemas.microsoft.com/office/drawing/2014/main" xmlns="" id="{51662A26-2C5D-8771-A023-F0C141E678A1}"/>
              </a:ext>
            </a:extLst>
          </p:cNvPr>
          <p:cNvGrpSpPr/>
          <p:nvPr/>
        </p:nvGrpSpPr>
        <p:grpSpPr>
          <a:xfrm>
            <a:off x="7516179" y="1526089"/>
            <a:ext cx="906515" cy="906754"/>
            <a:chOff x="6654650" y="3665275"/>
            <a:chExt cx="409100" cy="409125"/>
          </a:xfrm>
        </p:grpSpPr>
        <p:sp>
          <p:nvSpPr>
            <p:cNvPr id="8" name="Google Shape;213;p18">
              <a:extLst>
                <a:ext uri="{FF2B5EF4-FFF2-40B4-BE49-F238E27FC236}">
                  <a16:creationId xmlns:a16="http://schemas.microsoft.com/office/drawing/2014/main" xmlns="" id="{702DEDB4-462C-5CED-AD1B-C546BCB1102F}"/>
                </a:ext>
              </a:extLst>
            </p:cNvPr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l" t="t" r="r" b="b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" name="Google Shape;214;p18">
              <a:extLst>
                <a:ext uri="{FF2B5EF4-FFF2-40B4-BE49-F238E27FC236}">
                  <a16:creationId xmlns:a16="http://schemas.microsoft.com/office/drawing/2014/main" xmlns="" id="{3D0CB54B-F64A-B052-11E3-764EC49A9B69}"/>
                </a:ext>
              </a:extLst>
            </p:cNvPr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l" t="t" r="r" b="b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10" name="Google Shape;215;p18">
            <a:extLst>
              <a:ext uri="{FF2B5EF4-FFF2-40B4-BE49-F238E27FC236}">
                <a16:creationId xmlns:a16="http://schemas.microsoft.com/office/drawing/2014/main" xmlns="" id="{1264D6B2-E6BC-5EF7-482F-C35D6ED5B355}"/>
              </a:ext>
            </a:extLst>
          </p:cNvPr>
          <p:cNvGrpSpPr/>
          <p:nvPr/>
        </p:nvGrpSpPr>
        <p:grpSpPr>
          <a:xfrm rot="1057032">
            <a:off x="6642491" y="2238761"/>
            <a:ext cx="598916" cy="598961"/>
            <a:chOff x="570875" y="4322250"/>
            <a:chExt cx="443300" cy="443325"/>
          </a:xfrm>
        </p:grpSpPr>
        <p:sp>
          <p:nvSpPr>
            <p:cNvPr id="11" name="Google Shape;216;p18">
              <a:extLst>
                <a:ext uri="{FF2B5EF4-FFF2-40B4-BE49-F238E27FC236}">
                  <a16:creationId xmlns:a16="http://schemas.microsoft.com/office/drawing/2014/main" xmlns="" id="{D45E4D5D-B229-3319-D40E-2F659CEE3039}"/>
                </a:ext>
              </a:extLst>
            </p:cNvPr>
            <p:cNvSpPr/>
            <p:nvPr/>
          </p:nvSpPr>
          <p:spPr>
            <a:xfrm>
              <a:off x="570875" y="4322250"/>
              <a:ext cx="443300" cy="443325"/>
            </a:xfrm>
            <a:custGeom>
              <a:avLst/>
              <a:gdLst/>
              <a:ahLst/>
              <a:cxnLst/>
              <a:rect l="l" t="t" r="r" b="b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" name="Google Shape;217;p18">
              <a:extLst>
                <a:ext uri="{FF2B5EF4-FFF2-40B4-BE49-F238E27FC236}">
                  <a16:creationId xmlns:a16="http://schemas.microsoft.com/office/drawing/2014/main" xmlns="" id="{50E12CB8-0FDB-F0D3-7D0D-0BFA6BD360B7}"/>
                </a:ext>
              </a:extLst>
            </p:cNvPr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" name="Google Shape;218;p18">
              <a:extLst>
                <a:ext uri="{FF2B5EF4-FFF2-40B4-BE49-F238E27FC236}">
                  <a16:creationId xmlns:a16="http://schemas.microsoft.com/office/drawing/2014/main" xmlns="" id="{BE1E5BCE-C861-FE81-EF66-D2CF62494130}"/>
                </a:ext>
              </a:extLst>
            </p:cNvPr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l" t="t" r="r" b="b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4" name="Google Shape;219;p18">
              <a:extLst>
                <a:ext uri="{FF2B5EF4-FFF2-40B4-BE49-F238E27FC236}">
                  <a16:creationId xmlns:a16="http://schemas.microsoft.com/office/drawing/2014/main" xmlns="" id="{1E05D06D-56D4-8A1B-D972-5E366E2339AC}"/>
                </a:ext>
              </a:extLst>
            </p:cNvPr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15" name="Google Shape;220;p18">
            <a:extLst>
              <a:ext uri="{FF2B5EF4-FFF2-40B4-BE49-F238E27FC236}">
                <a16:creationId xmlns:a16="http://schemas.microsoft.com/office/drawing/2014/main" xmlns="" id="{9F1043A8-CC08-1892-C89B-697F90412A72}"/>
              </a:ext>
            </a:extLst>
          </p:cNvPr>
          <p:cNvSpPr/>
          <p:nvPr/>
        </p:nvSpPr>
        <p:spPr>
          <a:xfrm rot="2466689">
            <a:off x="6709695" y="1701729"/>
            <a:ext cx="294001" cy="280722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6" name="Google Shape;221;p18">
            <a:extLst>
              <a:ext uri="{FF2B5EF4-FFF2-40B4-BE49-F238E27FC236}">
                <a16:creationId xmlns:a16="http://schemas.microsoft.com/office/drawing/2014/main" xmlns="" id="{BEB2873D-441F-F417-818D-46EF448B1547}"/>
              </a:ext>
            </a:extLst>
          </p:cNvPr>
          <p:cNvSpPr/>
          <p:nvPr/>
        </p:nvSpPr>
        <p:spPr>
          <a:xfrm rot="-1609379">
            <a:off x="7139640" y="1878349"/>
            <a:ext cx="211562" cy="202006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7" name="Google Shape;222;p18">
            <a:extLst>
              <a:ext uri="{FF2B5EF4-FFF2-40B4-BE49-F238E27FC236}">
                <a16:creationId xmlns:a16="http://schemas.microsoft.com/office/drawing/2014/main" xmlns="" id="{C63E4418-78B1-8995-A2DE-400193676FB9}"/>
              </a:ext>
            </a:extLst>
          </p:cNvPr>
          <p:cNvSpPr/>
          <p:nvPr/>
        </p:nvSpPr>
        <p:spPr>
          <a:xfrm rot="2925831">
            <a:off x="8422443" y="2038386"/>
            <a:ext cx="158438" cy="151283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8" name="Google Shape;223;p18">
            <a:extLst>
              <a:ext uri="{FF2B5EF4-FFF2-40B4-BE49-F238E27FC236}">
                <a16:creationId xmlns:a16="http://schemas.microsoft.com/office/drawing/2014/main" xmlns="" id="{26777BBC-FAAC-AB7A-9958-C58A05DE4699}"/>
              </a:ext>
            </a:extLst>
          </p:cNvPr>
          <p:cNvSpPr/>
          <p:nvPr/>
        </p:nvSpPr>
        <p:spPr>
          <a:xfrm rot="-1609195">
            <a:off x="7763105" y="1024932"/>
            <a:ext cx="142734" cy="136287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</p:spTree>
    <p:extLst>
      <p:ext uri="{BB962C8B-B14F-4D97-AF65-F5344CB8AC3E}">
        <p14:creationId xmlns:p14="http://schemas.microsoft.com/office/powerpoint/2010/main" val="401745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3;p17">
            <a:extLst>
              <a:ext uri="{FF2B5EF4-FFF2-40B4-BE49-F238E27FC236}">
                <a16:creationId xmlns:a16="http://schemas.microsoft.com/office/drawing/2014/main" xmlns="" id="{0E1C868B-CA36-F6F8-98CC-98AEFC24D5AF}"/>
              </a:ext>
            </a:extLst>
          </p:cNvPr>
          <p:cNvSpPr txBox="1">
            <a:spLocks/>
          </p:cNvSpPr>
          <p:nvPr/>
        </p:nvSpPr>
        <p:spPr>
          <a:xfrm>
            <a:off x="2722875" y="1538100"/>
            <a:ext cx="4320225" cy="1890900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Here you have a list of items</a:t>
            </a:r>
          </a:p>
          <a:p>
            <a:pPr>
              <a:spcBef>
                <a:spcPts val="0"/>
              </a:spcBef>
            </a:pPr>
            <a:r>
              <a:rPr lang="en-US">
                <a:solidFill>
                  <a:schemeClr val="bg1"/>
                </a:solidFill>
              </a:rPr>
              <a:t>And some text</a:t>
            </a:r>
          </a:p>
          <a:p>
            <a:pPr>
              <a:spcBef>
                <a:spcPts val="0"/>
              </a:spcBef>
            </a:pPr>
            <a:r>
              <a:rPr lang="en-US">
                <a:solidFill>
                  <a:schemeClr val="bg1"/>
                </a:solidFill>
              </a:rPr>
              <a:t>But remember not to overload your slides with content</a:t>
            </a:r>
          </a:p>
          <a:p>
            <a:pPr marL="0" indent="0">
              <a:buNone/>
            </a:pPr>
            <a:r>
              <a:rPr lang="en-US">
                <a:solidFill>
                  <a:schemeClr val="bg1"/>
                </a:solidFill>
              </a:rPr>
              <a:t>Your audience will listen to you or read the content, but won’t do both. </a:t>
            </a:r>
          </a:p>
        </p:txBody>
      </p:sp>
    </p:spTree>
    <p:extLst>
      <p:ext uri="{BB962C8B-B14F-4D97-AF65-F5344CB8AC3E}">
        <p14:creationId xmlns:p14="http://schemas.microsoft.com/office/powerpoint/2010/main" val="1540570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81;p14">
            <a:extLst>
              <a:ext uri="{FF2B5EF4-FFF2-40B4-BE49-F238E27FC236}">
                <a16:creationId xmlns:a16="http://schemas.microsoft.com/office/drawing/2014/main" xmlns="" id="{DF0BCBE1-A1D6-FBC8-468C-B60F5F6668C6}"/>
              </a:ext>
            </a:extLst>
          </p:cNvPr>
          <p:cNvSpPr txBox="1">
            <a:spLocks/>
          </p:cNvSpPr>
          <p:nvPr/>
        </p:nvSpPr>
        <p:spPr>
          <a:xfrm>
            <a:off x="2782630" y="3034633"/>
            <a:ext cx="3693150" cy="53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Oswald"/>
              <a:buNone/>
              <a:defRPr sz="3000" b="1" i="0" u="none" strike="noStrike" cap="none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Oswald"/>
              <a:buNone/>
              <a:defRPr sz="3000" b="1" i="0" u="none" strike="noStrike" cap="none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Oswald"/>
              <a:buNone/>
              <a:defRPr sz="3000" b="1" i="0" u="none" strike="noStrike" cap="none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Oswald"/>
              <a:buNone/>
              <a:defRPr sz="3000" b="1" i="0" u="none" strike="noStrike" cap="none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Oswald"/>
              <a:buNone/>
              <a:defRPr sz="3000" b="1" i="0" u="none" strike="noStrike" cap="none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Oswald"/>
              <a:buNone/>
              <a:defRPr sz="3000" b="1" i="0" u="none" strike="noStrike" cap="none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Oswald"/>
              <a:buNone/>
              <a:defRPr sz="3000" b="1" i="0" u="none" strike="noStrike" cap="none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Oswald"/>
              <a:buNone/>
              <a:defRPr sz="3000" b="1" i="0" u="none" strike="noStrike" cap="none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Oswald"/>
              <a:buNone/>
              <a:defRPr sz="3000" b="1" i="0" u="none" strike="noStrike" cap="none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 sz="4500">
                <a:solidFill>
                  <a:srgbClr val="FFC000"/>
                </a:solidFill>
              </a:rPr>
              <a:t>HELLO!</a:t>
            </a:r>
            <a:endParaRPr lang="en-US" sz="4500" dirty="0">
              <a:solidFill>
                <a:srgbClr val="FFC000"/>
              </a:solidFill>
            </a:endParaRPr>
          </a:p>
        </p:txBody>
      </p:sp>
      <p:sp>
        <p:nvSpPr>
          <p:cNvPr id="8" name="Google Shape;182;p14">
            <a:extLst>
              <a:ext uri="{FF2B5EF4-FFF2-40B4-BE49-F238E27FC236}">
                <a16:creationId xmlns:a16="http://schemas.microsoft.com/office/drawing/2014/main" xmlns="" id="{9E31B6DB-E004-9873-AF8C-195A7C5F04DC}"/>
              </a:ext>
            </a:extLst>
          </p:cNvPr>
          <p:cNvSpPr txBox="1">
            <a:spLocks/>
          </p:cNvSpPr>
          <p:nvPr/>
        </p:nvSpPr>
        <p:spPr>
          <a:xfrm>
            <a:off x="2782630" y="3420983"/>
            <a:ext cx="3693150" cy="146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Roboto Condensed"/>
              <a:buChar char="»"/>
              <a:defRPr sz="2000" b="0" i="0" u="none" strike="noStrike" cap="none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Roboto Condensed"/>
              <a:buChar char="⋄"/>
              <a:defRPr sz="2000" b="0" i="0" u="none" strike="noStrike" cap="none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Roboto Condensed"/>
              <a:buChar char="⋄"/>
              <a:defRPr sz="2000" b="0" i="0" u="none" strike="noStrike" cap="none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 Condensed"/>
              <a:buChar char="⋄"/>
              <a:defRPr sz="2000" b="0" i="0" u="none" strike="noStrike" cap="none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 Condensed"/>
              <a:buChar char="⋄"/>
              <a:defRPr sz="2000" b="0" i="0" u="none" strike="noStrike" cap="none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 Condensed"/>
              <a:buChar char="⋄"/>
              <a:defRPr sz="2000" b="0" i="0" u="none" strike="noStrike" cap="none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 Condensed"/>
              <a:buChar char="●"/>
              <a:defRPr sz="2000" b="0" i="0" u="none" strike="noStrike" cap="none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 Condensed"/>
              <a:buChar char="○"/>
              <a:defRPr sz="2000" b="0" i="0" u="none" strike="noStrike" cap="none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 Condensed"/>
              <a:buChar char="■"/>
              <a:defRPr sz="2000" b="0" i="0" u="none" strike="noStrike" cap="none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indent="0">
              <a:buNone/>
            </a:pPr>
            <a:r>
              <a:rPr lang="en-US" sz="2700" b="1">
                <a:solidFill>
                  <a:srgbClr val="0070C0"/>
                </a:solidFill>
              </a:rPr>
              <a:t>I am Jayden Smith</a:t>
            </a:r>
          </a:p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US"/>
              <a:t>I am here because I love to give presentations. </a:t>
            </a:r>
          </a:p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US"/>
              <a:t>You can find me at @username</a:t>
            </a:r>
            <a:endParaRPr lang="en-US" sz="2700" b="1" dirty="0"/>
          </a:p>
        </p:txBody>
      </p:sp>
      <p:pic>
        <p:nvPicPr>
          <p:cNvPr id="9" name="Picture 8" descr="A picture containing person, table, sitting, indoor&#10;&#10;Description automatically generated">
            <a:extLst>
              <a:ext uri="{FF2B5EF4-FFF2-40B4-BE49-F238E27FC236}">
                <a16:creationId xmlns:a16="http://schemas.microsoft.com/office/drawing/2014/main" xmlns="" id="{1A6251EC-425D-7574-1D7F-486B54D53B1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73838" y="1464469"/>
            <a:ext cx="2852442" cy="3929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995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17;p29">
            <a:extLst>
              <a:ext uri="{FF2B5EF4-FFF2-40B4-BE49-F238E27FC236}">
                <a16:creationId xmlns:a16="http://schemas.microsoft.com/office/drawing/2014/main" xmlns="" id="{08014618-201B-5B3E-3CB7-9644094B7545}"/>
              </a:ext>
            </a:extLst>
          </p:cNvPr>
          <p:cNvSpPr txBox="1">
            <a:spLocks/>
          </p:cNvSpPr>
          <p:nvPr/>
        </p:nvSpPr>
        <p:spPr>
          <a:xfrm>
            <a:off x="3382090" y="2589755"/>
            <a:ext cx="4740750" cy="510525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C000"/>
                </a:solidFill>
              </a:rPr>
              <a:t>LET’S REVIEW SOME CONCEPTS</a:t>
            </a:r>
          </a:p>
        </p:txBody>
      </p:sp>
      <p:sp>
        <p:nvSpPr>
          <p:cNvPr id="6" name="Google Shape;318;p29">
            <a:extLst>
              <a:ext uri="{FF2B5EF4-FFF2-40B4-BE49-F238E27FC236}">
                <a16:creationId xmlns:a16="http://schemas.microsoft.com/office/drawing/2014/main" xmlns="" id="{1E8BCE5A-03F9-4645-2850-5B29C0A20229}"/>
              </a:ext>
            </a:extLst>
          </p:cNvPr>
          <p:cNvSpPr txBox="1">
            <a:spLocks/>
          </p:cNvSpPr>
          <p:nvPr/>
        </p:nvSpPr>
        <p:spPr>
          <a:xfrm>
            <a:off x="3382090" y="3100280"/>
            <a:ext cx="1528200" cy="1115775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1F72B6"/>
                </a:solidFill>
              </a:rPr>
              <a:t>Yellow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1F72B6"/>
                </a:solidFill>
              </a:rPr>
              <a:t>Is the color of gold, butter and ripe lemons. In the spectrum of visible light, yellow is found between green and orange.</a:t>
            </a:r>
          </a:p>
        </p:txBody>
      </p:sp>
      <p:sp>
        <p:nvSpPr>
          <p:cNvPr id="7" name="Google Shape;319;p29">
            <a:extLst>
              <a:ext uri="{FF2B5EF4-FFF2-40B4-BE49-F238E27FC236}">
                <a16:creationId xmlns:a16="http://schemas.microsoft.com/office/drawing/2014/main" xmlns="" id="{B7C8EABF-F432-9233-6BB6-81D1A8A995F8}"/>
              </a:ext>
            </a:extLst>
          </p:cNvPr>
          <p:cNvSpPr txBox="1">
            <a:spLocks/>
          </p:cNvSpPr>
          <p:nvPr/>
        </p:nvSpPr>
        <p:spPr>
          <a:xfrm>
            <a:off x="4988477" y="3100280"/>
            <a:ext cx="1528200" cy="1115775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solidFill>
                  <a:srgbClr val="1F72B6"/>
                </a:solidFill>
              </a:rPr>
              <a:t>Blue</a:t>
            </a:r>
          </a:p>
          <a:p>
            <a:pPr marL="0" indent="0">
              <a:buNone/>
            </a:pPr>
            <a:r>
              <a:rPr lang="en-US" sz="900">
                <a:solidFill>
                  <a:srgbClr val="1F72B6"/>
                </a:solidFill>
              </a:rPr>
              <a:t>Is the colour of the clear sky and the deep sea. It is located between violet and green on the optical spectrum.</a:t>
            </a:r>
          </a:p>
        </p:txBody>
      </p:sp>
      <p:sp>
        <p:nvSpPr>
          <p:cNvPr id="8" name="Google Shape;320;p29">
            <a:extLst>
              <a:ext uri="{FF2B5EF4-FFF2-40B4-BE49-F238E27FC236}">
                <a16:creationId xmlns:a16="http://schemas.microsoft.com/office/drawing/2014/main" xmlns="" id="{8E1F725D-25A5-E0A7-C0B8-D24A84B5675A}"/>
              </a:ext>
            </a:extLst>
          </p:cNvPr>
          <p:cNvSpPr txBox="1">
            <a:spLocks/>
          </p:cNvSpPr>
          <p:nvPr/>
        </p:nvSpPr>
        <p:spPr>
          <a:xfrm>
            <a:off x="6594865" y="3100280"/>
            <a:ext cx="1528200" cy="1115775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solidFill>
                  <a:srgbClr val="1F72B6"/>
                </a:solidFill>
              </a:rPr>
              <a:t>Red</a:t>
            </a:r>
          </a:p>
          <a:p>
            <a:pPr marL="0" indent="0">
              <a:buNone/>
            </a:pPr>
            <a:r>
              <a:rPr lang="en-US" sz="900">
                <a:solidFill>
                  <a:srgbClr val="1F72B6"/>
                </a:solidFill>
              </a:rPr>
              <a:t>Is the color of blood, and because of this it has historically been associated with sacrifice, danger and courage. </a:t>
            </a:r>
          </a:p>
          <a:p>
            <a:pPr marL="0" indent="0">
              <a:buNone/>
            </a:pPr>
            <a:endParaRPr lang="en-US" sz="900">
              <a:solidFill>
                <a:srgbClr val="1F72B6"/>
              </a:solidFill>
            </a:endParaRPr>
          </a:p>
        </p:txBody>
      </p:sp>
      <p:sp>
        <p:nvSpPr>
          <p:cNvPr id="9" name="Google Shape;321;p29">
            <a:extLst>
              <a:ext uri="{FF2B5EF4-FFF2-40B4-BE49-F238E27FC236}">
                <a16:creationId xmlns:a16="http://schemas.microsoft.com/office/drawing/2014/main" xmlns="" id="{0EE1DC0C-9197-5127-A1E0-71128C0F65B6}"/>
              </a:ext>
            </a:extLst>
          </p:cNvPr>
          <p:cNvSpPr txBox="1">
            <a:spLocks/>
          </p:cNvSpPr>
          <p:nvPr/>
        </p:nvSpPr>
        <p:spPr>
          <a:xfrm>
            <a:off x="3382090" y="4128980"/>
            <a:ext cx="1528200" cy="1115775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solidFill>
                  <a:srgbClr val="1F72B6"/>
                </a:solidFill>
              </a:rPr>
              <a:t>Yellow</a:t>
            </a:r>
          </a:p>
          <a:p>
            <a:pPr marL="0" indent="0">
              <a:buNone/>
            </a:pPr>
            <a:r>
              <a:rPr lang="en-US" sz="900">
                <a:solidFill>
                  <a:srgbClr val="1F72B6"/>
                </a:solidFill>
              </a:rPr>
              <a:t>Is the color of gold, butter and ripe lemons. In the spectrum of visible light, yellow is found between green and orange.</a:t>
            </a:r>
          </a:p>
        </p:txBody>
      </p:sp>
      <p:sp>
        <p:nvSpPr>
          <p:cNvPr id="10" name="Google Shape;322;p29">
            <a:extLst>
              <a:ext uri="{FF2B5EF4-FFF2-40B4-BE49-F238E27FC236}">
                <a16:creationId xmlns:a16="http://schemas.microsoft.com/office/drawing/2014/main" xmlns="" id="{B4B201C5-BA9A-AF2F-D90F-C398593DDB0F}"/>
              </a:ext>
            </a:extLst>
          </p:cNvPr>
          <p:cNvSpPr txBox="1">
            <a:spLocks/>
          </p:cNvSpPr>
          <p:nvPr/>
        </p:nvSpPr>
        <p:spPr>
          <a:xfrm>
            <a:off x="4988477" y="4128980"/>
            <a:ext cx="1528200" cy="1115775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solidFill>
                  <a:srgbClr val="1F72B6"/>
                </a:solidFill>
              </a:rPr>
              <a:t>Blue</a:t>
            </a:r>
          </a:p>
          <a:p>
            <a:pPr marL="0" indent="0">
              <a:buNone/>
            </a:pPr>
            <a:r>
              <a:rPr lang="en-US" sz="900">
                <a:solidFill>
                  <a:srgbClr val="1F72B6"/>
                </a:solidFill>
              </a:rPr>
              <a:t>Is the colour of the clear sky and the deep sea. It is located between violet and green on the optical spectrum.</a:t>
            </a:r>
          </a:p>
        </p:txBody>
      </p:sp>
      <p:sp>
        <p:nvSpPr>
          <p:cNvPr id="11" name="Google Shape;323;p29">
            <a:extLst>
              <a:ext uri="{FF2B5EF4-FFF2-40B4-BE49-F238E27FC236}">
                <a16:creationId xmlns:a16="http://schemas.microsoft.com/office/drawing/2014/main" xmlns="" id="{969AB768-6C04-07DD-D371-BACE76EA38B1}"/>
              </a:ext>
            </a:extLst>
          </p:cNvPr>
          <p:cNvSpPr txBox="1">
            <a:spLocks/>
          </p:cNvSpPr>
          <p:nvPr/>
        </p:nvSpPr>
        <p:spPr>
          <a:xfrm>
            <a:off x="6594865" y="4128980"/>
            <a:ext cx="1528200" cy="1115775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solidFill>
                  <a:srgbClr val="1F72B6"/>
                </a:solidFill>
              </a:rPr>
              <a:t>Red</a:t>
            </a:r>
          </a:p>
          <a:p>
            <a:pPr marL="0" indent="0">
              <a:buNone/>
            </a:pPr>
            <a:r>
              <a:rPr lang="en-US" sz="900">
                <a:solidFill>
                  <a:srgbClr val="1F72B6"/>
                </a:solidFill>
              </a:rPr>
              <a:t>Is the color of blood, and because of this it has historically been associated with sacrifice, danger and courage. </a:t>
            </a:r>
          </a:p>
          <a:p>
            <a:pPr marL="0" indent="0">
              <a:buNone/>
            </a:pPr>
            <a:endParaRPr lang="en-US" sz="900">
              <a:solidFill>
                <a:srgbClr val="1F72B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231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60;p23">
            <a:extLst>
              <a:ext uri="{FF2B5EF4-FFF2-40B4-BE49-F238E27FC236}">
                <a16:creationId xmlns:a16="http://schemas.microsoft.com/office/drawing/2014/main" xmlns="" id="{ED47425D-6654-4D31-4829-6A25C142E5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97034" y="3173738"/>
            <a:ext cx="4320225" cy="510525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b" anchorCtr="0">
            <a:noAutofit/>
          </a:bodyPr>
          <a:lstStyle/>
          <a:p>
            <a:r>
              <a:rPr lang="en" b="1" dirty="0">
                <a:solidFill>
                  <a:srgbClr val="1F72B6"/>
                </a:solidFill>
              </a:rPr>
              <a:t>USE CHARTS TO EXPLAIN YOUR IDEAS</a:t>
            </a:r>
            <a:endParaRPr b="1" dirty="0">
              <a:solidFill>
                <a:srgbClr val="1F72B6"/>
              </a:solidFill>
            </a:endParaRPr>
          </a:p>
        </p:txBody>
      </p:sp>
      <p:sp>
        <p:nvSpPr>
          <p:cNvPr id="8" name="Google Shape;261;p23">
            <a:extLst>
              <a:ext uri="{FF2B5EF4-FFF2-40B4-BE49-F238E27FC236}">
                <a16:creationId xmlns:a16="http://schemas.microsoft.com/office/drawing/2014/main" xmlns="" id="{DBFE4310-A4BA-29AB-B9B2-38CB3C161597}"/>
              </a:ext>
            </a:extLst>
          </p:cNvPr>
          <p:cNvSpPr/>
          <p:nvPr/>
        </p:nvSpPr>
        <p:spPr>
          <a:xfrm>
            <a:off x="3380074" y="3824998"/>
            <a:ext cx="1353600" cy="1353600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" sz="105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White</a:t>
            </a:r>
            <a:endParaRPr sz="105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" name="Google Shape;262;p23">
            <a:extLst>
              <a:ext uri="{FF2B5EF4-FFF2-40B4-BE49-F238E27FC236}">
                <a16:creationId xmlns:a16="http://schemas.microsoft.com/office/drawing/2014/main" xmlns="" id="{B75B7339-C8B1-24D3-1260-63C004382C58}"/>
              </a:ext>
            </a:extLst>
          </p:cNvPr>
          <p:cNvSpPr/>
          <p:nvPr/>
        </p:nvSpPr>
        <p:spPr>
          <a:xfrm>
            <a:off x="5692633" y="3824998"/>
            <a:ext cx="1353600" cy="1353600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" sz="105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Black</a:t>
            </a:r>
            <a:endParaRPr sz="105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" name="Google Shape;263;p23">
            <a:extLst>
              <a:ext uri="{FF2B5EF4-FFF2-40B4-BE49-F238E27FC236}">
                <a16:creationId xmlns:a16="http://schemas.microsoft.com/office/drawing/2014/main" xmlns="" id="{0485B064-458A-CD70-091D-4E0F00465E3D}"/>
              </a:ext>
            </a:extLst>
          </p:cNvPr>
          <p:cNvSpPr/>
          <p:nvPr/>
        </p:nvSpPr>
        <p:spPr>
          <a:xfrm>
            <a:off x="4536353" y="3824998"/>
            <a:ext cx="1353600" cy="1353600"/>
          </a:xfrm>
          <a:prstGeom prst="ellipse">
            <a:avLst/>
          </a:prstGeom>
          <a:noFill/>
          <a:ln w="152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" sz="105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Gray</a:t>
            </a:r>
            <a:endParaRPr sz="105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297756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08;p28">
            <a:extLst>
              <a:ext uri="{FF2B5EF4-FFF2-40B4-BE49-F238E27FC236}">
                <a16:creationId xmlns:a16="http://schemas.microsoft.com/office/drawing/2014/main" xmlns="" id="{255FDB83-E4A3-7709-F07F-09A39B0AB8B1}"/>
              </a:ext>
            </a:extLst>
          </p:cNvPr>
          <p:cNvSpPr txBox="1">
            <a:spLocks/>
          </p:cNvSpPr>
          <p:nvPr/>
        </p:nvSpPr>
        <p:spPr>
          <a:xfrm>
            <a:off x="3598679" y="2918476"/>
            <a:ext cx="4320225" cy="510525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70C0"/>
                </a:solidFill>
              </a:rPr>
              <a:t>OUR PROCESS IS EASY</a:t>
            </a:r>
          </a:p>
        </p:txBody>
      </p:sp>
      <p:sp>
        <p:nvSpPr>
          <p:cNvPr id="4" name="Google Shape;309;p28">
            <a:extLst>
              <a:ext uri="{FF2B5EF4-FFF2-40B4-BE49-F238E27FC236}">
                <a16:creationId xmlns:a16="http://schemas.microsoft.com/office/drawing/2014/main" xmlns="" id="{A3086CCE-ACD9-D11C-059B-FF71B6C37D9E}"/>
              </a:ext>
            </a:extLst>
          </p:cNvPr>
          <p:cNvSpPr/>
          <p:nvPr/>
        </p:nvSpPr>
        <p:spPr>
          <a:xfrm>
            <a:off x="3691109" y="3488117"/>
            <a:ext cx="1643625" cy="1389150"/>
          </a:xfrm>
          <a:prstGeom prst="homePlate">
            <a:avLst>
              <a:gd name="adj" fmla="val 30129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" sz="10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first</a:t>
            </a:r>
            <a:endParaRPr sz="10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" name="Google Shape;310;p28">
            <a:extLst>
              <a:ext uri="{FF2B5EF4-FFF2-40B4-BE49-F238E27FC236}">
                <a16:creationId xmlns:a16="http://schemas.microsoft.com/office/drawing/2014/main" xmlns="" id="{854F580D-0950-DF38-7ECC-EBE9F2E87A06}"/>
              </a:ext>
            </a:extLst>
          </p:cNvPr>
          <p:cNvSpPr/>
          <p:nvPr/>
        </p:nvSpPr>
        <p:spPr>
          <a:xfrm>
            <a:off x="5002284" y="3488117"/>
            <a:ext cx="1675350" cy="1389150"/>
          </a:xfrm>
          <a:prstGeom prst="chevron">
            <a:avLst>
              <a:gd name="adj" fmla="val 29853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" sz="10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second</a:t>
            </a:r>
            <a:endParaRPr sz="10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Google Shape;311;p28">
            <a:extLst>
              <a:ext uri="{FF2B5EF4-FFF2-40B4-BE49-F238E27FC236}">
                <a16:creationId xmlns:a16="http://schemas.microsoft.com/office/drawing/2014/main" xmlns="" id="{B5E54B95-F3C8-37A3-8AAF-2FBF6F88AFDF}"/>
              </a:ext>
            </a:extLst>
          </p:cNvPr>
          <p:cNvSpPr/>
          <p:nvPr/>
        </p:nvSpPr>
        <p:spPr>
          <a:xfrm>
            <a:off x="6345072" y="3488117"/>
            <a:ext cx="1675350" cy="1389150"/>
          </a:xfrm>
          <a:prstGeom prst="chevron">
            <a:avLst>
              <a:gd name="adj" fmla="val 29853"/>
            </a:avLst>
          </a:prstGeom>
          <a:solidFill>
            <a:srgbClr val="0070C0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" sz="10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last</a:t>
            </a:r>
            <a:endParaRPr sz="10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614639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77;p33">
            <a:extLst>
              <a:ext uri="{FF2B5EF4-FFF2-40B4-BE49-F238E27FC236}">
                <a16:creationId xmlns:a16="http://schemas.microsoft.com/office/drawing/2014/main" xmlns="" id="{3BE537A3-6CCF-F3C2-61A0-E03D166B8C21}"/>
              </a:ext>
            </a:extLst>
          </p:cNvPr>
          <p:cNvSpPr txBox="1">
            <a:spLocks/>
          </p:cNvSpPr>
          <p:nvPr/>
        </p:nvSpPr>
        <p:spPr>
          <a:xfrm>
            <a:off x="2907206" y="1547112"/>
            <a:ext cx="2356425" cy="3857625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>
                <a:solidFill>
                  <a:srgbClr val="FFC000"/>
                </a:solidFill>
                <a:latin typeface="Oswald"/>
                <a:ea typeface="Oswald"/>
                <a:cs typeface="Oswald"/>
                <a:sym typeface="Oswald"/>
              </a:rPr>
              <a:t>DESKTOP</a:t>
            </a:r>
            <a:r>
              <a:rPr lang="en-US" sz="3600" dirty="0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36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PROJECT</a:t>
            </a:r>
          </a:p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Show and explain your web, app or software projects using these gadget templates.</a:t>
            </a:r>
          </a:p>
        </p:txBody>
      </p:sp>
      <p:grpSp>
        <p:nvGrpSpPr>
          <p:cNvPr id="3" name="Google Shape;379;p33">
            <a:extLst>
              <a:ext uri="{FF2B5EF4-FFF2-40B4-BE49-F238E27FC236}">
                <a16:creationId xmlns:a16="http://schemas.microsoft.com/office/drawing/2014/main" xmlns="" id="{3175C13B-E763-759A-EEC1-30C6E32917B7}"/>
              </a:ext>
            </a:extLst>
          </p:cNvPr>
          <p:cNvGrpSpPr/>
          <p:nvPr/>
        </p:nvGrpSpPr>
        <p:grpSpPr>
          <a:xfrm>
            <a:off x="5545497" y="2477955"/>
            <a:ext cx="3406654" cy="1995918"/>
            <a:chOff x="1177450" y="241631"/>
            <a:chExt cx="6173152" cy="3616776"/>
          </a:xfrm>
        </p:grpSpPr>
        <p:sp>
          <p:nvSpPr>
            <p:cNvPr id="4" name="Google Shape;380;p33">
              <a:extLst>
                <a:ext uri="{FF2B5EF4-FFF2-40B4-BE49-F238E27FC236}">
                  <a16:creationId xmlns:a16="http://schemas.microsoft.com/office/drawing/2014/main" xmlns="" id="{27473E1A-5769-2EB8-8F3F-104C0EBB9BDF}"/>
                </a:ext>
              </a:extLst>
            </p:cNvPr>
            <p:cNvSpPr/>
            <p:nvPr/>
          </p:nvSpPr>
          <p:spPr>
            <a:xfrm>
              <a:off x="1682275" y="241631"/>
              <a:ext cx="5161606" cy="3454973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endParaRPr sz="135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381;p33">
              <a:extLst>
                <a:ext uri="{FF2B5EF4-FFF2-40B4-BE49-F238E27FC236}">
                  <a16:creationId xmlns:a16="http://schemas.microsoft.com/office/drawing/2014/main" xmlns="" id="{B1B3AADE-9B97-3BCB-30E4-8ED9B262F647}"/>
                </a:ext>
              </a:extLst>
            </p:cNvPr>
            <p:cNvSpPr/>
            <p:nvPr/>
          </p:nvSpPr>
          <p:spPr>
            <a:xfrm>
              <a:off x="1177450" y="3763229"/>
              <a:ext cx="6173152" cy="95178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endParaRPr sz="135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382;p33">
              <a:extLst>
                <a:ext uri="{FF2B5EF4-FFF2-40B4-BE49-F238E27FC236}">
                  <a16:creationId xmlns:a16="http://schemas.microsoft.com/office/drawing/2014/main" xmlns="" id="{6C9E18B5-F4DB-9A07-A908-4DBAC9148BE0}"/>
                </a:ext>
              </a:extLst>
            </p:cNvPr>
            <p:cNvSpPr/>
            <p:nvPr/>
          </p:nvSpPr>
          <p:spPr>
            <a:xfrm>
              <a:off x="1177450" y="3687086"/>
              <a:ext cx="6172200" cy="76142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endParaRPr sz="135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383;p33">
              <a:extLst>
                <a:ext uri="{FF2B5EF4-FFF2-40B4-BE49-F238E27FC236}">
                  <a16:creationId xmlns:a16="http://schemas.microsoft.com/office/drawing/2014/main" xmlns="" id="{69856A2E-81D3-38F2-725F-F69ADFEFAFB1}"/>
                </a:ext>
              </a:extLst>
            </p:cNvPr>
            <p:cNvSpPr/>
            <p:nvPr/>
          </p:nvSpPr>
          <p:spPr>
            <a:xfrm>
              <a:off x="3806350" y="3687086"/>
              <a:ext cx="903922" cy="47589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endParaRPr sz="135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" name="Google Shape;384;p33">
            <a:extLst>
              <a:ext uri="{FF2B5EF4-FFF2-40B4-BE49-F238E27FC236}">
                <a16:creationId xmlns:a16="http://schemas.microsoft.com/office/drawing/2014/main" xmlns="" id="{E114EB00-CF77-897F-9406-FEC4C2B342F8}"/>
              </a:ext>
            </a:extLst>
          </p:cNvPr>
          <p:cNvPicPr preferRelativeResize="0"/>
          <p:nvPr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25881" y="2587997"/>
            <a:ext cx="2647913" cy="16820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9351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17;p38">
            <a:extLst>
              <a:ext uri="{FF2B5EF4-FFF2-40B4-BE49-F238E27FC236}">
                <a16:creationId xmlns:a16="http://schemas.microsoft.com/office/drawing/2014/main" xmlns="" id="{A783BA1D-C21B-DA97-32E6-2237832C8A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60829" y="2270778"/>
            <a:ext cx="4320225" cy="510525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b" anchorCtr="0">
            <a:noAutofit/>
          </a:bodyPr>
          <a:lstStyle/>
          <a:p>
            <a:r>
              <a:rPr lang="en" dirty="0">
                <a:solidFill>
                  <a:srgbClr val="0070C0"/>
                </a:solidFill>
              </a:rPr>
              <a:t>TIMELINE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6" name="Google Shape;419;p38">
            <a:extLst>
              <a:ext uri="{FF2B5EF4-FFF2-40B4-BE49-F238E27FC236}">
                <a16:creationId xmlns:a16="http://schemas.microsoft.com/office/drawing/2014/main" xmlns="" id="{E293D776-0A22-469E-9478-E649FFFE8E6B}"/>
              </a:ext>
            </a:extLst>
          </p:cNvPr>
          <p:cNvSpPr/>
          <p:nvPr/>
        </p:nvSpPr>
        <p:spPr>
          <a:xfrm>
            <a:off x="8431876" y="3475444"/>
            <a:ext cx="589950" cy="295200"/>
          </a:xfrm>
          <a:prstGeom prst="homePlate">
            <a:avLst>
              <a:gd name="adj" fmla="val 32030"/>
            </a:avLst>
          </a:prstGeom>
          <a:solidFill>
            <a:schemeClr val="accent4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05725" tIns="0" rIns="0" bIns="0" anchor="ctr" anchorCtr="0">
            <a:noAutofit/>
          </a:bodyPr>
          <a:lstStyle/>
          <a:p>
            <a:r>
              <a:rPr lang="en" sz="7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DEC</a:t>
            </a:r>
            <a:endParaRPr sz="7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" name="Google Shape;420;p38">
            <a:extLst>
              <a:ext uri="{FF2B5EF4-FFF2-40B4-BE49-F238E27FC236}">
                <a16:creationId xmlns:a16="http://schemas.microsoft.com/office/drawing/2014/main" xmlns="" id="{004274B3-2D31-141D-0E88-2F8D5AB9FD48}"/>
              </a:ext>
            </a:extLst>
          </p:cNvPr>
          <p:cNvSpPr/>
          <p:nvPr/>
        </p:nvSpPr>
        <p:spPr>
          <a:xfrm>
            <a:off x="7958628" y="3475444"/>
            <a:ext cx="589950" cy="295200"/>
          </a:xfrm>
          <a:prstGeom prst="homePlate">
            <a:avLst>
              <a:gd name="adj" fmla="val 32030"/>
            </a:avLst>
          </a:prstGeom>
          <a:solidFill>
            <a:schemeClr val="accent4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05725" tIns="0" rIns="0" bIns="0" anchor="ctr" anchorCtr="0">
            <a:noAutofit/>
          </a:bodyPr>
          <a:lstStyle/>
          <a:p>
            <a:r>
              <a:rPr lang="en" sz="7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NOV</a:t>
            </a:r>
            <a:endParaRPr sz="7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" name="Google Shape;421;p38">
            <a:extLst>
              <a:ext uri="{FF2B5EF4-FFF2-40B4-BE49-F238E27FC236}">
                <a16:creationId xmlns:a16="http://schemas.microsoft.com/office/drawing/2014/main" xmlns="" id="{3EE7C743-7C14-CAF9-3857-6E90F35F2F5A}"/>
              </a:ext>
            </a:extLst>
          </p:cNvPr>
          <p:cNvSpPr/>
          <p:nvPr/>
        </p:nvSpPr>
        <p:spPr>
          <a:xfrm>
            <a:off x="7485379" y="3475444"/>
            <a:ext cx="589950" cy="295200"/>
          </a:xfrm>
          <a:prstGeom prst="homePlate">
            <a:avLst>
              <a:gd name="adj" fmla="val 32030"/>
            </a:avLst>
          </a:prstGeom>
          <a:solidFill>
            <a:schemeClr val="accent4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05725" tIns="0" rIns="0" bIns="0" anchor="ctr" anchorCtr="0">
            <a:noAutofit/>
          </a:bodyPr>
          <a:lstStyle/>
          <a:p>
            <a:r>
              <a:rPr lang="en" sz="7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OCT</a:t>
            </a:r>
            <a:endParaRPr sz="7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" name="Google Shape;422;p38">
            <a:extLst>
              <a:ext uri="{FF2B5EF4-FFF2-40B4-BE49-F238E27FC236}">
                <a16:creationId xmlns:a16="http://schemas.microsoft.com/office/drawing/2014/main" xmlns="" id="{724E4D2B-5594-6EF5-5E50-F3DDCCB83525}"/>
              </a:ext>
            </a:extLst>
          </p:cNvPr>
          <p:cNvSpPr/>
          <p:nvPr/>
        </p:nvSpPr>
        <p:spPr>
          <a:xfrm>
            <a:off x="7012131" y="3475444"/>
            <a:ext cx="589950" cy="295200"/>
          </a:xfrm>
          <a:prstGeom prst="homePlate">
            <a:avLst>
              <a:gd name="adj" fmla="val 32030"/>
            </a:avLst>
          </a:prstGeom>
          <a:solidFill>
            <a:schemeClr val="accent3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05725" tIns="0" rIns="0" bIns="0" anchor="ctr" anchorCtr="0">
            <a:noAutofit/>
          </a:bodyPr>
          <a:lstStyle/>
          <a:p>
            <a:r>
              <a:rPr lang="en" sz="7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SEP</a:t>
            </a:r>
            <a:endParaRPr sz="7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" name="Google Shape;423;p38">
            <a:extLst>
              <a:ext uri="{FF2B5EF4-FFF2-40B4-BE49-F238E27FC236}">
                <a16:creationId xmlns:a16="http://schemas.microsoft.com/office/drawing/2014/main" xmlns="" id="{C711BDAC-E94E-2DCA-517B-A1813BE26CFD}"/>
              </a:ext>
            </a:extLst>
          </p:cNvPr>
          <p:cNvSpPr/>
          <p:nvPr/>
        </p:nvSpPr>
        <p:spPr>
          <a:xfrm>
            <a:off x="6538882" y="3475444"/>
            <a:ext cx="589950" cy="295200"/>
          </a:xfrm>
          <a:prstGeom prst="homePlate">
            <a:avLst>
              <a:gd name="adj" fmla="val 32030"/>
            </a:avLst>
          </a:prstGeom>
          <a:solidFill>
            <a:schemeClr val="accent3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05725" tIns="0" rIns="0" bIns="0" anchor="ctr" anchorCtr="0">
            <a:noAutofit/>
          </a:bodyPr>
          <a:lstStyle/>
          <a:p>
            <a:r>
              <a:rPr lang="en" sz="7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AUG</a:t>
            </a:r>
            <a:endParaRPr sz="7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1" name="Google Shape;424;p38">
            <a:extLst>
              <a:ext uri="{FF2B5EF4-FFF2-40B4-BE49-F238E27FC236}">
                <a16:creationId xmlns:a16="http://schemas.microsoft.com/office/drawing/2014/main" xmlns="" id="{580476FE-153B-4509-041A-E7AB3C4B12D4}"/>
              </a:ext>
            </a:extLst>
          </p:cNvPr>
          <p:cNvSpPr/>
          <p:nvPr/>
        </p:nvSpPr>
        <p:spPr>
          <a:xfrm>
            <a:off x="6065634" y="3475444"/>
            <a:ext cx="589950" cy="295200"/>
          </a:xfrm>
          <a:prstGeom prst="homePlate">
            <a:avLst>
              <a:gd name="adj" fmla="val 32030"/>
            </a:avLst>
          </a:prstGeom>
          <a:solidFill>
            <a:schemeClr val="accent3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05725" tIns="0" rIns="0" bIns="0" anchor="ctr" anchorCtr="0">
            <a:noAutofit/>
          </a:bodyPr>
          <a:lstStyle/>
          <a:p>
            <a:r>
              <a:rPr lang="en" sz="7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JUL</a:t>
            </a:r>
            <a:endParaRPr sz="7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" name="Google Shape;425;p38">
            <a:extLst>
              <a:ext uri="{FF2B5EF4-FFF2-40B4-BE49-F238E27FC236}">
                <a16:creationId xmlns:a16="http://schemas.microsoft.com/office/drawing/2014/main" xmlns="" id="{7FDD68F4-C51C-7BB2-2481-D9849B178C8B}"/>
              </a:ext>
            </a:extLst>
          </p:cNvPr>
          <p:cNvSpPr/>
          <p:nvPr/>
        </p:nvSpPr>
        <p:spPr>
          <a:xfrm>
            <a:off x="5592386" y="3475444"/>
            <a:ext cx="589950" cy="295200"/>
          </a:xfrm>
          <a:prstGeom prst="homePlate">
            <a:avLst>
              <a:gd name="adj" fmla="val 32030"/>
            </a:avLst>
          </a:prstGeom>
          <a:solidFill>
            <a:srgbClr val="FFC000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05725" tIns="0" rIns="0" bIns="0" anchor="ctr" anchorCtr="0">
            <a:noAutofit/>
          </a:bodyPr>
          <a:lstStyle/>
          <a:p>
            <a:r>
              <a:rPr lang="en" sz="7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JUN</a:t>
            </a:r>
            <a:endParaRPr sz="7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3" name="Google Shape;426;p38">
            <a:extLst>
              <a:ext uri="{FF2B5EF4-FFF2-40B4-BE49-F238E27FC236}">
                <a16:creationId xmlns:a16="http://schemas.microsoft.com/office/drawing/2014/main" xmlns="" id="{EF73FFB4-3C16-35C3-7350-1B3691F7EF4C}"/>
              </a:ext>
            </a:extLst>
          </p:cNvPr>
          <p:cNvSpPr/>
          <p:nvPr/>
        </p:nvSpPr>
        <p:spPr>
          <a:xfrm>
            <a:off x="5119138" y="3475444"/>
            <a:ext cx="589950" cy="295200"/>
          </a:xfrm>
          <a:prstGeom prst="homePlate">
            <a:avLst>
              <a:gd name="adj" fmla="val 32030"/>
            </a:avLst>
          </a:prstGeom>
          <a:solidFill>
            <a:srgbClr val="FFC000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05725" tIns="0" rIns="0" bIns="0" anchor="ctr" anchorCtr="0">
            <a:noAutofit/>
          </a:bodyPr>
          <a:lstStyle/>
          <a:p>
            <a:r>
              <a:rPr lang="en" sz="7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MAY</a:t>
            </a:r>
            <a:endParaRPr sz="7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4" name="Google Shape;427;p38">
            <a:extLst>
              <a:ext uri="{FF2B5EF4-FFF2-40B4-BE49-F238E27FC236}">
                <a16:creationId xmlns:a16="http://schemas.microsoft.com/office/drawing/2014/main" xmlns="" id="{B0AB49AC-4751-1B83-8AB9-ACE8275923C9}"/>
              </a:ext>
            </a:extLst>
          </p:cNvPr>
          <p:cNvSpPr/>
          <p:nvPr/>
        </p:nvSpPr>
        <p:spPr>
          <a:xfrm>
            <a:off x="4645889" y="3475444"/>
            <a:ext cx="589950" cy="295200"/>
          </a:xfrm>
          <a:prstGeom prst="homePlate">
            <a:avLst>
              <a:gd name="adj" fmla="val 32030"/>
            </a:avLst>
          </a:prstGeom>
          <a:solidFill>
            <a:srgbClr val="FFC000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05725" tIns="0" rIns="0" bIns="0" anchor="ctr" anchorCtr="0">
            <a:noAutofit/>
          </a:bodyPr>
          <a:lstStyle/>
          <a:p>
            <a:r>
              <a:rPr lang="en" sz="7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APR</a:t>
            </a:r>
            <a:endParaRPr sz="7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5" name="Google Shape;428;p38">
            <a:extLst>
              <a:ext uri="{FF2B5EF4-FFF2-40B4-BE49-F238E27FC236}">
                <a16:creationId xmlns:a16="http://schemas.microsoft.com/office/drawing/2014/main" xmlns="" id="{246888CF-57A3-C9C8-C258-CE1BF3D1CE0D}"/>
              </a:ext>
            </a:extLst>
          </p:cNvPr>
          <p:cNvSpPr/>
          <p:nvPr/>
        </p:nvSpPr>
        <p:spPr>
          <a:xfrm>
            <a:off x="4172641" y="3475444"/>
            <a:ext cx="589950" cy="295200"/>
          </a:xfrm>
          <a:prstGeom prst="homePlate">
            <a:avLst>
              <a:gd name="adj" fmla="val 32030"/>
            </a:avLst>
          </a:prstGeom>
          <a:solidFill>
            <a:srgbClr val="0070C0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05725" tIns="0" rIns="0" bIns="0" anchor="ctr" anchorCtr="0">
            <a:noAutofit/>
          </a:bodyPr>
          <a:lstStyle/>
          <a:p>
            <a:r>
              <a:rPr lang="en" sz="7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MAR</a:t>
            </a:r>
            <a:endParaRPr sz="7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6" name="Google Shape;429;p38">
            <a:extLst>
              <a:ext uri="{FF2B5EF4-FFF2-40B4-BE49-F238E27FC236}">
                <a16:creationId xmlns:a16="http://schemas.microsoft.com/office/drawing/2014/main" xmlns="" id="{65F5CE3E-AA05-95F4-0443-B08FC26C0B4D}"/>
              </a:ext>
            </a:extLst>
          </p:cNvPr>
          <p:cNvSpPr/>
          <p:nvPr/>
        </p:nvSpPr>
        <p:spPr>
          <a:xfrm>
            <a:off x="3699392" y="3475444"/>
            <a:ext cx="589950" cy="295200"/>
          </a:xfrm>
          <a:prstGeom prst="homePlate">
            <a:avLst>
              <a:gd name="adj" fmla="val 32030"/>
            </a:avLst>
          </a:prstGeom>
          <a:solidFill>
            <a:srgbClr val="0070C0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05725" tIns="0" rIns="0" bIns="0" anchor="ctr" anchorCtr="0">
            <a:noAutofit/>
          </a:bodyPr>
          <a:lstStyle/>
          <a:p>
            <a:r>
              <a:rPr lang="en" sz="7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FEB</a:t>
            </a:r>
            <a:endParaRPr sz="7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7" name="Google Shape;430;p38">
            <a:extLst>
              <a:ext uri="{FF2B5EF4-FFF2-40B4-BE49-F238E27FC236}">
                <a16:creationId xmlns:a16="http://schemas.microsoft.com/office/drawing/2014/main" xmlns="" id="{A7BAE9D4-A92E-5C01-26E4-FF5A70068CAD}"/>
              </a:ext>
            </a:extLst>
          </p:cNvPr>
          <p:cNvSpPr/>
          <p:nvPr/>
        </p:nvSpPr>
        <p:spPr>
          <a:xfrm>
            <a:off x="3226144" y="3475444"/>
            <a:ext cx="589950" cy="295200"/>
          </a:xfrm>
          <a:prstGeom prst="homePlate">
            <a:avLst>
              <a:gd name="adj" fmla="val 32030"/>
            </a:avLst>
          </a:prstGeom>
          <a:solidFill>
            <a:srgbClr val="0070C0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05725" tIns="0" rIns="0" bIns="0" anchor="ctr" anchorCtr="0">
            <a:noAutofit/>
          </a:bodyPr>
          <a:lstStyle/>
          <a:p>
            <a:r>
              <a:rPr lang="en" sz="75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JAN</a:t>
            </a:r>
            <a:endParaRPr sz="7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8" name="Google Shape;431;p38">
            <a:extLst>
              <a:ext uri="{FF2B5EF4-FFF2-40B4-BE49-F238E27FC236}">
                <a16:creationId xmlns:a16="http://schemas.microsoft.com/office/drawing/2014/main" xmlns="" id="{42A799DB-1E29-B876-92C4-A97ACEFD7B41}"/>
              </a:ext>
            </a:extLst>
          </p:cNvPr>
          <p:cNvSpPr/>
          <p:nvPr/>
        </p:nvSpPr>
        <p:spPr>
          <a:xfrm>
            <a:off x="2587256" y="3475444"/>
            <a:ext cx="773550" cy="295200"/>
          </a:xfrm>
          <a:prstGeom prst="homePlate">
            <a:avLst>
              <a:gd name="adj" fmla="val 32030"/>
            </a:avLst>
          </a:prstGeom>
          <a:solidFill>
            <a:schemeClr val="lt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endParaRPr sz="750">
              <a:solidFill>
                <a:schemeClr val="dk1"/>
              </a:solidFill>
            </a:endParaRPr>
          </a:p>
        </p:txBody>
      </p:sp>
      <p:cxnSp>
        <p:nvCxnSpPr>
          <p:cNvPr id="19" name="Google Shape;432;p38">
            <a:extLst>
              <a:ext uri="{FF2B5EF4-FFF2-40B4-BE49-F238E27FC236}">
                <a16:creationId xmlns:a16="http://schemas.microsoft.com/office/drawing/2014/main" xmlns="" id="{C6CECEC3-21C8-63F5-57D4-C224D748D6ED}"/>
              </a:ext>
            </a:extLst>
          </p:cNvPr>
          <p:cNvCxnSpPr/>
          <p:nvPr/>
        </p:nvCxnSpPr>
        <p:spPr>
          <a:xfrm rot="10800000">
            <a:off x="3437386" y="3119930"/>
            <a:ext cx="0" cy="37395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0" name="Google Shape;433;p38">
            <a:extLst>
              <a:ext uri="{FF2B5EF4-FFF2-40B4-BE49-F238E27FC236}">
                <a16:creationId xmlns:a16="http://schemas.microsoft.com/office/drawing/2014/main" xmlns="" id="{C40017EE-0849-C277-5353-CF7C47A2D1F3}"/>
              </a:ext>
            </a:extLst>
          </p:cNvPr>
          <p:cNvSpPr txBox="1"/>
          <p:nvPr/>
        </p:nvSpPr>
        <p:spPr>
          <a:xfrm>
            <a:off x="3407979" y="2703882"/>
            <a:ext cx="8957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" sz="675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Blue is the colour of the clear sky and the deep sea</a:t>
            </a:r>
            <a:endParaRPr sz="675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21" name="Google Shape;434;p38">
            <a:extLst>
              <a:ext uri="{FF2B5EF4-FFF2-40B4-BE49-F238E27FC236}">
                <a16:creationId xmlns:a16="http://schemas.microsoft.com/office/drawing/2014/main" xmlns="" id="{87D20D12-A291-4624-EFB2-84449F88ECAA}"/>
              </a:ext>
            </a:extLst>
          </p:cNvPr>
          <p:cNvCxnSpPr/>
          <p:nvPr/>
        </p:nvCxnSpPr>
        <p:spPr>
          <a:xfrm rot="10800000">
            <a:off x="4384648" y="3119930"/>
            <a:ext cx="0" cy="37395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" name="Google Shape;435;p38">
            <a:extLst>
              <a:ext uri="{FF2B5EF4-FFF2-40B4-BE49-F238E27FC236}">
                <a16:creationId xmlns:a16="http://schemas.microsoft.com/office/drawing/2014/main" xmlns="" id="{DC4A1AE3-441E-7041-86B8-1243884D6BE8}"/>
              </a:ext>
            </a:extLst>
          </p:cNvPr>
          <p:cNvSpPr txBox="1"/>
          <p:nvPr/>
        </p:nvSpPr>
        <p:spPr>
          <a:xfrm>
            <a:off x="4356321" y="2703882"/>
            <a:ext cx="8957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" sz="675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Red is the colour of danger and courage</a:t>
            </a:r>
            <a:endParaRPr sz="675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23" name="Google Shape;436;p38">
            <a:extLst>
              <a:ext uri="{FF2B5EF4-FFF2-40B4-BE49-F238E27FC236}">
                <a16:creationId xmlns:a16="http://schemas.microsoft.com/office/drawing/2014/main" xmlns="" id="{6B6D6E85-2D49-F41D-84B8-E3F639FD2FBC}"/>
              </a:ext>
            </a:extLst>
          </p:cNvPr>
          <p:cNvCxnSpPr/>
          <p:nvPr/>
        </p:nvCxnSpPr>
        <p:spPr>
          <a:xfrm rot="10800000">
            <a:off x="5331910" y="3119930"/>
            <a:ext cx="0" cy="37395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4" name="Google Shape;437;p38">
            <a:extLst>
              <a:ext uri="{FF2B5EF4-FFF2-40B4-BE49-F238E27FC236}">
                <a16:creationId xmlns:a16="http://schemas.microsoft.com/office/drawing/2014/main" xmlns="" id="{1FA24CAF-9D24-F6BB-A3E9-22A89E483F63}"/>
              </a:ext>
            </a:extLst>
          </p:cNvPr>
          <p:cNvSpPr txBox="1"/>
          <p:nvPr/>
        </p:nvSpPr>
        <p:spPr>
          <a:xfrm>
            <a:off x="5304663" y="2703882"/>
            <a:ext cx="8957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" sz="675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Black is the color of ebony and of outer space</a:t>
            </a:r>
            <a:endParaRPr sz="675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25" name="Google Shape;438;p38">
            <a:extLst>
              <a:ext uri="{FF2B5EF4-FFF2-40B4-BE49-F238E27FC236}">
                <a16:creationId xmlns:a16="http://schemas.microsoft.com/office/drawing/2014/main" xmlns="" id="{568FADEA-7217-97A5-98BD-87911D0AF8BA}"/>
              </a:ext>
            </a:extLst>
          </p:cNvPr>
          <p:cNvCxnSpPr/>
          <p:nvPr/>
        </p:nvCxnSpPr>
        <p:spPr>
          <a:xfrm rot="10800000">
            <a:off x="6279171" y="3119930"/>
            <a:ext cx="0" cy="37395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6" name="Google Shape;439;p38">
            <a:extLst>
              <a:ext uri="{FF2B5EF4-FFF2-40B4-BE49-F238E27FC236}">
                <a16:creationId xmlns:a16="http://schemas.microsoft.com/office/drawing/2014/main" xmlns="" id="{1F075649-98DA-6E4E-C8B4-2CE55BC1D708}"/>
              </a:ext>
            </a:extLst>
          </p:cNvPr>
          <p:cNvSpPr txBox="1"/>
          <p:nvPr/>
        </p:nvSpPr>
        <p:spPr>
          <a:xfrm>
            <a:off x="6253005" y="2703882"/>
            <a:ext cx="8957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" sz="675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Yellow is the color of gold, butter and ripe lemons</a:t>
            </a:r>
            <a:endParaRPr sz="675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27" name="Google Shape;440;p38">
            <a:extLst>
              <a:ext uri="{FF2B5EF4-FFF2-40B4-BE49-F238E27FC236}">
                <a16:creationId xmlns:a16="http://schemas.microsoft.com/office/drawing/2014/main" xmlns="" id="{A55C6F33-81A7-F0C8-7F9D-5CFF5AD2A344}"/>
              </a:ext>
            </a:extLst>
          </p:cNvPr>
          <p:cNvCxnSpPr/>
          <p:nvPr/>
        </p:nvCxnSpPr>
        <p:spPr>
          <a:xfrm rot="10800000">
            <a:off x="7226433" y="3119930"/>
            <a:ext cx="0" cy="37395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8" name="Google Shape;441;p38">
            <a:extLst>
              <a:ext uri="{FF2B5EF4-FFF2-40B4-BE49-F238E27FC236}">
                <a16:creationId xmlns:a16="http://schemas.microsoft.com/office/drawing/2014/main" xmlns="" id="{E03DB420-D2F0-302C-6CEB-0BA80173F3A8}"/>
              </a:ext>
            </a:extLst>
          </p:cNvPr>
          <p:cNvSpPr txBox="1"/>
          <p:nvPr/>
        </p:nvSpPr>
        <p:spPr>
          <a:xfrm>
            <a:off x="7201347" y="2703882"/>
            <a:ext cx="8957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" sz="675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White is the color of milk and fresh snow</a:t>
            </a:r>
            <a:endParaRPr sz="675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29" name="Google Shape;442;p38">
            <a:extLst>
              <a:ext uri="{FF2B5EF4-FFF2-40B4-BE49-F238E27FC236}">
                <a16:creationId xmlns:a16="http://schemas.microsoft.com/office/drawing/2014/main" xmlns="" id="{5E6A8012-E4B3-429B-7848-700D3357314E}"/>
              </a:ext>
            </a:extLst>
          </p:cNvPr>
          <p:cNvCxnSpPr/>
          <p:nvPr/>
        </p:nvCxnSpPr>
        <p:spPr>
          <a:xfrm rot="10800000">
            <a:off x="8173694" y="3119930"/>
            <a:ext cx="0" cy="37395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0" name="Google Shape;443;p38">
            <a:extLst>
              <a:ext uri="{FF2B5EF4-FFF2-40B4-BE49-F238E27FC236}">
                <a16:creationId xmlns:a16="http://schemas.microsoft.com/office/drawing/2014/main" xmlns="" id="{DD61EA1E-A4D2-83A1-5256-B5F8746E4F96}"/>
              </a:ext>
            </a:extLst>
          </p:cNvPr>
          <p:cNvSpPr txBox="1"/>
          <p:nvPr/>
        </p:nvSpPr>
        <p:spPr>
          <a:xfrm>
            <a:off x="8149689" y="2703882"/>
            <a:ext cx="8957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" sz="675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Blue is the colour of the clear sky and the deep sea</a:t>
            </a:r>
            <a:endParaRPr sz="675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31" name="Google Shape;444;p38">
            <a:extLst>
              <a:ext uri="{FF2B5EF4-FFF2-40B4-BE49-F238E27FC236}">
                <a16:creationId xmlns:a16="http://schemas.microsoft.com/office/drawing/2014/main" xmlns="" id="{E9390C33-3E3E-F045-49E4-B60FBE95C08E}"/>
              </a:ext>
            </a:extLst>
          </p:cNvPr>
          <p:cNvCxnSpPr/>
          <p:nvPr/>
        </p:nvCxnSpPr>
        <p:spPr>
          <a:xfrm rot="10800000">
            <a:off x="3918292" y="3752208"/>
            <a:ext cx="0" cy="37395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2" name="Google Shape;445;p38">
            <a:extLst>
              <a:ext uri="{FF2B5EF4-FFF2-40B4-BE49-F238E27FC236}">
                <a16:creationId xmlns:a16="http://schemas.microsoft.com/office/drawing/2014/main" xmlns="" id="{E6C6DAFE-82F9-81EE-DE99-D187A7F54736}"/>
              </a:ext>
            </a:extLst>
          </p:cNvPr>
          <p:cNvSpPr txBox="1"/>
          <p:nvPr/>
        </p:nvSpPr>
        <p:spPr>
          <a:xfrm>
            <a:off x="3868009" y="4144594"/>
            <a:ext cx="8957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" sz="675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Yellow is the color of gold, butter and ripe lemons</a:t>
            </a:r>
            <a:endParaRPr sz="675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33" name="Google Shape;446;p38">
            <a:extLst>
              <a:ext uri="{FF2B5EF4-FFF2-40B4-BE49-F238E27FC236}">
                <a16:creationId xmlns:a16="http://schemas.microsoft.com/office/drawing/2014/main" xmlns="" id="{9F7AC9B8-75A9-0370-0F5B-944E8F6DCFFC}"/>
              </a:ext>
            </a:extLst>
          </p:cNvPr>
          <p:cNvCxnSpPr/>
          <p:nvPr/>
        </p:nvCxnSpPr>
        <p:spPr>
          <a:xfrm rot="10800000">
            <a:off x="4865553" y="3752208"/>
            <a:ext cx="0" cy="37395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" name="Google Shape;447;p38">
            <a:extLst>
              <a:ext uri="{FF2B5EF4-FFF2-40B4-BE49-F238E27FC236}">
                <a16:creationId xmlns:a16="http://schemas.microsoft.com/office/drawing/2014/main" xmlns="" id="{F4ECBBC7-F2CE-6DE3-1505-1C9265745C98}"/>
              </a:ext>
            </a:extLst>
          </p:cNvPr>
          <p:cNvSpPr txBox="1"/>
          <p:nvPr/>
        </p:nvSpPr>
        <p:spPr>
          <a:xfrm>
            <a:off x="4821838" y="4144594"/>
            <a:ext cx="8957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" sz="675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White is the color of milk and fresh snow</a:t>
            </a:r>
            <a:endParaRPr sz="675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35" name="Google Shape;448;p38">
            <a:extLst>
              <a:ext uri="{FF2B5EF4-FFF2-40B4-BE49-F238E27FC236}">
                <a16:creationId xmlns:a16="http://schemas.microsoft.com/office/drawing/2014/main" xmlns="" id="{6EFA4065-33CE-134F-BD6F-88FEE48DE124}"/>
              </a:ext>
            </a:extLst>
          </p:cNvPr>
          <p:cNvCxnSpPr/>
          <p:nvPr/>
        </p:nvCxnSpPr>
        <p:spPr>
          <a:xfrm rot="10800000">
            <a:off x="5812815" y="3752208"/>
            <a:ext cx="0" cy="37395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6" name="Google Shape;449;p38">
            <a:extLst>
              <a:ext uri="{FF2B5EF4-FFF2-40B4-BE49-F238E27FC236}">
                <a16:creationId xmlns:a16="http://schemas.microsoft.com/office/drawing/2014/main" xmlns="" id="{4B9BD670-8B0B-BB80-7D65-967703EDF52C}"/>
              </a:ext>
            </a:extLst>
          </p:cNvPr>
          <p:cNvSpPr txBox="1"/>
          <p:nvPr/>
        </p:nvSpPr>
        <p:spPr>
          <a:xfrm>
            <a:off x="5775667" y="4144594"/>
            <a:ext cx="8957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" sz="675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Blue is the colour of the clear sky and the deep sea</a:t>
            </a:r>
            <a:endParaRPr sz="675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37" name="Google Shape;450;p38">
            <a:extLst>
              <a:ext uri="{FF2B5EF4-FFF2-40B4-BE49-F238E27FC236}">
                <a16:creationId xmlns:a16="http://schemas.microsoft.com/office/drawing/2014/main" xmlns="" id="{661CD214-6B7A-C3F6-439A-8BC385F65D81}"/>
              </a:ext>
            </a:extLst>
          </p:cNvPr>
          <p:cNvCxnSpPr/>
          <p:nvPr/>
        </p:nvCxnSpPr>
        <p:spPr>
          <a:xfrm rot="10800000">
            <a:off x="6760076" y="3752208"/>
            <a:ext cx="0" cy="37395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8" name="Google Shape;451;p38">
            <a:extLst>
              <a:ext uri="{FF2B5EF4-FFF2-40B4-BE49-F238E27FC236}">
                <a16:creationId xmlns:a16="http://schemas.microsoft.com/office/drawing/2014/main" xmlns="" id="{11BDB35E-6627-2B26-0FDE-E424407977A8}"/>
              </a:ext>
            </a:extLst>
          </p:cNvPr>
          <p:cNvSpPr txBox="1"/>
          <p:nvPr/>
        </p:nvSpPr>
        <p:spPr>
          <a:xfrm>
            <a:off x="6729498" y="4144594"/>
            <a:ext cx="8957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" sz="675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Red is the colour of danger and courage</a:t>
            </a:r>
            <a:endParaRPr sz="675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39" name="Google Shape;452;p38">
            <a:extLst>
              <a:ext uri="{FF2B5EF4-FFF2-40B4-BE49-F238E27FC236}">
                <a16:creationId xmlns:a16="http://schemas.microsoft.com/office/drawing/2014/main" xmlns="" id="{B7A00938-1442-9C2B-824C-D7A8C316DF20}"/>
              </a:ext>
            </a:extLst>
          </p:cNvPr>
          <p:cNvCxnSpPr/>
          <p:nvPr/>
        </p:nvCxnSpPr>
        <p:spPr>
          <a:xfrm rot="10800000">
            <a:off x="7707338" y="3752208"/>
            <a:ext cx="0" cy="37395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0" name="Google Shape;453;p38">
            <a:extLst>
              <a:ext uri="{FF2B5EF4-FFF2-40B4-BE49-F238E27FC236}">
                <a16:creationId xmlns:a16="http://schemas.microsoft.com/office/drawing/2014/main" xmlns="" id="{8278E0FB-A6C7-6877-95A3-E3BD03F1790B}"/>
              </a:ext>
            </a:extLst>
          </p:cNvPr>
          <p:cNvSpPr txBox="1"/>
          <p:nvPr/>
        </p:nvSpPr>
        <p:spPr>
          <a:xfrm>
            <a:off x="7683328" y="4144594"/>
            <a:ext cx="8957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" sz="675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Black is the color of ebony and of outer space</a:t>
            </a:r>
            <a:endParaRPr sz="675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41" name="Google Shape;454;p38">
            <a:extLst>
              <a:ext uri="{FF2B5EF4-FFF2-40B4-BE49-F238E27FC236}">
                <a16:creationId xmlns:a16="http://schemas.microsoft.com/office/drawing/2014/main" xmlns="" id="{9C7DC515-785F-C1BE-1831-84D6168806EA}"/>
              </a:ext>
            </a:extLst>
          </p:cNvPr>
          <p:cNvCxnSpPr/>
          <p:nvPr/>
        </p:nvCxnSpPr>
        <p:spPr>
          <a:xfrm rot="10800000">
            <a:off x="8654600" y="3752208"/>
            <a:ext cx="0" cy="37395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2" name="Google Shape;455;p38">
            <a:extLst>
              <a:ext uri="{FF2B5EF4-FFF2-40B4-BE49-F238E27FC236}">
                <a16:creationId xmlns:a16="http://schemas.microsoft.com/office/drawing/2014/main" xmlns="" id="{D87D636C-C926-0DDC-443C-D2DDAB5187CC}"/>
              </a:ext>
            </a:extLst>
          </p:cNvPr>
          <p:cNvSpPr txBox="1"/>
          <p:nvPr/>
        </p:nvSpPr>
        <p:spPr>
          <a:xfrm>
            <a:off x="8627511" y="4144594"/>
            <a:ext cx="7418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" sz="675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Yellow is the color of gold, butter and ripe lemons</a:t>
            </a:r>
            <a:endParaRPr sz="675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378413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60;p39">
            <a:extLst>
              <a:ext uri="{FF2B5EF4-FFF2-40B4-BE49-F238E27FC236}">
                <a16:creationId xmlns:a16="http://schemas.microsoft.com/office/drawing/2014/main" xmlns="" id="{E4ACF52A-C893-3E51-1D3F-0923338AA6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82094" y="2185717"/>
            <a:ext cx="4320225" cy="510525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b" anchorCtr="0">
            <a:noAutofit/>
          </a:bodyPr>
          <a:lstStyle/>
          <a:p>
            <a:r>
              <a:rPr lang="en" dirty="0">
                <a:solidFill>
                  <a:srgbClr val="0070C0"/>
                </a:solidFill>
              </a:rPr>
              <a:t>ROADMAP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6" name="Google Shape;462;p39">
            <a:extLst>
              <a:ext uri="{FF2B5EF4-FFF2-40B4-BE49-F238E27FC236}">
                <a16:creationId xmlns:a16="http://schemas.microsoft.com/office/drawing/2014/main" xmlns="" id="{17F61B68-37F1-4B8D-98F6-9E4EEEADDFC3}"/>
              </a:ext>
            </a:extLst>
          </p:cNvPr>
          <p:cNvSpPr/>
          <p:nvPr/>
        </p:nvSpPr>
        <p:spPr>
          <a:xfrm>
            <a:off x="2608521" y="3387443"/>
            <a:ext cx="6858000" cy="758282"/>
          </a:xfrm>
          <a:custGeom>
            <a:avLst/>
            <a:gdLst/>
            <a:ahLst/>
            <a:cxnLst/>
            <a:rect l="l" t="t" r="r" b="b"/>
            <a:pathLst>
              <a:path w="12192000" h="1348058" extrusionOk="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w="22860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35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" name="Google Shape;463;p39">
            <a:extLst>
              <a:ext uri="{FF2B5EF4-FFF2-40B4-BE49-F238E27FC236}">
                <a16:creationId xmlns:a16="http://schemas.microsoft.com/office/drawing/2014/main" xmlns="" id="{DA368D2B-C660-89FB-0455-42342AD21537}"/>
              </a:ext>
            </a:extLst>
          </p:cNvPr>
          <p:cNvSpPr/>
          <p:nvPr/>
        </p:nvSpPr>
        <p:spPr>
          <a:xfrm>
            <a:off x="2608521" y="3387443"/>
            <a:ext cx="6858000" cy="758282"/>
          </a:xfrm>
          <a:custGeom>
            <a:avLst/>
            <a:gdLst/>
            <a:ahLst/>
            <a:cxnLst/>
            <a:rect l="l" t="t" r="r" b="b"/>
            <a:pathLst>
              <a:path w="12192000" h="1348058" extrusionOk="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w="19050" cap="flat" cmpd="sng">
            <a:solidFill>
              <a:schemeClr val="lt1"/>
            </a:solidFill>
            <a:prstDash val="dash"/>
            <a:miter lim="8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endParaRPr sz="135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pSp>
        <p:nvGrpSpPr>
          <p:cNvPr id="8" name="Google Shape;464;p39">
            <a:extLst>
              <a:ext uri="{FF2B5EF4-FFF2-40B4-BE49-F238E27FC236}">
                <a16:creationId xmlns:a16="http://schemas.microsoft.com/office/drawing/2014/main" xmlns="" id="{E19EF3C2-1B10-AFBA-5C11-585784DCBEE8}"/>
              </a:ext>
            </a:extLst>
          </p:cNvPr>
          <p:cNvGrpSpPr/>
          <p:nvPr/>
        </p:nvGrpSpPr>
        <p:grpSpPr>
          <a:xfrm>
            <a:off x="3948275" y="2886721"/>
            <a:ext cx="355050" cy="355050"/>
            <a:chOff x="1786339" y="1703401"/>
            <a:chExt cx="473400" cy="473400"/>
          </a:xfrm>
        </p:grpSpPr>
        <p:sp>
          <p:nvSpPr>
            <p:cNvPr id="9" name="Google Shape;465;p39">
              <a:extLst>
                <a:ext uri="{FF2B5EF4-FFF2-40B4-BE49-F238E27FC236}">
                  <a16:creationId xmlns:a16="http://schemas.microsoft.com/office/drawing/2014/main" xmlns="" id="{5BAB9467-8FC4-B38D-5F90-B46810031016}"/>
                </a:ext>
              </a:extLst>
            </p:cNvPr>
            <p:cNvSpPr/>
            <p:nvPr/>
          </p:nvSpPr>
          <p:spPr>
            <a:xfrm rot="8100000">
              <a:off x="1855667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0" name="Google Shape;466;p39">
              <a:extLst>
                <a:ext uri="{FF2B5EF4-FFF2-40B4-BE49-F238E27FC236}">
                  <a16:creationId xmlns:a16="http://schemas.microsoft.com/office/drawing/2014/main" xmlns="" id="{27C7E93F-BF63-485F-C78A-53C59BF41F4C}"/>
                </a:ext>
              </a:extLst>
            </p:cNvPr>
            <p:cNvSpPr/>
            <p:nvPr/>
          </p:nvSpPr>
          <p:spPr>
            <a:xfrm>
              <a:off x="195598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/>
              <a:r>
                <a:rPr lang="en" sz="450">
                  <a:solidFill>
                    <a:schemeClr val="dk2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1</a:t>
              </a:r>
              <a:endParaRPr sz="45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11" name="Google Shape;467;p39">
            <a:extLst>
              <a:ext uri="{FF2B5EF4-FFF2-40B4-BE49-F238E27FC236}">
                <a16:creationId xmlns:a16="http://schemas.microsoft.com/office/drawing/2014/main" xmlns="" id="{4AC41587-9887-583C-A016-DD58C93C0BAD}"/>
              </a:ext>
            </a:extLst>
          </p:cNvPr>
          <p:cNvGrpSpPr/>
          <p:nvPr/>
        </p:nvGrpSpPr>
        <p:grpSpPr>
          <a:xfrm>
            <a:off x="5469332" y="2886721"/>
            <a:ext cx="355050" cy="355050"/>
            <a:chOff x="3814414" y="1703401"/>
            <a:chExt cx="473400" cy="473400"/>
          </a:xfrm>
        </p:grpSpPr>
        <p:sp>
          <p:nvSpPr>
            <p:cNvPr id="12" name="Google Shape;468;p39">
              <a:extLst>
                <a:ext uri="{FF2B5EF4-FFF2-40B4-BE49-F238E27FC236}">
                  <a16:creationId xmlns:a16="http://schemas.microsoft.com/office/drawing/2014/main" xmlns="" id="{D50E3449-B7E4-A856-2F38-E1E41C55C38E}"/>
                </a:ext>
              </a:extLst>
            </p:cNvPr>
            <p:cNvSpPr/>
            <p:nvPr/>
          </p:nvSpPr>
          <p:spPr>
            <a:xfrm rot="8100000">
              <a:off x="3883742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3" name="Google Shape;469;p39">
              <a:extLst>
                <a:ext uri="{FF2B5EF4-FFF2-40B4-BE49-F238E27FC236}">
                  <a16:creationId xmlns:a16="http://schemas.microsoft.com/office/drawing/2014/main" xmlns="" id="{5C73567C-FD4E-CB35-EF10-821FAE9CB435}"/>
                </a:ext>
              </a:extLst>
            </p:cNvPr>
            <p:cNvSpPr/>
            <p:nvPr/>
          </p:nvSpPr>
          <p:spPr>
            <a:xfrm>
              <a:off x="3984064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/>
              <a:r>
                <a:rPr lang="en" sz="450">
                  <a:solidFill>
                    <a:schemeClr val="dk2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3</a:t>
              </a:r>
              <a:endParaRPr sz="45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14" name="Google Shape;470;p39">
            <a:extLst>
              <a:ext uri="{FF2B5EF4-FFF2-40B4-BE49-F238E27FC236}">
                <a16:creationId xmlns:a16="http://schemas.microsoft.com/office/drawing/2014/main" xmlns="" id="{93903267-B3C3-8AAC-219A-FCA97699B9EA}"/>
              </a:ext>
            </a:extLst>
          </p:cNvPr>
          <p:cNvGrpSpPr/>
          <p:nvPr/>
        </p:nvGrpSpPr>
        <p:grpSpPr>
          <a:xfrm>
            <a:off x="6990388" y="2886721"/>
            <a:ext cx="355050" cy="355050"/>
            <a:chOff x="5842489" y="1703401"/>
            <a:chExt cx="473400" cy="473400"/>
          </a:xfrm>
        </p:grpSpPr>
        <p:sp>
          <p:nvSpPr>
            <p:cNvPr id="15" name="Google Shape;471;p39">
              <a:extLst>
                <a:ext uri="{FF2B5EF4-FFF2-40B4-BE49-F238E27FC236}">
                  <a16:creationId xmlns:a16="http://schemas.microsoft.com/office/drawing/2014/main" xmlns="" id="{CB3B19FA-E26F-4EF6-E847-025EA076005B}"/>
                </a:ext>
              </a:extLst>
            </p:cNvPr>
            <p:cNvSpPr/>
            <p:nvPr/>
          </p:nvSpPr>
          <p:spPr>
            <a:xfrm rot="8100000">
              <a:off x="5911817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6" name="Google Shape;472;p39">
              <a:extLst>
                <a:ext uri="{FF2B5EF4-FFF2-40B4-BE49-F238E27FC236}">
                  <a16:creationId xmlns:a16="http://schemas.microsoft.com/office/drawing/2014/main" xmlns="" id="{499B61A7-1A6E-9E71-07CA-DAD99B321085}"/>
                </a:ext>
              </a:extLst>
            </p:cNvPr>
            <p:cNvSpPr/>
            <p:nvPr/>
          </p:nvSpPr>
          <p:spPr>
            <a:xfrm>
              <a:off x="601213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/>
              <a:r>
                <a:rPr lang="en" sz="450">
                  <a:solidFill>
                    <a:schemeClr val="dk2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5</a:t>
              </a:r>
              <a:endParaRPr sz="45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17" name="Google Shape;473;p39">
            <a:extLst>
              <a:ext uri="{FF2B5EF4-FFF2-40B4-BE49-F238E27FC236}">
                <a16:creationId xmlns:a16="http://schemas.microsoft.com/office/drawing/2014/main" xmlns="" id="{3BB9204D-793D-94D9-1D7C-96A1AA591073}"/>
              </a:ext>
            </a:extLst>
          </p:cNvPr>
          <p:cNvGrpSpPr/>
          <p:nvPr/>
        </p:nvGrpSpPr>
        <p:grpSpPr>
          <a:xfrm>
            <a:off x="7769132" y="4291396"/>
            <a:ext cx="355050" cy="355050"/>
            <a:chOff x="6880814" y="3576300"/>
            <a:chExt cx="473400" cy="473400"/>
          </a:xfrm>
        </p:grpSpPr>
        <p:sp>
          <p:nvSpPr>
            <p:cNvPr id="18" name="Google Shape;474;p39">
              <a:extLst>
                <a:ext uri="{FF2B5EF4-FFF2-40B4-BE49-F238E27FC236}">
                  <a16:creationId xmlns:a16="http://schemas.microsoft.com/office/drawing/2014/main" xmlns="" id="{4ECEE62A-A497-01B5-11C8-5637E5949F91}"/>
                </a:ext>
              </a:extLst>
            </p:cNvPr>
            <p:cNvSpPr/>
            <p:nvPr/>
          </p:nvSpPr>
          <p:spPr>
            <a:xfrm rot="-2700000">
              <a:off x="6950142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9" name="Google Shape;475;p39">
              <a:extLst>
                <a:ext uri="{FF2B5EF4-FFF2-40B4-BE49-F238E27FC236}">
                  <a16:creationId xmlns:a16="http://schemas.microsoft.com/office/drawing/2014/main" xmlns="" id="{33011B3A-429D-5365-85EA-1B6293FA6165}"/>
                </a:ext>
              </a:extLst>
            </p:cNvPr>
            <p:cNvSpPr/>
            <p:nvPr/>
          </p:nvSpPr>
          <p:spPr>
            <a:xfrm flipH="1">
              <a:off x="705046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/>
              <a:r>
                <a:rPr lang="en" sz="450">
                  <a:solidFill>
                    <a:schemeClr val="dk2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6</a:t>
              </a:r>
              <a:endParaRPr sz="45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20" name="Google Shape;476;p39">
            <a:extLst>
              <a:ext uri="{FF2B5EF4-FFF2-40B4-BE49-F238E27FC236}">
                <a16:creationId xmlns:a16="http://schemas.microsoft.com/office/drawing/2014/main" xmlns="" id="{668BE0A7-9685-5D14-5A72-52BF0EEA2208}"/>
              </a:ext>
            </a:extLst>
          </p:cNvPr>
          <p:cNvGrpSpPr/>
          <p:nvPr/>
        </p:nvGrpSpPr>
        <p:grpSpPr>
          <a:xfrm>
            <a:off x="6248075" y="4291396"/>
            <a:ext cx="355050" cy="355050"/>
            <a:chOff x="4852739" y="3576300"/>
            <a:chExt cx="473400" cy="473400"/>
          </a:xfrm>
        </p:grpSpPr>
        <p:sp>
          <p:nvSpPr>
            <p:cNvPr id="21" name="Google Shape;477;p39">
              <a:extLst>
                <a:ext uri="{FF2B5EF4-FFF2-40B4-BE49-F238E27FC236}">
                  <a16:creationId xmlns:a16="http://schemas.microsoft.com/office/drawing/2014/main" xmlns="" id="{882B4C20-D392-1838-5B09-5621DCEDE79D}"/>
                </a:ext>
              </a:extLst>
            </p:cNvPr>
            <p:cNvSpPr/>
            <p:nvPr/>
          </p:nvSpPr>
          <p:spPr>
            <a:xfrm rot="-2700000">
              <a:off x="4922067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22" name="Google Shape;478;p39">
              <a:extLst>
                <a:ext uri="{FF2B5EF4-FFF2-40B4-BE49-F238E27FC236}">
                  <a16:creationId xmlns:a16="http://schemas.microsoft.com/office/drawing/2014/main" xmlns="" id="{4046F5D5-48BD-C597-EF92-7F02DF466D1D}"/>
                </a:ext>
              </a:extLst>
            </p:cNvPr>
            <p:cNvSpPr/>
            <p:nvPr/>
          </p:nvSpPr>
          <p:spPr>
            <a:xfrm flipH="1">
              <a:off x="5022389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/>
              <a:r>
                <a:rPr lang="en" sz="450">
                  <a:solidFill>
                    <a:schemeClr val="dk2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4</a:t>
              </a:r>
              <a:endParaRPr sz="45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23" name="Google Shape;479;p39">
            <a:extLst>
              <a:ext uri="{FF2B5EF4-FFF2-40B4-BE49-F238E27FC236}">
                <a16:creationId xmlns:a16="http://schemas.microsoft.com/office/drawing/2014/main" xmlns="" id="{565D8497-DDF1-2A44-37C9-00F7542059AB}"/>
              </a:ext>
            </a:extLst>
          </p:cNvPr>
          <p:cNvGrpSpPr/>
          <p:nvPr/>
        </p:nvGrpSpPr>
        <p:grpSpPr>
          <a:xfrm>
            <a:off x="4727019" y="4291396"/>
            <a:ext cx="355050" cy="355050"/>
            <a:chOff x="2824664" y="3576300"/>
            <a:chExt cx="473400" cy="473400"/>
          </a:xfrm>
        </p:grpSpPr>
        <p:sp>
          <p:nvSpPr>
            <p:cNvPr id="24" name="Google Shape;480;p39">
              <a:extLst>
                <a:ext uri="{FF2B5EF4-FFF2-40B4-BE49-F238E27FC236}">
                  <a16:creationId xmlns:a16="http://schemas.microsoft.com/office/drawing/2014/main" xmlns="" id="{038F6446-5082-CEB5-B434-EA15C7DC3409}"/>
                </a:ext>
              </a:extLst>
            </p:cNvPr>
            <p:cNvSpPr/>
            <p:nvPr/>
          </p:nvSpPr>
          <p:spPr>
            <a:xfrm rot="-2700000">
              <a:off x="2893992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25" name="Google Shape;481;p39">
              <a:extLst>
                <a:ext uri="{FF2B5EF4-FFF2-40B4-BE49-F238E27FC236}">
                  <a16:creationId xmlns:a16="http://schemas.microsoft.com/office/drawing/2014/main" xmlns="" id="{20984EAE-9224-98E5-E48B-9E39D11A5AE3}"/>
                </a:ext>
              </a:extLst>
            </p:cNvPr>
            <p:cNvSpPr/>
            <p:nvPr/>
          </p:nvSpPr>
          <p:spPr>
            <a:xfrm flipH="1">
              <a:off x="299431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/>
              <a:r>
                <a:rPr lang="en" sz="450">
                  <a:solidFill>
                    <a:schemeClr val="dk2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2</a:t>
              </a:r>
              <a:endParaRPr sz="45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sp>
        <p:nvSpPr>
          <p:cNvPr id="26" name="Google Shape;482;p39">
            <a:extLst>
              <a:ext uri="{FF2B5EF4-FFF2-40B4-BE49-F238E27FC236}">
                <a16:creationId xmlns:a16="http://schemas.microsoft.com/office/drawing/2014/main" xmlns="" id="{1847B61A-320E-642E-A94B-1D0B4634A550}"/>
              </a:ext>
            </a:extLst>
          </p:cNvPr>
          <p:cNvSpPr txBox="1"/>
          <p:nvPr/>
        </p:nvSpPr>
        <p:spPr>
          <a:xfrm>
            <a:off x="3643409" y="2476246"/>
            <a:ext cx="9648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ctr"/>
            <a:r>
              <a:rPr lang="en" sz="675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Blue is the colour of the clear sky and the deep sea</a:t>
            </a:r>
            <a:endParaRPr sz="675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7" name="Google Shape;483;p39">
            <a:extLst>
              <a:ext uri="{FF2B5EF4-FFF2-40B4-BE49-F238E27FC236}">
                <a16:creationId xmlns:a16="http://schemas.microsoft.com/office/drawing/2014/main" xmlns="" id="{BB2BBF9C-BA7B-04CF-96EE-0FFCA376BA2B}"/>
              </a:ext>
            </a:extLst>
          </p:cNvPr>
          <p:cNvSpPr txBox="1"/>
          <p:nvPr/>
        </p:nvSpPr>
        <p:spPr>
          <a:xfrm>
            <a:off x="5141425" y="2476246"/>
            <a:ext cx="9648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ctr"/>
            <a:r>
              <a:rPr lang="en" sz="675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Red is the colour of danger and courage</a:t>
            </a:r>
            <a:endParaRPr sz="675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8" name="Google Shape;484;p39">
            <a:extLst>
              <a:ext uri="{FF2B5EF4-FFF2-40B4-BE49-F238E27FC236}">
                <a16:creationId xmlns:a16="http://schemas.microsoft.com/office/drawing/2014/main" xmlns="" id="{137F508D-A01C-0446-9A7B-42D2FA7E81DC}"/>
              </a:ext>
            </a:extLst>
          </p:cNvPr>
          <p:cNvSpPr txBox="1"/>
          <p:nvPr/>
        </p:nvSpPr>
        <p:spPr>
          <a:xfrm>
            <a:off x="6685529" y="2476246"/>
            <a:ext cx="9648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ctr"/>
            <a:r>
              <a:rPr lang="en" sz="675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Black is the color of ebony and of outer space</a:t>
            </a:r>
            <a:endParaRPr sz="675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928697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9;p41">
            <a:extLst>
              <a:ext uri="{FF2B5EF4-FFF2-40B4-BE49-F238E27FC236}">
                <a16:creationId xmlns:a16="http://schemas.microsoft.com/office/drawing/2014/main" xmlns="" id="{235F477C-C295-BFAB-91F2-F738A623D2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05647" y="1896396"/>
            <a:ext cx="4320225" cy="510525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b" anchorCtr="0">
            <a:noAutofit/>
          </a:bodyPr>
          <a:lstStyle/>
          <a:p>
            <a:r>
              <a:rPr lang="en" dirty="0">
                <a:solidFill>
                  <a:srgbClr val="0070C0"/>
                </a:solidFill>
              </a:rPr>
              <a:t>SWOT ANALYSIS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5" name="Google Shape;501;p41">
            <a:extLst>
              <a:ext uri="{FF2B5EF4-FFF2-40B4-BE49-F238E27FC236}">
                <a16:creationId xmlns:a16="http://schemas.microsoft.com/office/drawing/2014/main" xmlns="" id="{494DC018-FD4C-1AB3-EB16-B52B27793A8B}"/>
              </a:ext>
            </a:extLst>
          </p:cNvPr>
          <p:cNvSpPr/>
          <p:nvPr/>
        </p:nvSpPr>
        <p:spPr>
          <a:xfrm>
            <a:off x="3184538" y="2469150"/>
            <a:ext cx="2548125" cy="9598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68569" tIns="68569" rIns="1028700" bIns="68569" anchor="t" anchorCtr="0">
            <a:noAutofit/>
          </a:bodyPr>
          <a:lstStyle/>
          <a:p>
            <a:r>
              <a:rPr lang="en" sz="105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STRENGTHS</a:t>
            </a:r>
            <a:endParaRPr sz="105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>
              <a:spcBef>
                <a:spcPts val="450"/>
              </a:spcBef>
              <a:spcAft>
                <a:spcPts val="450"/>
              </a:spcAft>
            </a:pPr>
            <a:r>
              <a:rPr lang="en" sz="105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Blue is the colour of the clear sky and the deep sea</a:t>
            </a:r>
            <a:endParaRPr sz="105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Google Shape;502;p41">
            <a:extLst>
              <a:ext uri="{FF2B5EF4-FFF2-40B4-BE49-F238E27FC236}">
                <a16:creationId xmlns:a16="http://schemas.microsoft.com/office/drawing/2014/main" xmlns="" id="{0D67A383-89E7-980D-419E-D15A90901576}"/>
              </a:ext>
            </a:extLst>
          </p:cNvPr>
          <p:cNvSpPr/>
          <p:nvPr/>
        </p:nvSpPr>
        <p:spPr>
          <a:xfrm>
            <a:off x="5838092" y="2469150"/>
            <a:ext cx="2548125" cy="9598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028700" tIns="68569" rIns="68569" bIns="68569" anchor="t" anchorCtr="0">
            <a:noAutofit/>
          </a:bodyPr>
          <a:lstStyle/>
          <a:p>
            <a:pPr algn="r">
              <a:buClr>
                <a:schemeClr val="dk1"/>
              </a:buClr>
              <a:buSzPts val="1100"/>
            </a:pPr>
            <a:r>
              <a:rPr lang="en" sz="105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WEAKNESSES</a:t>
            </a:r>
            <a:endParaRPr sz="105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algn="r">
              <a:spcBef>
                <a:spcPts val="450"/>
              </a:spcBef>
              <a:spcAft>
                <a:spcPts val="450"/>
              </a:spcAft>
            </a:pPr>
            <a:r>
              <a:rPr lang="en" sz="105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Yellow is the color of gold, butter and ripe lemons</a:t>
            </a:r>
            <a:endParaRPr sz="105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" name="Google Shape;503;p41">
            <a:extLst>
              <a:ext uri="{FF2B5EF4-FFF2-40B4-BE49-F238E27FC236}">
                <a16:creationId xmlns:a16="http://schemas.microsoft.com/office/drawing/2014/main" xmlns="" id="{6E7C6185-7380-9C87-0EA6-FCA616CF1AAB}"/>
              </a:ext>
            </a:extLst>
          </p:cNvPr>
          <p:cNvSpPr/>
          <p:nvPr/>
        </p:nvSpPr>
        <p:spPr>
          <a:xfrm>
            <a:off x="3184538" y="3534436"/>
            <a:ext cx="2548125" cy="9598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68569" tIns="68569" rIns="1028700" bIns="68569" anchor="b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endParaRPr sz="105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>
              <a:spcBef>
                <a:spcPts val="450"/>
              </a:spcBef>
              <a:buClr>
                <a:schemeClr val="dk1"/>
              </a:buClr>
              <a:buSzPts val="1100"/>
            </a:pPr>
            <a:r>
              <a:rPr lang="en" sz="105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Black is the color of ebony and of outer space</a:t>
            </a:r>
            <a:endParaRPr sz="105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>
              <a:spcBef>
                <a:spcPts val="450"/>
              </a:spcBef>
              <a:spcAft>
                <a:spcPts val="450"/>
              </a:spcAft>
              <a:buClr>
                <a:schemeClr val="dk1"/>
              </a:buClr>
              <a:buSzPts val="1100"/>
            </a:pPr>
            <a:r>
              <a:rPr lang="en" sz="105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OPPORTUNITIES</a:t>
            </a:r>
            <a:endParaRPr sz="105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" name="Google Shape;504;p41">
            <a:extLst>
              <a:ext uri="{FF2B5EF4-FFF2-40B4-BE49-F238E27FC236}">
                <a16:creationId xmlns:a16="http://schemas.microsoft.com/office/drawing/2014/main" xmlns="" id="{4E9F2975-2D84-3E96-CAA0-1CC7720EDF25}"/>
              </a:ext>
            </a:extLst>
          </p:cNvPr>
          <p:cNvSpPr/>
          <p:nvPr/>
        </p:nvSpPr>
        <p:spPr>
          <a:xfrm>
            <a:off x="5838092" y="3534436"/>
            <a:ext cx="2548125" cy="9598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028700" tIns="68569" rIns="68569" bIns="68569" anchor="b" anchorCtr="0">
            <a:noAutofit/>
          </a:bodyPr>
          <a:lstStyle/>
          <a:p>
            <a:pPr algn="r">
              <a:buClr>
                <a:schemeClr val="dk1"/>
              </a:buClr>
              <a:buSzPts val="1100"/>
            </a:pPr>
            <a:r>
              <a:rPr lang="en" sz="105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White is the color of milk and fresh snow</a:t>
            </a:r>
            <a:endParaRPr sz="105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algn="r">
              <a:spcBef>
                <a:spcPts val="450"/>
              </a:spcBef>
              <a:spcAft>
                <a:spcPts val="450"/>
              </a:spcAft>
            </a:pPr>
            <a:r>
              <a:rPr lang="en" sz="105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THREATS</a:t>
            </a:r>
            <a:endParaRPr sz="105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" name="Google Shape;505;p41">
            <a:extLst>
              <a:ext uri="{FF2B5EF4-FFF2-40B4-BE49-F238E27FC236}">
                <a16:creationId xmlns:a16="http://schemas.microsoft.com/office/drawing/2014/main" xmlns="" id="{BF4BA676-B27C-295F-A717-2FBBA7C15158}"/>
              </a:ext>
            </a:extLst>
          </p:cNvPr>
          <p:cNvSpPr/>
          <p:nvPr/>
        </p:nvSpPr>
        <p:spPr>
          <a:xfrm>
            <a:off x="5001215" y="2696315"/>
            <a:ext cx="1464300" cy="14643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0" name="Google Shape;506;p41">
            <a:extLst>
              <a:ext uri="{FF2B5EF4-FFF2-40B4-BE49-F238E27FC236}">
                <a16:creationId xmlns:a16="http://schemas.microsoft.com/office/drawing/2014/main" xmlns="" id="{59461554-6086-7D6E-A7FF-E016F1885575}"/>
              </a:ext>
            </a:extLst>
          </p:cNvPr>
          <p:cNvSpPr/>
          <p:nvPr/>
        </p:nvSpPr>
        <p:spPr>
          <a:xfrm rot="5400000">
            <a:off x="5106739" y="2696315"/>
            <a:ext cx="1464300" cy="14643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1" name="Google Shape;507;p41">
            <a:extLst>
              <a:ext uri="{FF2B5EF4-FFF2-40B4-BE49-F238E27FC236}">
                <a16:creationId xmlns:a16="http://schemas.microsoft.com/office/drawing/2014/main" xmlns="" id="{C8311363-9039-1078-229A-170549857607}"/>
              </a:ext>
            </a:extLst>
          </p:cNvPr>
          <p:cNvSpPr/>
          <p:nvPr/>
        </p:nvSpPr>
        <p:spPr>
          <a:xfrm rot="10800000">
            <a:off x="5106739" y="2802663"/>
            <a:ext cx="1464300" cy="14643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2" name="Google Shape;508;p41">
            <a:extLst>
              <a:ext uri="{FF2B5EF4-FFF2-40B4-BE49-F238E27FC236}">
                <a16:creationId xmlns:a16="http://schemas.microsoft.com/office/drawing/2014/main" xmlns="" id="{CEFB33B5-878B-46A4-5452-D52A8455FA11}"/>
              </a:ext>
            </a:extLst>
          </p:cNvPr>
          <p:cNvSpPr/>
          <p:nvPr/>
        </p:nvSpPr>
        <p:spPr>
          <a:xfrm rot="-5400000">
            <a:off x="5001215" y="2802663"/>
            <a:ext cx="1464300" cy="14643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3" name="Google Shape;509;p41">
            <a:extLst>
              <a:ext uri="{FF2B5EF4-FFF2-40B4-BE49-F238E27FC236}">
                <a16:creationId xmlns:a16="http://schemas.microsoft.com/office/drawing/2014/main" xmlns="" id="{356BB9B6-AF0A-FC57-BFEE-DEE540F8B7BE}"/>
              </a:ext>
            </a:extLst>
          </p:cNvPr>
          <p:cNvSpPr/>
          <p:nvPr/>
        </p:nvSpPr>
        <p:spPr>
          <a:xfrm>
            <a:off x="5395478" y="3001752"/>
            <a:ext cx="166495" cy="311657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sz="1050" b="1">
                <a:solidFill>
                  <a:schemeClr val="lt1"/>
                </a:solidFill>
                <a:latin typeface="Oswald"/>
              </a:rPr>
              <a:t>S</a:t>
            </a:r>
          </a:p>
        </p:txBody>
      </p:sp>
      <p:sp>
        <p:nvSpPr>
          <p:cNvPr id="14" name="Google Shape;510;p41">
            <a:extLst>
              <a:ext uri="{FF2B5EF4-FFF2-40B4-BE49-F238E27FC236}">
                <a16:creationId xmlns:a16="http://schemas.microsoft.com/office/drawing/2014/main" xmlns="" id="{A38E308D-D0AE-AC75-AE47-42538234470F}"/>
              </a:ext>
            </a:extLst>
          </p:cNvPr>
          <p:cNvSpPr/>
          <p:nvPr/>
        </p:nvSpPr>
        <p:spPr>
          <a:xfrm>
            <a:off x="6010734" y="3006426"/>
            <a:ext cx="240575" cy="30305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sz="1050" b="1">
                <a:solidFill>
                  <a:schemeClr val="lt1"/>
                </a:solidFill>
                <a:latin typeface="Oswald"/>
              </a:rPr>
              <a:t>W</a:t>
            </a:r>
          </a:p>
        </p:txBody>
      </p:sp>
      <p:sp>
        <p:nvSpPr>
          <p:cNvPr id="15" name="Google Shape;511;p41">
            <a:extLst>
              <a:ext uri="{FF2B5EF4-FFF2-40B4-BE49-F238E27FC236}">
                <a16:creationId xmlns:a16="http://schemas.microsoft.com/office/drawing/2014/main" xmlns="" id="{AFC59568-7B33-349C-AA4B-95E50BCAEB42}"/>
              </a:ext>
            </a:extLst>
          </p:cNvPr>
          <p:cNvSpPr/>
          <p:nvPr/>
        </p:nvSpPr>
        <p:spPr>
          <a:xfrm>
            <a:off x="5374526" y="3671986"/>
            <a:ext cx="182583" cy="311657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sz="1050" b="1">
                <a:solidFill>
                  <a:schemeClr val="lt1"/>
                </a:solidFill>
                <a:latin typeface="Oswald"/>
              </a:rPr>
              <a:t>O</a:t>
            </a:r>
          </a:p>
        </p:txBody>
      </p:sp>
      <p:sp>
        <p:nvSpPr>
          <p:cNvPr id="16" name="Google Shape;512;p41">
            <a:extLst>
              <a:ext uri="{FF2B5EF4-FFF2-40B4-BE49-F238E27FC236}">
                <a16:creationId xmlns:a16="http://schemas.microsoft.com/office/drawing/2014/main" xmlns="" id="{51599AC7-2E82-0FE8-E38F-5EB3A171E1BF}"/>
              </a:ext>
            </a:extLst>
          </p:cNvPr>
          <p:cNvSpPr/>
          <p:nvPr/>
        </p:nvSpPr>
        <p:spPr>
          <a:xfrm>
            <a:off x="6079947" y="3676662"/>
            <a:ext cx="158264" cy="30305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sz="1050" b="1">
                <a:solidFill>
                  <a:schemeClr val="lt1"/>
                </a:solidFill>
                <a:latin typeface="Oswald"/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2464544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57;p43">
            <a:extLst>
              <a:ext uri="{FF2B5EF4-FFF2-40B4-BE49-F238E27FC236}">
                <a16:creationId xmlns:a16="http://schemas.microsoft.com/office/drawing/2014/main" xmlns="" id="{E8E2F32D-BB56-1DDB-EBE6-D9780811E0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60829" y="2100657"/>
            <a:ext cx="4320225" cy="510525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b" anchorCtr="0">
            <a:noAutofit/>
          </a:bodyPr>
          <a:lstStyle/>
          <a:p>
            <a:r>
              <a:rPr lang="en" dirty="0">
                <a:solidFill>
                  <a:srgbClr val="0070C0"/>
                </a:solidFill>
              </a:rPr>
              <a:t>FUNNEL</a:t>
            </a:r>
            <a:endParaRPr dirty="0">
              <a:solidFill>
                <a:srgbClr val="0070C0"/>
              </a:solidFill>
            </a:endParaRPr>
          </a:p>
        </p:txBody>
      </p:sp>
      <p:grpSp>
        <p:nvGrpSpPr>
          <p:cNvPr id="5" name="Google Shape;559;p43">
            <a:extLst>
              <a:ext uri="{FF2B5EF4-FFF2-40B4-BE49-F238E27FC236}">
                <a16:creationId xmlns:a16="http://schemas.microsoft.com/office/drawing/2014/main" xmlns="" id="{B9FAF03D-5BCC-C0A7-92CF-5F4D32F1FEDA}"/>
              </a:ext>
            </a:extLst>
          </p:cNvPr>
          <p:cNvGrpSpPr/>
          <p:nvPr/>
        </p:nvGrpSpPr>
        <p:grpSpPr>
          <a:xfrm>
            <a:off x="3457251" y="2631944"/>
            <a:ext cx="2461922" cy="2213315"/>
            <a:chOff x="3778727" y="4460423"/>
            <a:chExt cx="720160" cy="647438"/>
          </a:xfrm>
        </p:grpSpPr>
        <p:sp>
          <p:nvSpPr>
            <p:cNvPr id="6" name="Google Shape;560;p43">
              <a:extLst>
                <a:ext uri="{FF2B5EF4-FFF2-40B4-BE49-F238E27FC236}">
                  <a16:creationId xmlns:a16="http://schemas.microsoft.com/office/drawing/2014/main" xmlns="" id="{798079BC-844B-D0A1-6613-7FF27D3CA053}"/>
                </a:ext>
              </a:extLst>
            </p:cNvPr>
            <p:cNvSpPr/>
            <p:nvPr/>
          </p:nvSpPr>
          <p:spPr>
            <a:xfrm>
              <a:off x="3957011" y="4902228"/>
              <a:ext cx="364723" cy="110621"/>
            </a:xfrm>
            <a:custGeom>
              <a:avLst/>
              <a:gdLst/>
              <a:ahLst/>
              <a:cxnLst/>
              <a:rect l="l" t="t" r="r" b="b"/>
              <a:pathLst>
                <a:path w="640" h="194" extrusionOk="0">
                  <a:moveTo>
                    <a:pt x="0" y="0"/>
                  </a:moveTo>
                  <a:cubicBezTo>
                    <a:pt x="63" y="130"/>
                    <a:pt x="63" y="130"/>
                    <a:pt x="63" y="130"/>
                  </a:cubicBezTo>
                  <a:cubicBezTo>
                    <a:pt x="64" y="130"/>
                    <a:pt x="64" y="130"/>
                    <a:pt x="64" y="130"/>
                  </a:cubicBezTo>
                  <a:cubicBezTo>
                    <a:pt x="64" y="130"/>
                    <a:pt x="64" y="130"/>
                    <a:pt x="64" y="131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93" y="170"/>
                    <a:pt x="188" y="194"/>
                    <a:pt x="320" y="194"/>
                  </a:cubicBezTo>
                  <a:cubicBezTo>
                    <a:pt x="452" y="194"/>
                    <a:pt x="547" y="170"/>
                    <a:pt x="571" y="143"/>
                  </a:cubicBezTo>
                  <a:cubicBezTo>
                    <a:pt x="577" y="131"/>
                    <a:pt x="577" y="131"/>
                    <a:pt x="577" y="131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587" y="29"/>
                    <a:pt x="452" y="46"/>
                    <a:pt x="320" y="46"/>
                  </a:cubicBezTo>
                  <a:cubicBezTo>
                    <a:pt x="189" y="46"/>
                    <a:pt x="53" y="29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400"/>
              </a:pPr>
              <a:r>
                <a:rPr lang="en" sz="900" b="1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PURCHASE</a:t>
              </a:r>
              <a:endParaRPr sz="9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7" name="Google Shape;561;p43">
              <a:extLst>
                <a:ext uri="{FF2B5EF4-FFF2-40B4-BE49-F238E27FC236}">
                  <a16:creationId xmlns:a16="http://schemas.microsoft.com/office/drawing/2014/main" xmlns="" id="{13D12E00-47D7-6A84-23C0-140C71118A75}"/>
                </a:ext>
              </a:extLst>
            </p:cNvPr>
            <p:cNvSpPr/>
            <p:nvPr/>
          </p:nvSpPr>
          <p:spPr>
            <a:xfrm>
              <a:off x="4002092" y="4999728"/>
              <a:ext cx="275015" cy="108132"/>
            </a:xfrm>
            <a:custGeom>
              <a:avLst/>
              <a:gdLst/>
              <a:ahLst/>
              <a:cxnLst/>
              <a:rect l="l" t="t" r="r" b="b"/>
              <a:pathLst>
                <a:path w="483" h="190" extrusionOk="0">
                  <a:moveTo>
                    <a:pt x="0" y="0"/>
                  </a:moveTo>
                  <a:cubicBezTo>
                    <a:pt x="61" y="125"/>
                    <a:pt x="61" y="125"/>
                    <a:pt x="61" y="125"/>
                  </a:cubicBezTo>
                  <a:cubicBezTo>
                    <a:pt x="62" y="126"/>
                    <a:pt x="62" y="127"/>
                    <a:pt x="63" y="128"/>
                  </a:cubicBezTo>
                  <a:cubicBezTo>
                    <a:pt x="70" y="144"/>
                    <a:pt x="70" y="144"/>
                    <a:pt x="70" y="144"/>
                  </a:cubicBezTo>
                  <a:cubicBezTo>
                    <a:pt x="93" y="170"/>
                    <a:pt x="162" y="190"/>
                    <a:pt x="241" y="190"/>
                  </a:cubicBezTo>
                  <a:cubicBezTo>
                    <a:pt x="320" y="190"/>
                    <a:pt x="389" y="170"/>
                    <a:pt x="412" y="144"/>
                  </a:cubicBezTo>
                  <a:cubicBezTo>
                    <a:pt x="420" y="128"/>
                    <a:pt x="420" y="128"/>
                    <a:pt x="420" y="128"/>
                  </a:cubicBezTo>
                  <a:cubicBezTo>
                    <a:pt x="421" y="127"/>
                    <a:pt x="421" y="126"/>
                    <a:pt x="421" y="125"/>
                  </a:cubicBezTo>
                  <a:cubicBezTo>
                    <a:pt x="483" y="0"/>
                    <a:pt x="483" y="0"/>
                    <a:pt x="483" y="0"/>
                  </a:cubicBezTo>
                  <a:cubicBezTo>
                    <a:pt x="437" y="26"/>
                    <a:pt x="338" y="41"/>
                    <a:pt x="241" y="41"/>
                  </a:cubicBezTo>
                  <a:cubicBezTo>
                    <a:pt x="144" y="41"/>
                    <a:pt x="45" y="2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400"/>
              </a:pPr>
              <a:r>
                <a:rPr lang="en" sz="900" b="1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LOYALTY</a:t>
              </a:r>
              <a:endParaRPr sz="9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8" name="Google Shape;562;p43">
              <a:extLst>
                <a:ext uri="{FF2B5EF4-FFF2-40B4-BE49-F238E27FC236}">
                  <a16:creationId xmlns:a16="http://schemas.microsoft.com/office/drawing/2014/main" xmlns="" id="{A177C09D-3D76-E696-2BFD-AD27BB463F6A}"/>
                </a:ext>
              </a:extLst>
            </p:cNvPr>
            <p:cNvSpPr/>
            <p:nvPr/>
          </p:nvSpPr>
          <p:spPr>
            <a:xfrm>
              <a:off x="3780312" y="4519014"/>
              <a:ext cx="718575" cy="115145"/>
            </a:xfrm>
            <a:custGeom>
              <a:avLst/>
              <a:gdLst/>
              <a:ahLst/>
              <a:cxnLst/>
              <a:rect l="l" t="t" r="r" b="b"/>
              <a:pathLst>
                <a:path w="1261" h="202" extrusionOk="0">
                  <a:moveTo>
                    <a:pt x="630" y="53"/>
                  </a:moveTo>
                  <a:cubicBezTo>
                    <a:pt x="363" y="53"/>
                    <a:pt x="82" y="34"/>
                    <a:pt x="0" y="0"/>
                  </a:cubicBezTo>
                  <a:cubicBezTo>
                    <a:pt x="71" y="146"/>
                    <a:pt x="71" y="146"/>
                    <a:pt x="71" y="146"/>
                  </a:cubicBezTo>
                  <a:cubicBezTo>
                    <a:pt x="88" y="157"/>
                    <a:pt x="134" y="170"/>
                    <a:pt x="227" y="181"/>
                  </a:cubicBezTo>
                  <a:cubicBezTo>
                    <a:pt x="334" y="194"/>
                    <a:pt x="478" y="202"/>
                    <a:pt x="630" y="202"/>
                  </a:cubicBezTo>
                  <a:cubicBezTo>
                    <a:pt x="630" y="202"/>
                    <a:pt x="630" y="202"/>
                    <a:pt x="630" y="202"/>
                  </a:cubicBezTo>
                  <a:cubicBezTo>
                    <a:pt x="929" y="202"/>
                    <a:pt x="1147" y="174"/>
                    <a:pt x="1189" y="146"/>
                  </a:cubicBezTo>
                  <a:cubicBezTo>
                    <a:pt x="1261" y="0"/>
                    <a:pt x="1261" y="0"/>
                    <a:pt x="1261" y="0"/>
                  </a:cubicBezTo>
                  <a:cubicBezTo>
                    <a:pt x="1179" y="34"/>
                    <a:pt x="897" y="53"/>
                    <a:pt x="630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400"/>
              </a:pPr>
              <a:r>
                <a:rPr lang="en" sz="900" b="1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AWARENESS</a:t>
              </a:r>
              <a:endParaRPr sz="9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9" name="Google Shape;563;p43">
              <a:extLst>
                <a:ext uri="{FF2B5EF4-FFF2-40B4-BE49-F238E27FC236}">
                  <a16:creationId xmlns:a16="http://schemas.microsoft.com/office/drawing/2014/main" xmlns="" id="{B010BB78-42DC-71BE-121C-53AB69FCFDFA}"/>
                </a:ext>
              </a:extLst>
            </p:cNvPr>
            <p:cNvSpPr/>
            <p:nvPr/>
          </p:nvSpPr>
          <p:spPr>
            <a:xfrm>
              <a:off x="3868662" y="4710395"/>
              <a:ext cx="541875" cy="112657"/>
            </a:xfrm>
            <a:custGeom>
              <a:avLst/>
              <a:gdLst/>
              <a:ahLst/>
              <a:cxnLst/>
              <a:rect l="l" t="t" r="r" b="b"/>
              <a:pathLst>
                <a:path w="951" h="198" extrusionOk="0">
                  <a:moveTo>
                    <a:pt x="0" y="0"/>
                  </a:moveTo>
                  <a:cubicBezTo>
                    <a:pt x="70" y="144"/>
                    <a:pt x="70" y="144"/>
                    <a:pt x="70" y="144"/>
                  </a:cubicBezTo>
                  <a:cubicBezTo>
                    <a:pt x="101" y="171"/>
                    <a:pt x="259" y="198"/>
                    <a:pt x="475" y="198"/>
                  </a:cubicBezTo>
                  <a:cubicBezTo>
                    <a:pt x="692" y="198"/>
                    <a:pt x="849" y="171"/>
                    <a:pt x="881" y="144"/>
                  </a:cubicBezTo>
                  <a:cubicBezTo>
                    <a:pt x="951" y="0"/>
                    <a:pt x="951" y="0"/>
                    <a:pt x="951" y="0"/>
                  </a:cubicBezTo>
                  <a:cubicBezTo>
                    <a:pt x="881" y="32"/>
                    <a:pt x="673" y="50"/>
                    <a:pt x="475" y="50"/>
                  </a:cubicBezTo>
                  <a:cubicBezTo>
                    <a:pt x="277" y="50"/>
                    <a:pt x="69" y="3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400"/>
              </a:pPr>
              <a:r>
                <a:rPr lang="en" sz="900" b="1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EVALUATION</a:t>
              </a:r>
              <a:endParaRPr sz="9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0" name="Google Shape;564;p43">
              <a:extLst>
                <a:ext uri="{FF2B5EF4-FFF2-40B4-BE49-F238E27FC236}">
                  <a16:creationId xmlns:a16="http://schemas.microsoft.com/office/drawing/2014/main" xmlns="" id="{2F46038D-F546-CF65-D140-B4A6139B2B03}"/>
                </a:ext>
              </a:extLst>
            </p:cNvPr>
            <p:cNvSpPr/>
            <p:nvPr/>
          </p:nvSpPr>
          <p:spPr>
            <a:xfrm>
              <a:off x="3824940" y="4614704"/>
              <a:ext cx="629543" cy="114014"/>
            </a:xfrm>
            <a:custGeom>
              <a:avLst/>
              <a:gdLst/>
              <a:ahLst/>
              <a:cxnLst/>
              <a:rect l="l" t="t" r="r" b="b"/>
              <a:pathLst>
                <a:path w="1105" h="200" extrusionOk="0">
                  <a:moveTo>
                    <a:pt x="552" y="51"/>
                  </a:moveTo>
                  <a:cubicBezTo>
                    <a:pt x="399" y="51"/>
                    <a:pt x="255" y="44"/>
                    <a:pt x="147" y="31"/>
                  </a:cubicBezTo>
                  <a:cubicBezTo>
                    <a:pt x="76" y="22"/>
                    <a:pt x="26" y="12"/>
                    <a:pt x="0" y="0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108" y="173"/>
                    <a:pt x="296" y="200"/>
                    <a:pt x="552" y="200"/>
                  </a:cubicBezTo>
                  <a:cubicBezTo>
                    <a:pt x="809" y="200"/>
                    <a:pt x="996" y="173"/>
                    <a:pt x="1034" y="145"/>
                  </a:cubicBezTo>
                  <a:cubicBezTo>
                    <a:pt x="1105" y="0"/>
                    <a:pt x="1105" y="0"/>
                    <a:pt x="1105" y="0"/>
                  </a:cubicBezTo>
                  <a:cubicBezTo>
                    <a:pt x="1030" y="33"/>
                    <a:pt x="785" y="51"/>
                    <a:pt x="552" y="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400"/>
              </a:pPr>
              <a:r>
                <a:rPr lang="en" sz="900" b="1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DISCOVERY</a:t>
              </a:r>
              <a:endParaRPr sz="9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1" name="Google Shape;565;p43">
              <a:extLst>
                <a:ext uri="{FF2B5EF4-FFF2-40B4-BE49-F238E27FC236}">
                  <a16:creationId xmlns:a16="http://schemas.microsoft.com/office/drawing/2014/main" xmlns="" id="{F854AA68-E22A-1C7E-62BA-D18B4F0C6BEC}"/>
                </a:ext>
              </a:extLst>
            </p:cNvPr>
            <p:cNvSpPr/>
            <p:nvPr/>
          </p:nvSpPr>
          <p:spPr>
            <a:xfrm>
              <a:off x="3912610" y="4806085"/>
              <a:ext cx="453525" cy="112204"/>
            </a:xfrm>
            <a:custGeom>
              <a:avLst/>
              <a:gdLst/>
              <a:ahLst/>
              <a:cxnLst/>
              <a:rect l="l" t="t" r="r" b="b"/>
              <a:pathLst>
                <a:path w="796" h="197" extrusionOk="0">
                  <a:moveTo>
                    <a:pt x="0" y="0"/>
                  </a:moveTo>
                  <a:cubicBezTo>
                    <a:pt x="65" y="132"/>
                    <a:pt x="65" y="132"/>
                    <a:pt x="65" y="132"/>
                  </a:cubicBezTo>
                  <a:cubicBezTo>
                    <a:pt x="65" y="132"/>
                    <a:pt x="65" y="132"/>
                    <a:pt x="65" y="132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95" y="170"/>
                    <a:pt x="221" y="197"/>
                    <a:pt x="398" y="197"/>
                  </a:cubicBezTo>
                  <a:cubicBezTo>
                    <a:pt x="576" y="197"/>
                    <a:pt x="702" y="170"/>
                    <a:pt x="727" y="142"/>
                  </a:cubicBezTo>
                  <a:cubicBezTo>
                    <a:pt x="732" y="133"/>
                    <a:pt x="732" y="133"/>
                    <a:pt x="732" y="133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96" y="0"/>
                    <a:pt x="796" y="0"/>
                    <a:pt x="796" y="0"/>
                  </a:cubicBezTo>
                  <a:cubicBezTo>
                    <a:pt x="735" y="31"/>
                    <a:pt x="562" y="48"/>
                    <a:pt x="398" y="48"/>
                  </a:cubicBezTo>
                  <a:cubicBezTo>
                    <a:pt x="234" y="48"/>
                    <a:pt x="62" y="31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400"/>
              </a:pPr>
              <a:r>
                <a:rPr lang="en" sz="900" b="1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INTENT</a:t>
              </a:r>
              <a:endParaRPr sz="9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2" name="Google Shape;566;p43">
              <a:extLst>
                <a:ext uri="{FF2B5EF4-FFF2-40B4-BE49-F238E27FC236}">
                  <a16:creationId xmlns:a16="http://schemas.microsoft.com/office/drawing/2014/main" xmlns="" id="{1FD021A0-1667-44BA-C588-9854AD94E2E6}"/>
                </a:ext>
              </a:extLst>
            </p:cNvPr>
            <p:cNvSpPr/>
            <p:nvPr/>
          </p:nvSpPr>
          <p:spPr>
            <a:xfrm>
              <a:off x="3778727" y="4460423"/>
              <a:ext cx="719100" cy="79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400"/>
              </a:pPr>
              <a:endParaRPr sz="9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cxnSp>
        <p:nvCxnSpPr>
          <p:cNvPr id="13" name="Google Shape;567;p43">
            <a:extLst>
              <a:ext uri="{FF2B5EF4-FFF2-40B4-BE49-F238E27FC236}">
                <a16:creationId xmlns:a16="http://schemas.microsoft.com/office/drawing/2014/main" xmlns="" id="{10975B2F-4B04-27CE-A468-69DD99EA9337}"/>
              </a:ext>
            </a:extLst>
          </p:cNvPr>
          <p:cNvCxnSpPr/>
          <p:nvPr/>
        </p:nvCxnSpPr>
        <p:spPr>
          <a:xfrm>
            <a:off x="5864713" y="2998434"/>
            <a:ext cx="721125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4" name="Google Shape;568;p43">
            <a:extLst>
              <a:ext uri="{FF2B5EF4-FFF2-40B4-BE49-F238E27FC236}">
                <a16:creationId xmlns:a16="http://schemas.microsoft.com/office/drawing/2014/main" xmlns="" id="{7B70CE4A-C129-CBA6-E557-FF34C9114647}"/>
              </a:ext>
            </a:extLst>
          </p:cNvPr>
          <p:cNvSpPr txBox="1"/>
          <p:nvPr/>
        </p:nvSpPr>
        <p:spPr>
          <a:xfrm>
            <a:off x="6627880" y="2881047"/>
            <a:ext cx="1901475" cy="23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 sz="75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Insert your content</a:t>
            </a:r>
            <a:endParaRPr sz="75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5" name="Google Shape;569;p43">
            <a:extLst>
              <a:ext uri="{FF2B5EF4-FFF2-40B4-BE49-F238E27FC236}">
                <a16:creationId xmlns:a16="http://schemas.microsoft.com/office/drawing/2014/main" xmlns="" id="{25A7EEF7-A9C2-CB9E-D46B-085E85D174DA}"/>
              </a:ext>
            </a:extLst>
          </p:cNvPr>
          <p:cNvCxnSpPr/>
          <p:nvPr/>
        </p:nvCxnSpPr>
        <p:spPr>
          <a:xfrm>
            <a:off x="5758494" y="3327054"/>
            <a:ext cx="827325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570;p43">
            <a:extLst>
              <a:ext uri="{FF2B5EF4-FFF2-40B4-BE49-F238E27FC236}">
                <a16:creationId xmlns:a16="http://schemas.microsoft.com/office/drawing/2014/main" xmlns="" id="{B8A0E425-2C3B-692E-14C9-39B287F34FEB}"/>
              </a:ext>
            </a:extLst>
          </p:cNvPr>
          <p:cNvSpPr txBox="1"/>
          <p:nvPr/>
        </p:nvSpPr>
        <p:spPr>
          <a:xfrm>
            <a:off x="6627880" y="3209658"/>
            <a:ext cx="1901475" cy="23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 sz="75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Insert your content</a:t>
            </a:r>
            <a:endParaRPr sz="75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7" name="Google Shape;571;p43">
            <a:extLst>
              <a:ext uri="{FF2B5EF4-FFF2-40B4-BE49-F238E27FC236}">
                <a16:creationId xmlns:a16="http://schemas.microsoft.com/office/drawing/2014/main" xmlns="" id="{95B1B422-59FE-1A9D-B5B6-A434DE997616}"/>
              </a:ext>
            </a:extLst>
          </p:cNvPr>
          <p:cNvCxnSpPr/>
          <p:nvPr/>
        </p:nvCxnSpPr>
        <p:spPr>
          <a:xfrm>
            <a:off x="5607545" y="3655672"/>
            <a:ext cx="978300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8" name="Google Shape;572;p43">
            <a:extLst>
              <a:ext uri="{FF2B5EF4-FFF2-40B4-BE49-F238E27FC236}">
                <a16:creationId xmlns:a16="http://schemas.microsoft.com/office/drawing/2014/main" xmlns="" id="{6446BE9F-42FF-CAE5-A321-822146E16F63}"/>
              </a:ext>
            </a:extLst>
          </p:cNvPr>
          <p:cNvSpPr txBox="1"/>
          <p:nvPr/>
        </p:nvSpPr>
        <p:spPr>
          <a:xfrm>
            <a:off x="6627880" y="3538269"/>
            <a:ext cx="1901475" cy="23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 sz="75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Insert your content</a:t>
            </a:r>
            <a:endParaRPr sz="75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9" name="Google Shape;573;p43">
            <a:extLst>
              <a:ext uri="{FF2B5EF4-FFF2-40B4-BE49-F238E27FC236}">
                <a16:creationId xmlns:a16="http://schemas.microsoft.com/office/drawing/2014/main" xmlns="" id="{971DAD08-C718-7C17-6FED-C5881E047ECF}"/>
              </a:ext>
            </a:extLst>
          </p:cNvPr>
          <p:cNvCxnSpPr/>
          <p:nvPr/>
        </p:nvCxnSpPr>
        <p:spPr>
          <a:xfrm>
            <a:off x="5478967" y="3984274"/>
            <a:ext cx="1106775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0" name="Google Shape;574;p43">
            <a:extLst>
              <a:ext uri="{FF2B5EF4-FFF2-40B4-BE49-F238E27FC236}">
                <a16:creationId xmlns:a16="http://schemas.microsoft.com/office/drawing/2014/main" xmlns="" id="{D7D66AA4-543F-3393-2DB8-DD08EBA34262}"/>
              </a:ext>
            </a:extLst>
          </p:cNvPr>
          <p:cNvSpPr txBox="1"/>
          <p:nvPr/>
        </p:nvSpPr>
        <p:spPr>
          <a:xfrm>
            <a:off x="6627880" y="3866883"/>
            <a:ext cx="1901475" cy="23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 sz="75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Insert your content</a:t>
            </a:r>
            <a:endParaRPr sz="75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21" name="Google Shape;575;p43">
            <a:extLst>
              <a:ext uri="{FF2B5EF4-FFF2-40B4-BE49-F238E27FC236}">
                <a16:creationId xmlns:a16="http://schemas.microsoft.com/office/drawing/2014/main" xmlns="" id="{09FE1DA7-8E1D-39F7-8C64-E285C97958CF}"/>
              </a:ext>
            </a:extLst>
          </p:cNvPr>
          <p:cNvCxnSpPr/>
          <p:nvPr/>
        </p:nvCxnSpPr>
        <p:spPr>
          <a:xfrm>
            <a:off x="5339191" y="4312893"/>
            <a:ext cx="12465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" name="Google Shape;576;p43">
            <a:extLst>
              <a:ext uri="{FF2B5EF4-FFF2-40B4-BE49-F238E27FC236}">
                <a16:creationId xmlns:a16="http://schemas.microsoft.com/office/drawing/2014/main" xmlns="" id="{BC33A1B3-2930-E4BA-E313-B314812E7F2C}"/>
              </a:ext>
            </a:extLst>
          </p:cNvPr>
          <p:cNvSpPr txBox="1"/>
          <p:nvPr/>
        </p:nvSpPr>
        <p:spPr>
          <a:xfrm>
            <a:off x="6627880" y="4195494"/>
            <a:ext cx="1901475" cy="23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 sz="75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Insert your content</a:t>
            </a:r>
            <a:endParaRPr sz="75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23" name="Google Shape;577;p43">
            <a:extLst>
              <a:ext uri="{FF2B5EF4-FFF2-40B4-BE49-F238E27FC236}">
                <a16:creationId xmlns:a16="http://schemas.microsoft.com/office/drawing/2014/main" xmlns="" id="{44773B0D-64B8-B672-6CEC-737EE6359DB5}"/>
              </a:ext>
            </a:extLst>
          </p:cNvPr>
          <p:cNvCxnSpPr/>
          <p:nvPr/>
        </p:nvCxnSpPr>
        <p:spPr>
          <a:xfrm>
            <a:off x="5193844" y="4641495"/>
            <a:ext cx="1386225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4" name="Google Shape;578;p43">
            <a:extLst>
              <a:ext uri="{FF2B5EF4-FFF2-40B4-BE49-F238E27FC236}">
                <a16:creationId xmlns:a16="http://schemas.microsoft.com/office/drawing/2014/main" xmlns="" id="{3BC4FAF5-FE05-310C-DA2D-7E4DCBC3B297}"/>
              </a:ext>
            </a:extLst>
          </p:cNvPr>
          <p:cNvSpPr txBox="1"/>
          <p:nvPr/>
        </p:nvSpPr>
        <p:spPr>
          <a:xfrm>
            <a:off x="6627880" y="4524105"/>
            <a:ext cx="1901475" cy="23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 sz="75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Insert your content</a:t>
            </a:r>
            <a:endParaRPr sz="75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6774510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983;p48">
            <a:extLst>
              <a:ext uri="{FF2B5EF4-FFF2-40B4-BE49-F238E27FC236}">
                <a16:creationId xmlns:a16="http://schemas.microsoft.com/office/drawing/2014/main" xmlns="" id="{F0D8C00B-91E5-095B-5602-1554F1464C0D}"/>
              </a:ext>
            </a:extLst>
          </p:cNvPr>
          <p:cNvGrpSpPr/>
          <p:nvPr/>
        </p:nvGrpSpPr>
        <p:grpSpPr>
          <a:xfrm>
            <a:off x="4902691" y="2549816"/>
            <a:ext cx="334289" cy="334315"/>
            <a:chOff x="3706812" y="1035050"/>
            <a:chExt cx="4792662" cy="4787899"/>
          </a:xfrm>
        </p:grpSpPr>
        <p:sp>
          <p:nvSpPr>
            <p:cNvPr id="5" name="Google Shape;984;p48">
              <a:extLst>
                <a:ext uri="{FF2B5EF4-FFF2-40B4-BE49-F238E27FC236}">
                  <a16:creationId xmlns:a16="http://schemas.microsoft.com/office/drawing/2014/main" xmlns="" id="{03797DB0-A645-35B6-E25E-15C0132F406E}"/>
                </a:ext>
              </a:extLst>
            </p:cNvPr>
            <p:cNvSpPr/>
            <p:nvPr/>
          </p:nvSpPr>
          <p:spPr>
            <a:xfrm>
              <a:off x="5913437" y="4054475"/>
              <a:ext cx="2273299" cy="1746250"/>
            </a:xfrm>
            <a:custGeom>
              <a:avLst/>
              <a:gdLst/>
              <a:ahLst/>
              <a:cxnLst/>
              <a:rect l="l" t="t" r="r" b="b"/>
              <a:pathLst>
                <a:path w="517" h="397" extrusionOk="0">
                  <a:moveTo>
                    <a:pt x="517" y="117"/>
                  </a:moveTo>
                  <a:cubicBezTo>
                    <a:pt x="368" y="128"/>
                    <a:pt x="368" y="128"/>
                    <a:pt x="368" y="128"/>
                  </a:cubicBezTo>
                  <a:cubicBezTo>
                    <a:pt x="284" y="0"/>
                    <a:pt x="284" y="0"/>
                    <a:pt x="284" y="0"/>
                  </a:cubicBezTo>
                  <a:cubicBezTo>
                    <a:pt x="239" y="77"/>
                    <a:pt x="158" y="129"/>
                    <a:pt x="68" y="137"/>
                  </a:cubicBezTo>
                  <a:cubicBezTo>
                    <a:pt x="0" y="273"/>
                    <a:pt x="0" y="273"/>
                    <a:pt x="0" y="273"/>
                  </a:cubicBezTo>
                  <a:cubicBezTo>
                    <a:pt x="83" y="397"/>
                    <a:pt x="83" y="397"/>
                    <a:pt x="83" y="397"/>
                  </a:cubicBezTo>
                  <a:cubicBezTo>
                    <a:pt x="265" y="383"/>
                    <a:pt x="429" y="277"/>
                    <a:pt x="517" y="11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985;p48">
              <a:extLst>
                <a:ext uri="{FF2B5EF4-FFF2-40B4-BE49-F238E27FC236}">
                  <a16:creationId xmlns:a16="http://schemas.microsoft.com/office/drawing/2014/main" xmlns="" id="{4E6F2550-0BAD-371A-7217-8FB2074CB0D3}"/>
                </a:ext>
              </a:extLst>
            </p:cNvPr>
            <p:cNvSpPr/>
            <p:nvPr/>
          </p:nvSpPr>
          <p:spPr>
            <a:xfrm>
              <a:off x="4137025" y="4141787"/>
              <a:ext cx="2019301" cy="1681162"/>
            </a:xfrm>
            <a:custGeom>
              <a:avLst/>
              <a:gdLst/>
              <a:ahLst/>
              <a:cxnLst/>
              <a:rect l="l" t="t" r="r" b="b"/>
              <a:pathLst>
                <a:path w="459" h="382" extrusionOk="0">
                  <a:moveTo>
                    <a:pt x="459" y="378"/>
                  </a:moveTo>
                  <a:cubicBezTo>
                    <a:pt x="376" y="254"/>
                    <a:pt x="376" y="254"/>
                    <a:pt x="376" y="254"/>
                  </a:cubicBezTo>
                  <a:cubicBezTo>
                    <a:pt x="445" y="118"/>
                    <a:pt x="445" y="118"/>
                    <a:pt x="445" y="118"/>
                  </a:cubicBezTo>
                  <a:cubicBezTo>
                    <a:pt x="355" y="117"/>
                    <a:pt x="270" y="73"/>
                    <a:pt x="218" y="0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04" y="294"/>
                    <a:pt x="277" y="382"/>
                    <a:pt x="459" y="37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986;p48">
              <a:extLst>
                <a:ext uri="{FF2B5EF4-FFF2-40B4-BE49-F238E27FC236}">
                  <a16:creationId xmlns:a16="http://schemas.microsoft.com/office/drawing/2014/main" xmlns="" id="{F212D77F-7825-87EE-E9C2-97A4458612AF}"/>
                </a:ext>
              </a:extLst>
            </p:cNvPr>
            <p:cNvSpPr/>
            <p:nvPr/>
          </p:nvSpPr>
          <p:spPr>
            <a:xfrm>
              <a:off x="4014787" y="1057275"/>
              <a:ext cx="2276475" cy="1747837"/>
            </a:xfrm>
            <a:custGeom>
              <a:avLst/>
              <a:gdLst/>
              <a:ahLst/>
              <a:cxnLst/>
              <a:rect l="l" t="t" r="r" b="b"/>
              <a:pathLst>
                <a:path w="518" h="397" extrusionOk="0">
                  <a:moveTo>
                    <a:pt x="233" y="397"/>
                  </a:moveTo>
                  <a:cubicBezTo>
                    <a:pt x="279" y="320"/>
                    <a:pt x="359" y="268"/>
                    <a:pt x="449" y="260"/>
                  </a:cubicBezTo>
                  <a:cubicBezTo>
                    <a:pt x="518" y="125"/>
                    <a:pt x="518" y="125"/>
                    <a:pt x="518" y="125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252" y="14"/>
                    <a:pt x="88" y="120"/>
                    <a:pt x="0" y="280"/>
                  </a:cubicBezTo>
                  <a:cubicBezTo>
                    <a:pt x="149" y="270"/>
                    <a:pt x="149" y="270"/>
                    <a:pt x="149" y="270"/>
                  </a:cubicBezTo>
                  <a:lnTo>
                    <a:pt x="233" y="39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987;p48">
              <a:extLst>
                <a:ext uri="{FF2B5EF4-FFF2-40B4-BE49-F238E27FC236}">
                  <a16:creationId xmlns:a16="http://schemas.microsoft.com/office/drawing/2014/main" xmlns="" id="{93B99675-A89F-0DE3-A9A3-939C4EB04FFF}"/>
                </a:ext>
              </a:extLst>
            </p:cNvPr>
            <p:cNvSpPr/>
            <p:nvPr/>
          </p:nvSpPr>
          <p:spPr>
            <a:xfrm>
              <a:off x="3706812" y="2355850"/>
              <a:ext cx="1323975" cy="2309812"/>
            </a:xfrm>
            <a:custGeom>
              <a:avLst/>
              <a:gdLst/>
              <a:ahLst/>
              <a:cxnLst/>
              <a:rect l="l" t="t" r="r" b="b"/>
              <a:pathLst>
                <a:path w="301" h="525" extrusionOk="0">
                  <a:moveTo>
                    <a:pt x="58" y="10"/>
                  </a:moveTo>
                  <a:cubicBezTo>
                    <a:pt x="18" y="93"/>
                    <a:pt x="0" y="186"/>
                    <a:pt x="5" y="278"/>
                  </a:cubicBezTo>
                  <a:cubicBezTo>
                    <a:pt x="11" y="366"/>
                    <a:pt x="38" y="451"/>
                    <a:pt x="83" y="525"/>
                  </a:cubicBezTo>
                  <a:cubicBezTo>
                    <a:pt x="149" y="391"/>
                    <a:pt x="149" y="391"/>
                    <a:pt x="149" y="391"/>
                  </a:cubicBezTo>
                  <a:cubicBezTo>
                    <a:pt x="301" y="382"/>
                    <a:pt x="301" y="382"/>
                    <a:pt x="301" y="382"/>
                  </a:cubicBezTo>
                  <a:cubicBezTo>
                    <a:pt x="280" y="346"/>
                    <a:pt x="268" y="304"/>
                    <a:pt x="265" y="262"/>
                  </a:cubicBezTo>
                  <a:cubicBezTo>
                    <a:pt x="262" y="215"/>
                    <a:pt x="271" y="169"/>
                    <a:pt x="290" y="127"/>
                  </a:cubicBezTo>
                  <a:cubicBezTo>
                    <a:pt x="207" y="0"/>
                    <a:pt x="207" y="0"/>
                    <a:pt x="207" y="0"/>
                  </a:cubicBezTo>
                  <a:lnTo>
                    <a:pt x="58" y="1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988;p48">
              <a:extLst>
                <a:ext uri="{FF2B5EF4-FFF2-40B4-BE49-F238E27FC236}">
                  <a16:creationId xmlns:a16="http://schemas.microsoft.com/office/drawing/2014/main" xmlns="" id="{86EB840B-BA5B-2F9C-174C-90D27ABDF02F}"/>
                </a:ext>
              </a:extLst>
            </p:cNvPr>
            <p:cNvSpPr/>
            <p:nvPr/>
          </p:nvSpPr>
          <p:spPr>
            <a:xfrm>
              <a:off x="7170737" y="2192337"/>
              <a:ext cx="1328737" cy="2314575"/>
            </a:xfrm>
            <a:custGeom>
              <a:avLst/>
              <a:gdLst/>
              <a:ahLst/>
              <a:cxnLst/>
              <a:rect l="l" t="t" r="r" b="b"/>
              <a:pathLst>
                <a:path w="302" h="526" extrusionOk="0">
                  <a:moveTo>
                    <a:pt x="244" y="515"/>
                  </a:moveTo>
                  <a:cubicBezTo>
                    <a:pt x="284" y="432"/>
                    <a:pt x="302" y="340"/>
                    <a:pt x="296" y="247"/>
                  </a:cubicBezTo>
                  <a:cubicBezTo>
                    <a:pt x="290" y="159"/>
                    <a:pt x="263" y="74"/>
                    <a:pt x="218" y="0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21" y="180"/>
                    <a:pt x="33" y="221"/>
                    <a:pt x="36" y="264"/>
                  </a:cubicBezTo>
                  <a:cubicBezTo>
                    <a:pt x="39" y="310"/>
                    <a:pt x="30" y="357"/>
                    <a:pt x="11" y="399"/>
                  </a:cubicBezTo>
                  <a:cubicBezTo>
                    <a:pt x="94" y="526"/>
                    <a:pt x="94" y="526"/>
                    <a:pt x="94" y="526"/>
                  </a:cubicBezTo>
                  <a:lnTo>
                    <a:pt x="244" y="5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989;p48">
              <a:extLst>
                <a:ext uri="{FF2B5EF4-FFF2-40B4-BE49-F238E27FC236}">
                  <a16:creationId xmlns:a16="http://schemas.microsoft.com/office/drawing/2014/main" xmlns="" id="{333A6874-A9C7-7ABD-73B8-59F904BB9FC9}"/>
                </a:ext>
              </a:extLst>
            </p:cNvPr>
            <p:cNvSpPr/>
            <p:nvPr/>
          </p:nvSpPr>
          <p:spPr>
            <a:xfrm>
              <a:off x="6045200" y="1035050"/>
              <a:ext cx="2019301" cy="1685925"/>
            </a:xfrm>
            <a:custGeom>
              <a:avLst/>
              <a:gdLst/>
              <a:ahLst/>
              <a:cxnLst/>
              <a:rect l="l" t="t" r="r" b="b"/>
              <a:pathLst>
                <a:path w="459" h="383" extrusionOk="0">
                  <a:moveTo>
                    <a:pt x="0" y="4"/>
                  </a:moveTo>
                  <a:cubicBezTo>
                    <a:pt x="83" y="128"/>
                    <a:pt x="83" y="128"/>
                    <a:pt x="83" y="128"/>
                  </a:cubicBezTo>
                  <a:cubicBezTo>
                    <a:pt x="15" y="264"/>
                    <a:pt x="15" y="264"/>
                    <a:pt x="15" y="264"/>
                  </a:cubicBezTo>
                  <a:cubicBezTo>
                    <a:pt x="104" y="265"/>
                    <a:pt x="189" y="309"/>
                    <a:pt x="241" y="383"/>
                  </a:cubicBezTo>
                  <a:cubicBezTo>
                    <a:pt x="393" y="374"/>
                    <a:pt x="393" y="374"/>
                    <a:pt x="393" y="374"/>
                  </a:cubicBezTo>
                  <a:cubicBezTo>
                    <a:pt x="459" y="239"/>
                    <a:pt x="459" y="239"/>
                    <a:pt x="459" y="239"/>
                  </a:cubicBezTo>
                  <a:cubicBezTo>
                    <a:pt x="356" y="89"/>
                    <a:pt x="182" y="0"/>
                    <a:pt x="0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" name="Google Shape;990;p48">
            <a:extLst>
              <a:ext uri="{FF2B5EF4-FFF2-40B4-BE49-F238E27FC236}">
                <a16:creationId xmlns:a16="http://schemas.microsoft.com/office/drawing/2014/main" xmlns="" id="{136FE576-AEF9-4D4F-01F1-3FF82D607086}"/>
              </a:ext>
            </a:extLst>
          </p:cNvPr>
          <p:cNvGrpSpPr/>
          <p:nvPr/>
        </p:nvGrpSpPr>
        <p:grpSpPr>
          <a:xfrm>
            <a:off x="3943066" y="2549835"/>
            <a:ext cx="332498" cy="334078"/>
            <a:chOff x="1400175" y="1220787"/>
            <a:chExt cx="4473575" cy="4476750"/>
          </a:xfrm>
        </p:grpSpPr>
        <p:sp>
          <p:nvSpPr>
            <p:cNvPr id="12" name="Google Shape;991;p48">
              <a:extLst>
                <a:ext uri="{FF2B5EF4-FFF2-40B4-BE49-F238E27FC236}">
                  <a16:creationId xmlns:a16="http://schemas.microsoft.com/office/drawing/2014/main" xmlns="" id="{2E8617F1-0F21-B62C-9C39-1E41A1298E90}"/>
                </a:ext>
              </a:extLst>
            </p:cNvPr>
            <p:cNvSpPr/>
            <p:nvPr/>
          </p:nvSpPr>
          <p:spPr>
            <a:xfrm>
              <a:off x="1400175" y="3135312"/>
              <a:ext cx="2132011" cy="2562226"/>
            </a:xfrm>
            <a:custGeom>
              <a:avLst/>
              <a:gdLst/>
              <a:ahLst/>
              <a:cxnLst/>
              <a:rect l="l" t="t" r="r" b="b"/>
              <a:pathLst>
                <a:path w="478" h="574" extrusionOk="0">
                  <a:moveTo>
                    <a:pt x="477" y="574"/>
                  </a:moveTo>
                  <a:cubicBezTo>
                    <a:pt x="395" y="435"/>
                    <a:pt x="395" y="435"/>
                    <a:pt x="395" y="435"/>
                  </a:cubicBezTo>
                  <a:cubicBezTo>
                    <a:pt x="478" y="294"/>
                    <a:pt x="478" y="294"/>
                    <a:pt x="478" y="294"/>
                  </a:cubicBezTo>
                  <a:cubicBezTo>
                    <a:pt x="370" y="282"/>
                    <a:pt x="284" y="193"/>
                    <a:pt x="279" y="82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5" y="346"/>
                    <a:pt x="215" y="561"/>
                    <a:pt x="477" y="57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992;p48">
              <a:extLst>
                <a:ext uri="{FF2B5EF4-FFF2-40B4-BE49-F238E27FC236}">
                  <a16:creationId xmlns:a16="http://schemas.microsoft.com/office/drawing/2014/main" xmlns="" id="{32629572-BC1D-A8F5-D0F7-000B5F2E0F49}"/>
                </a:ext>
              </a:extLst>
            </p:cNvPr>
            <p:cNvSpPr/>
            <p:nvPr/>
          </p:nvSpPr>
          <p:spPr>
            <a:xfrm>
              <a:off x="3314700" y="3563937"/>
              <a:ext cx="2559050" cy="2133600"/>
            </a:xfrm>
            <a:custGeom>
              <a:avLst/>
              <a:gdLst/>
              <a:ahLst/>
              <a:cxnLst/>
              <a:rect l="l" t="t" r="r" b="b"/>
              <a:pathLst>
                <a:path w="574" h="478" extrusionOk="0">
                  <a:moveTo>
                    <a:pt x="0" y="339"/>
                  </a:moveTo>
                  <a:cubicBezTo>
                    <a:pt x="82" y="478"/>
                    <a:pt x="82" y="478"/>
                    <a:pt x="82" y="478"/>
                  </a:cubicBezTo>
                  <a:cubicBezTo>
                    <a:pt x="346" y="474"/>
                    <a:pt x="561" y="263"/>
                    <a:pt x="574" y="1"/>
                  </a:cubicBezTo>
                  <a:cubicBezTo>
                    <a:pt x="435" y="83"/>
                    <a:pt x="435" y="83"/>
                    <a:pt x="435" y="83"/>
                  </a:cubicBezTo>
                  <a:cubicBezTo>
                    <a:pt x="294" y="0"/>
                    <a:pt x="294" y="0"/>
                    <a:pt x="294" y="0"/>
                  </a:cubicBezTo>
                  <a:cubicBezTo>
                    <a:pt x="282" y="109"/>
                    <a:pt x="192" y="194"/>
                    <a:pt x="82" y="199"/>
                  </a:cubicBezTo>
                  <a:lnTo>
                    <a:pt x="0" y="3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993;p48">
              <a:extLst>
                <a:ext uri="{FF2B5EF4-FFF2-40B4-BE49-F238E27FC236}">
                  <a16:creationId xmlns:a16="http://schemas.microsoft.com/office/drawing/2014/main" xmlns="" id="{F8AAA964-BFC8-2A03-33BF-E5BCC9CE0475}"/>
                </a:ext>
              </a:extLst>
            </p:cNvPr>
            <p:cNvSpPr/>
            <p:nvPr/>
          </p:nvSpPr>
          <p:spPr>
            <a:xfrm>
              <a:off x="3741737" y="1223962"/>
              <a:ext cx="2132011" cy="2559050"/>
            </a:xfrm>
            <a:custGeom>
              <a:avLst/>
              <a:gdLst/>
              <a:ahLst/>
              <a:cxnLst/>
              <a:rect l="l" t="t" r="r" b="b"/>
              <a:pathLst>
                <a:path w="478" h="573" extrusionOk="0">
                  <a:moveTo>
                    <a:pt x="478" y="491"/>
                  </a:moveTo>
                  <a:cubicBezTo>
                    <a:pt x="473" y="227"/>
                    <a:pt x="263" y="12"/>
                    <a:pt x="1" y="0"/>
                  </a:cubicBezTo>
                  <a:cubicBezTo>
                    <a:pt x="83" y="138"/>
                    <a:pt x="83" y="138"/>
                    <a:pt x="83" y="138"/>
                  </a:cubicBezTo>
                  <a:cubicBezTo>
                    <a:pt x="0" y="279"/>
                    <a:pt x="0" y="279"/>
                    <a:pt x="0" y="279"/>
                  </a:cubicBezTo>
                  <a:cubicBezTo>
                    <a:pt x="108" y="291"/>
                    <a:pt x="194" y="381"/>
                    <a:pt x="199" y="491"/>
                  </a:cubicBezTo>
                  <a:cubicBezTo>
                    <a:pt x="339" y="573"/>
                    <a:pt x="339" y="573"/>
                    <a:pt x="339" y="573"/>
                  </a:cubicBezTo>
                  <a:lnTo>
                    <a:pt x="478" y="49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994;p48">
              <a:extLst>
                <a:ext uri="{FF2B5EF4-FFF2-40B4-BE49-F238E27FC236}">
                  <a16:creationId xmlns:a16="http://schemas.microsoft.com/office/drawing/2014/main" xmlns="" id="{F5BF995A-89D5-33AD-1049-F7962C952730}"/>
                </a:ext>
              </a:extLst>
            </p:cNvPr>
            <p:cNvSpPr/>
            <p:nvPr/>
          </p:nvSpPr>
          <p:spPr>
            <a:xfrm>
              <a:off x="1400175" y="1220787"/>
              <a:ext cx="2560637" cy="2133600"/>
            </a:xfrm>
            <a:custGeom>
              <a:avLst/>
              <a:gdLst/>
              <a:ahLst/>
              <a:cxnLst/>
              <a:rect l="l" t="t" r="r" b="b"/>
              <a:pathLst>
                <a:path w="574" h="478" extrusionOk="0">
                  <a:moveTo>
                    <a:pt x="574" y="139"/>
                  </a:moveTo>
                  <a:cubicBezTo>
                    <a:pt x="492" y="0"/>
                    <a:pt x="492" y="0"/>
                    <a:pt x="492" y="0"/>
                  </a:cubicBezTo>
                  <a:cubicBezTo>
                    <a:pt x="228" y="5"/>
                    <a:pt x="13" y="215"/>
                    <a:pt x="0" y="477"/>
                  </a:cubicBezTo>
                  <a:cubicBezTo>
                    <a:pt x="139" y="395"/>
                    <a:pt x="139" y="395"/>
                    <a:pt x="139" y="395"/>
                  </a:cubicBezTo>
                  <a:cubicBezTo>
                    <a:pt x="280" y="478"/>
                    <a:pt x="280" y="478"/>
                    <a:pt x="280" y="478"/>
                  </a:cubicBezTo>
                  <a:cubicBezTo>
                    <a:pt x="292" y="370"/>
                    <a:pt x="382" y="284"/>
                    <a:pt x="492" y="279"/>
                  </a:cubicBezTo>
                  <a:lnTo>
                    <a:pt x="574" y="1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" name="Google Shape;995;p48">
            <a:extLst>
              <a:ext uri="{FF2B5EF4-FFF2-40B4-BE49-F238E27FC236}">
                <a16:creationId xmlns:a16="http://schemas.microsoft.com/office/drawing/2014/main" xmlns="" id="{14A87AC3-21A2-F0A1-9862-925AF8260F8F}"/>
              </a:ext>
            </a:extLst>
          </p:cNvPr>
          <p:cNvGrpSpPr/>
          <p:nvPr/>
        </p:nvGrpSpPr>
        <p:grpSpPr>
          <a:xfrm>
            <a:off x="3462057" y="2549849"/>
            <a:ext cx="334534" cy="334099"/>
            <a:chOff x="1649412" y="927100"/>
            <a:chExt cx="5011737" cy="5016500"/>
          </a:xfrm>
        </p:grpSpPr>
        <p:sp>
          <p:nvSpPr>
            <p:cNvPr id="17" name="Google Shape;996;p48">
              <a:extLst>
                <a:ext uri="{FF2B5EF4-FFF2-40B4-BE49-F238E27FC236}">
                  <a16:creationId xmlns:a16="http://schemas.microsoft.com/office/drawing/2014/main" xmlns="" id="{F90D397B-67D2-51A8-5C15-D1B2463B386A}"/>
                </a:ext>
              </a:extLst>
            </p:cNvPr>
            <p:cNvSpPr/>
            <p:nvPr/>
          </p:nvSpPr>
          <p:spPr>
            <a:xfrm>
              <a:off x="2008187" y="4025900"/>
              <a:ext cx="4252913" cy="1917700"/>
            </a:xfrm>
            <a:custGeom>
              <a:avLst/>
              <a:gdLst/>
              <a:ahLst/>
              <a:cxnLst/>
              <a:rect l="l" t="t" r="r" b="b"/>
              <a:pathLst>
                <a:path w="999" h="450" extrusionOk="0">
                  <a:moveTo>
                    <a:pt x="715" y="15"/>
                  </a:moveTo>
                  <a:cubicBezTo>
                    <a:pt x="667" y="82"/>
                    <a:pt x="588" y="123"/>
                    <a:pt x="505" y="123"/>
                  </a:cubicBezTo>
                  <a:cubicBezTo>
                    <a:pt x="416" y="123"/>
                    <a:pt x="332" y="76"/>
                    <a:pt x="284" y="2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0" y="165"/>
                    <a:pt x="0" y="165"/>
                    <a:pt x="0" y="165"/>
                  </a:cubicBezTo>
                  <a:cubicBezTo>
                    <a:pt x="107" y="341"/>
                    <a:pt x="299" y="450"/>
                    <a:pt x="505" y="450"/>
                  </a:cubicBezTo>
                  <a:cubicBezTo>
                    <a:pt x="704" y="450"/>
                    <a:pt x="891" y="347"/>
                    <a:pt x="999" y="181"/>
                  </a:cubicBezTo>
                  <a:cubicBezTo>
                    <a:pt x="810" y="182"/>
                    <a:pt x="810" y="182"/>
                    <a:pt x="810" y="182"/>
                  </a:cubicBezTo>
                  <a:lnTo>
                    <a:pt x="715" y="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997;p48">
              <a:extLst>
                <a:ext uri="{FF2B5EF4-FFF2-40B4-BE49-F238E27FC236}">
                  <a16:creationId xmlns:a16="http://schemas.microsoft.com/office/drawing/2014/main" xmlns="" id="{C0F65F88-AA09-B744-8476-9EA92582AA09}"/>
                </a:ext>
              </a:extLst>
            </p:cNvPr>
            <p:cNvSpPr/>
            <p:nvPr/>
          </p:nvSpPr>
          <p:spPr>
            <a:xfrm>
              <a:off x="4271962" y="931862"/>
              <a:ext cx="2389187" cy="3724276"/>
            </a:xfrm>
            <a:custGeom>
              <a:avLst/>
              <a:gdLst/>
              <a:ahLst/>
              <a:cxnLst/>
              <a:rect l="l" t="t" r="r" b="b"/>
              <a:pathLst>
                <a:path w="561" h="874" extrusionOk="0">
                  <a:moveTo>
                    <a:pt x="488" y="872"/>
                  </a:moveTo>
                  <a:cubicBezTo>
                    <a:pt x="536" y="786"/>
                    <a:pt x="561" y="687"/>
                    <a:pt x="561" y="588"/>
                  </a:cubicBezTo>
                  <a:cubicBezTo>
                    <a:pt x="561" y="273"/>
                    <a:pt x="313" y="15"/>
                    <a:pt x="1" y="0"/>
                  </a:cubicBezTo>
                  <a:cubicBezTo>
                    <a:pt x="97" y="163"/>
                    <a:pt x="97" y="163"/>
                    <a:pt x="97" y="163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131" y="342"/>
                    <a:pt x="233" y="453"/>
                    <a:pt x="233" y="588"/>
                  </a:cubicBezTo>
                  <a:cubicBezTo>
                    <a:pt x="233" y="630"/>
                    <a:pt x="223" y="671"/>
                    <a:pt x="204" y="708"/>
                  </a:cubicBezTo>
                  <a:cubicBezTo>
                    <a:pt x="298" y="874"/>
                    <a:pt x="298" y="874"/>
                    <a:pt x="298" y="874"/>
                  </a:cubicBezTo>
                  <a:lnTo>
                    <a:pt x="488" y="87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998;p48">
              <a:extLst>
                <a:ext uri="{FF2B5EF4-FFF2-40B4-BE49-F238E27FC236}">
                  <a16:creationId xmlns:a16="http://schemas.microsoft.com/office/drawing/2014/main" xmlns="" id="{489BA13B-53BF-352C-E68E-8A2F3E388B8E}"/>
                </a:ext>
              </a:extLst>
            </p:cNvPr>
            <p:cNvSpPr/>
            <p:nvPr/>
          </p:nvSpPr>
          <p:spPr>
            <a:xfrm>
              <a:off x="1649412" y="927100"/>
              <a:ext cx="2870200" cy="3652836"/>
            </a:xfrm>
            <a:custGeom>
              <a:avLst/>
              <a:gdLst/>
              <a:ahLst/>
              <a:cxnLst/>
              <a:rect l="l" t="t" r="r" b="b"/>
              <a:pathLst>
                <a:path w="674" h="857" extrusionOk="0">
                  <a:moveTo>
                    <a:pt x="674" y="164"/>
                  </a:moveTo>
                  <a:cubicBezTo>
                    <a:pt x="578" y="0"/>
                    <a:pt x="578" y="0"/>
                    <a:pt x="578" y="0"/>
                  </a:cubicBezTo>
                  <a:cubicBezTo>
                    <a:pt x="258" y="6"/>
                    <a:pt x="0" y="268"/>
                    <a:pt x="0" y="589"/>
                  </a:cubicBezTo>
                  <a:cubicBezTo>
                    <a:pt x="0" y="682"/>
                    <a:pt x="22" y="775"/>
                    <a:pt x="65" y="857"/>
                  </a:cubicBezTo>
                  <a:cubicBezTo>
                    <a:pt x="158" y="693"/>
                    <a:pt x="158" y="693"/>
                    <a:pt x="158" y="693"/>
                  </a:cubicBezTo>
                  <a:cubicBezTo>
                    <a:pt x="350" y="695"/>
                    <a:pt x="350" y="695"/>
                    <a:pt x="350" y="695"/>
                  </a:cubicBezTo>
                  <a:cubicBezTo>
                    <a:pt x="335" y="661"/>
                    <a:pt x="328" y="625"/>
                    <a:pt x="328" y="589"/>
                  </a:cubicBezTo>
                  <a:cubicBezTo>
                    <a:pt x="328" y="449"/>
                    <a:pt x="439" y="334"/>
                    <a:pt x="577" y="328"/>
                  </a:cubicBezTo>
                  <a:lnTo>
                    <a:pt x="674" y="16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" name="Google Shape;999;p48">
            <a:extLst>
              <a:ext uri="{FF2B5EF4-FFF2-40B4-BE49-F238E27FC236}">
                <a16:creationId xmlns:a16="http://schemas.microsoft.com/office/drawing/2014/main" xmlns="" id="{72FDC24C-68D4-4651-D83C-0EBA69D21081}"/>
              </a:ext>
            </a:extLst>
          </p:cNvPr>
          <p:cNvGrpSpPr/>
          <p:nvPr/>
        </p:nvGrpSpPr>
        <p:grpSpPr>
          <a:xfrm>
            <a:off x="4422323" y="2550038"/>
            <a:ext cx="333653" cy="333965"/>
            <a:chOff x="1301750" y="920750"/>
            <a:chExt cx="5095875" cy="5100637"/>
          </a:xfrm>
        </p:grpSpPr>
        <p:sp>
          <p:nvSpPr>
            <p:cNvPr id="21" name="Google Shape;1000;p48">
              <a:extLst>
                <a:ext uri="{FF2B5EF4-FFF2-40B4-BE49-F238E27FC236}">
                  <a16:creationId xmlns:a16="http://schemas.microsoft.com/office/drawing/2014/main" xmlns="" id="{79899FA5-23B2-3054-ED7C-F06DD801D473}"/>
                </a:ext>
              </a:extLst>
            </p:cNvPr>
            <p:cNvSpPr/>
            <p:nvPr/>
          </p:nvSpPr>
          <p:spPr>
            <a:xfrm>
              <a:off x="1301750" y="2546350"/>
              <a:ext cx="1801812" cy="2917825"/>
            </a:xfrm>
            <a:custGeom>
              <a:avLst/>
              <a:gdLst/>
              <a:ahLst/>
              <a:cxnLst/>
              <a:rect l="l" t="t" r="r" b="b"/>
              <a:pathLst>
                <a:path w="405" h="655" extrusionOk="0">
                  <a:moveTo>
                    <a:pt x="321" y="207"/>
                  </a:moveTo>
                  <a:cubicBezTo>
                    <a:pt x="321" y="184"/>
                    <a:pt x="324" y="161"/>
                    <a:pt x="330" y="139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9" y="94"/>
                    <a:pt x="0" y="150"/>
                    <a:pt x="0" y="207"/>
                  </a:cubicBezTo>
                  <a:cubicBezTo>
                    <a:pt x="0" y="381"/>
                    <a:pt x="80" y="546"/>
                    <a:pt x="216" y="655"/>
                  </a:cubicBezTo>
                  <a:cubicBezTo>
                    <a:pt x="234" y="471"/>
                    <a:pt x="234" y="471"/>
                    <a:pt x="234" y="471"/>
                  </a:cubicBezTo>
                  <a:cubicBezTo>
                    <a:pt x="405" y="396"/>
                    <a:pt x="405" y="396"/>
                    <a:pt x="405" y="396"/>
                  </a:cubicBezTo>
                  <a:cubicBezTo>
                    <a:pt x="352" y="348"/>
                    <a:pt x="321" y="279"/>
                    <a:pt x="321" y="20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1001;p48">
              <a:extLst>
                <a:ext uri="{FF2B5EF4-FFF2-40B4-BE49-F238E27FC236}">
                  <a16:creationId xmlns:a16="http://schemas.microsoft.com/office/drawing/2014/main" xmlns="" id="{D4D54C75-1E1D-0B67-D726-167E3CD06C8A}"/>
                </a:ext>
              </a:extLst>
            </p:cNvPr>
            <p:cNvSpPr/>
            <p:nvPr/>
          </p:nvSpPr>
          <p:spPr>
            <a:xfrm>
              <a:off x="2387600" y="4403725"/>
              <a:ext cx="2865436" cy="1617662"/>
            </a:xfrm>
            <a:custGeom>
              <a:avLst/>
              <a:gdLst/>
              <a:ahLst/>
              <a:cxnLst/>
              <a:rect l="l" t="t" r="r" b="b"/>
              <a:pathLst>
                <a:path w="644" h="363" extrusionOk="0">
                  <a:moveTo>
                    <a:pt x="644" y="268"/>
                  </a:moveTo>
                  <a:cubicBezTo>
                    <a:pt x="475" y="194"/>
                    <a:pt x="475" y="194"/>
                    <a:pt x="475" y="194"/>
                  </a:cubicBezTo>
                  <a:cubicBezTo>
                    <a:pt x="456" y="8"/>
                    <a:pt x="456" y="8"/>
                    <a:pt x="456" y="8"/>
                  </a:cubicBezTo>
                  <a:cubicBezTo>
                    <a:pt x="418" y="31"/>
                    <a:pt x="374" y="42"/>
                    <a:pt x="329" y="42"/>
                  </a:cubicBezTo>
                  <a:cubicBezTo>
                    <a:pt x="279" y="42"/>
                    <a:pt x="231" y="28"/>
                    <a:pt x="189" y="0"/>
                  </a:cubicBezTo>
                  <a:cubicBezTo>
                    <a:pt x="18" y="75"/>
                    <a:pt x="18" y="75"/>
                    <a:pt x="18" y="75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97" y="327"/>
                    <a:pt x="210" y="363"/>
                    <a:pt x="329" y="363"/>
                  </a:cubicBezTo>
                  <a:cubicBezTo>
                    <a:pt x="442" y="363"/>
                    <a:pt x="550" y="330"/>
                    <a:pt x="644" y="26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002;p48">
              <a:extLst>
                <a:ext uri="{FF2B5EF4-FFF2-40B4-BE49-F238E27FC236}">
                  <a16:creationId xmlns:a16="http://schemas.microsoft.com/office/drawing/2014/main" xmlns="" id="{59F77696-6A28-555A-0645-620B8CA01FA3}"/>
                </a:ext>
              </a:extLst>
            </p:cNvPr>
            <p:cNvSpPr/>
            <p:nvPr/>
          </p:nvSpPr>
          <p:spPr>
            <a:xfrm>
              <a:off x="4546600" y="2790825"/>
              <a:ext cx="1851025" cy="2717800"/>
            </a:xfrm>
            <a:custGeom>
              <a:avLst/>
              <a:gdLst/>
              <a:ahLst/>
              <a:cxnLst/>
              <a:rect l="l" t="t" r="r" b="b"/>
              <a:pathLst>
                <a:path w="416" h="610" extrusionOk="0">
                  <a:moveTo>
                    <a:pt x="416" y="152"/>
                  </a:moveTo>
                  <a:cubicBezTo>
                    <a:pt x="416" y="101"/>
                    <a:pt x="409" y="50"/>
                    <a:pt x="396" y="0"/>
                  </a:cubicBezTo>
                  <a:cubicBezTo>
                    <a:pt x="273" y="139"/>
                    <a:pt x="273" y="139"/>
                    <a:pt x="273" y="139"/>
                  </a:cubicBezTo>
                  <a:cubicBezTo>
                    <a:pt x="90" y="98"/>
                    <a:pt x="90" y="98"/>
                    <a:pt x="90" y="98"/>
                  </a:cubicBezTo>
                  <a:cubicBezTo>
                    <a:pt x="94" y="116"/>
                    <a:pt x="96" y="134"/>
                    <a:pt x="96" y="152"/>
                  </a:cubicBezTo>
                  <a:cubicBezTo>
                    <a:pt x="96" y="229"/>
                    <a:pt x="60" y="302"/>
                    <a:pt x="0" y="350"/>
                  </a:cubicBezTo>
                  <a:cubicBezTo>
                    <a:pt x="18" y="535"/>
                    <a:pt x="18" y="535"/>
                    <a:pt x="18" y="535"/>
                  </a:cubicBezTo>
                  <a:cubicBezTo>
                    <a:pt x="188" y="610"/>
                    <a:pt x="188" y="610"/>
                    <a:pt x="188" y="610"/>
                  </a:cubicBezTo>
                  <a:cubicBezTo>
                    <a:pt x="331" y="502"/>
                    <a:pt x="416" y="331"/>
                    <a:pt x="416" y="15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1003;p48">
              <a:extLst>
                <a:ext uri="{FF2B5EF4-FFF2-40B4-BE49-F238E27FC236}">
                  <a16:creationId xmlns:a16="http://schemas.microsoft.com/office/drawing/2014/main" xmlns="" id="{E8DEC584-D86C-EF8A-EB7E-90E38D8461A3}"/>
                </a:ext>
              </a:extLst>
            </p:cNvPr>
            <p:cNvSpPr/>
            <p:nvPr/>
          </p:nvSpPr>
          <p:spPr>
            <a:xfrm>
              <a:off x="3962400" y="925512"/>
              <a:ext cx="2297112" cy="2333625"/>
            </a:xfrm>
            <a:custGeom>
              <a:avLst/>
              <a:gdLst/>
              <a:ahLst/>
              <a:cxnLst/>
              <a:rect l="l" t="t" r="r" b="b"/>
              <a:pathLst>
                <a:path w="516" h="524" extrusionOk="0">
                  <a:moveTo>
                    <a:pt x="1" y="0"/>
                  </a:moveTo>
                  <a:cubicBezTo>
                    <a:pt x="94" y="159"/>
                    <a:pt x="94" y="159"/>
                    <a:pt x="94" y="159"/>
                  </a:cubicBezTo>
                  <a:cubicBezTo>
                    <a:pt x="0" y="320"/>
                    <a:pt x="0" y="320"/>
                    <a:pt x="0" y="320"/>
                  </a:cubicBezTo>
                  <a:cubicBezTo>
                    <a:pt x="95" y="330"/>
                    <a:pt x="178" y="393"/>
                    <a:pt x="211" y="484"/>
                  </a:cubicBezTo>
                  <a:cubicBezTo>
                    <a:pt x="393" y="524"/>
                    <a:pt x="393" y="524"/>
                    <a:pt x="393" y="524"/>
                  </a:cubicBezTo>
                  <a:cubicBezTo>
                    <a:pt x="516" y="385"/>
                    <a:pt x="516" y="385"/>
                    <a:pt x="516" y="385"/>
                  </a:cubicBezTo>
                  <a:cubicBezTo>
                    <a:pt x="439" y="162"/>
                    <a:pt x="235" y="1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1004;p48">
              <a:extLst>
                <a:ext uri="{FF2B5EF4-FFF2-40B4-BE49-F238E27FC236}">
                  <a16:creationId xmlns:a16="http://schemas.microsoft.com/office/drawing/2014/main" xmlns="" id="{41BFF096-7B34-1D6D-08EE-59FF98137031}"/>
                </a:ext>
              </a:extLst>
            </p:cNvPr>
            <p:cNvSpPr/>
            <p:nvPr/>
          </p:nvSpPr>
          <p:spPr>
            <a:xfrm>
              <a:off x="1466850" y="920750"/>
              <a:ext cx="2759074" cy="2097087"/>
            </a:xfrm>
            <a:custGeom>
              <a:avLst/>
              <a:gdLst/>
              <a:ahLst/>
              <a:cxnLst/>
              <a:rect l="l" t="t" r="r" b="b"/>
              <a:pathLst>
                <a:path w="620" h="471" extrusionOk="0">
                  <a:moveTo>
                    <a:pt x="526" y="320"/>
                  </a:moveTo>
                  <a:cubicBezTo>
                    <a:pt x="620" y="160"/>
                    <a:pt x="620" y="160"/>
                    <a:pt x="620" y="160"/>
                  </a:cubicBezTo>
                  <a:cubicBezTo>
                    <a:pt x="526" y="0"/>
                    <a:pt x="526" y="0"/>
                    <a:pt x="526" y="0"/>
                  </a:cubicBezTo>
                  <a:cubicBezTo>
                    <a:pt x="290" y="4"/>
                    <a:pt x="82" y="151"/>
                    <a:pt x="0" y="371"/>
                  </a:cubicBezTo>
                  <a:cubicBezTo>
                    <a:pt x="180" y="331"/>
                    <a:pt x="180" y="331"/>
                    <a:pt x="180" y="331"/>
                  </a:cubicBezTo>
                  <a:cubicBezTo>
                    <a:pt x="305" y="471"/>
                    <a:pt x="305" y="471"/>
                    <a:pt x="305" y="471"/>
                  </a:cubicBezTo>
                  <a:cubicBezTo>
                    <a:pt x="343" y="383"/>
                    <a:pt x="428" y="324"/>
                    <a:pt x="526" y="3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" name="Google Shape;1005;p48">
            <a:extLst>
              <a:ext uri="{FF2B5EF4-FFF2-40B4-BE49-F238E27FC236}">
                <a16:creationId xmlns:a16="http://schemas.microsoft.com/office/drawing/2014/main" xmlns="" id="{0DAC9EC8-73AA-2A1D-5517-2A5A7436E15D}"/>
              </a:ext>
            </a:extLst>
          </p:cNvPr>
          <p:cNvGrpSpPr/>
          <p:nvPr/>
        </p:nvGrpSpPr>
        <p:grpSpPr>
          <a:xfrm>
            <a:off x="5864700" y="2549971"/>
            <a:ext cx="334216" cy="334193"/>
            <a:chOff x="5732756" y="2682276"/>
            <a:chExt cx="719905" cy="719856"/>
          </a:xfrm>
        </p:grpSpPr>
        <p:sp>
          <p:nvSpPr>
            <p:cNvPr id="27" name="Google Shape;1006;p48">
              <a:extLst>
                <a:ext uri="{FF2B5EF4-FFF2-40B4-BE49-F238E27FC236}">
                  <a16:creationId xmlns:a16="http://schemas.microsoft.com/office/drawing/2014/main" xmlns="" id="{05BD8A57-E278-BA80-20EA-606CE3DDDBD7}"/>
                </a:ext>
              </a:extLst>
            </p:cNvPr>
            <p:cNvSpPr/>
            <p:nvPr/>
          </p:nvSpPr>
          <p:spPr>
            <a:xfrm>
              <a:off x="5732756" y="2682276"/>
              <a:ext cx="400276" cy="538927"/>
            </a:xfrm>
            <a:custGeom>
              <a:avLst/>
              <a:gdLst/>
              <a:ahLst/>
              <a:cxnLst/>
              <a:rect l="l" t="t" r="r" b="b"/>
              <a:pathLst>
                <a:path w="670" h="902" extrusionOk="0">
                  <a:moveTo>
                    <a:pt x="145" y="824"/>
                  </a:moveTo>
                  <a:cubicBezTo>
                    <a:pt x="138" y="813"/>
                    <a:pt x="137" y="799"/>
                    <a:pt x="142" y="786"/>
                  </a:cubicBezTo>
                  <a:cubicBezTo>
                    <a:pt x="149" y="767"/>
                    <a:pt x="164" y="751"/>
                    <a:pt x="185" y="739"/>
                  </a:cubicBezTo>
                  <a:cubicBezTo>
                    <a:pt x="205" y="727"/>
                    <a:pt x="227" y="722"/>
                    <a:pt x="247" y="725"/>
                  </a:cubicBezTo>
                  <a:cubicBezTo>
                    <a:pt x="260" y="727"/>
                    <a:pt x="272" y="735"/>
                    <a:pt x="278" y="747"/>
                  </a:cubicBezTo>
                  <a:cubicBezTo>
                    <a:pt x="285" y="758"/>
                    <a:pt x="286" y="773"/>
                    <a:pt x="281" y="786"/>
                  </a:cubicBezTo>
                  <a:cubicBezTo>
                    <a:pt x="365" y="737"/>
                    <a:pt x="365" y="737"/>
                    <a:pt x="365" y="737"/>
                  </a:cubicBezTo>
                  <a:cubicBezTo>
                    <a:pt x="342" y="697"/>
                    <a:pt x="329" y="651"/>
                    <a:pt x="329" y="602"/>
                  </a:cubicBezTo>
                  <a:cubicBezTo>
                    <a:pt x="329" y="459"/>
                    <a:pt x="440" y="342"/>
                    <a:pt x="580" y="330"/>
                  </a:cubicBezTo>
                  <a:cubicBezTo>
                    <a:pt x="580" y="202"/>
                    <a:pt x="580" y="202"/>
                    <a:pt x="580" y="202"/>
                  </a:cubicBezTo>
                  <a:cubicBezTo>
                    <a:pt x="581" y="199"/>
                    <a:pt x="584" y="195"/>
                    <a:pt x="589" y="195"/>
                  </a:cubicBezTo>
                  <a:cubicBezTo>
                    <a:pt x="598" y="194"/>
                    <a:pt x="606" y="195"/>
                    <a:pt x="611" y="202"/>
                  </a:cubicBezTo>
                  <a:cubicBezTo>
                    <a:pt x="614" y="207"/>
                    <a:pt x="616" y="212"/>
                    <a:pt x="619" y="216"/>
                  </a:cubicBezTo>
                  <a:cubicBezTo>
                    <a:pt x="628" y="230"/>
                    <a:pt x="645" y="232"/>
                    <a:pt x="656" y="219"/>
                  </a:cubicBezTo>
                  <a:cubicBezTo>
                    <a:pt x="666" y="207"/>
                    <a:pt x="670" y="189"/>
                    <a:pt x="669" y="172"/>
                  </a:cubicBezTo>
                  <a:cubicBezTo>
                    <a:pt x="670" y="156"/>
                    <a:pt x="666" y="138"/>
                    <a:pt x="656" y="126"/>
                  </a:cubicBezTo>
                  <a:cubicBezTo>
                    <a:pt x="645" y="113"/>
                    <a:pt x="628" y="115"/>
                    <a:pt x="619" y="129"/>
                  </a:cubicBezTo>
                  <a:cubicBezTo>
                    <a:pt x="616" y="133"/>
                    <a:pt x="614" y="138"/>
                    <a:pt x="611" y="143"/>
                  </a:cubicBezTo>
                  <a:cubicBezTo>
                    <a:pt x="606" y="150"/>
                    <a:pt x="598" y="151"/>
                    <a:pt x="589" y="150"/>
                  </a:cubicBezTo>
                  <a:cubicBezTo>
                    <a:pt x="584" y="150"/>
                    <a:pt x="581" y="146"/>
                    <a:pt x="580" y="142"/>
                  </a:cubicBezTo>
                  <a:cubicBezTo>
                    <a:pt x="580" y="0"/>
                    <a:pt x="580" y="0"/>
                    <a:pt x="580" y="0"/>
                  </a:cubicBezTo>
                  <a:cubicBezTo>
                    <a:pt x="258" y="12"/>
                    <a:pt x="0" y="277"/>
                    <a:pt x="0" y="602"/>
                  </a:cubicBezTo>
                  <a:cubicBezTo>
                    <a:pt x="0" y="711"/>
                    <a:pt x="29" y="814"/>
                    <a:pt x="79" y="902"/>
                  </a:cubicBezTo>
                  <a:cubicBezTo>
                    <a:pt x="177" y="845"/>
                    <a:pt x="177" y="845"/>
                    <a:pt x="177" y="845"/>
                  </a:cubicBezTo>
                  <a:cubicBezTo>
                    <a:pt x="163" y="843"/>
                    <a:pt x="151" y="836"/>
                    <a:pt x="145" y="8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1007;p48">
              <a:extLst>
                <a:ext uri="{FF2B5EF4-FFF2-40B4-BE49-F238E27FC236}">
                  <a16:creationId xmlns:a16="http://schemas.microsoft.com/office/drawing/2014/main" xmlns="" id="{73DA98D2-2971-8F8E-9D62-CCB0CAB05DF8}"/>
                </a:ext>
              </a:extLst>
            </p:cNvPr>
            <p:cNvSpPr/>
            <p:nvPr/>
          </p:nvSpPr>
          <p:spPr>
            <a:xfrm>
              <a:off x="6094186" y="2682276"/>
              <a:ext cx="358476" cy="531209"/>
            </a:xfrm>
            <a:custGeom>
              <a:avLst/>
              <a:gdLst/>
              <a:ahLst/>
              <a:cxnLst/>
              <a:rect l="l" t="t" r="r" b="b"/>
              <a:pathLst>
                <a:path w="600" h="889" extrusionOk="0">
                  <a:moveTo>
                    <a:pt x="35" y="95"/>
                  </a:moveTo>
                  <a:cubicBezTo>
                    <a:pt x="48" y="95"/>
                    <a:pt x="60" y="101"/>
                    <a:pt x="69" y="112"/>
                  </a:cubicBezTo>
                  <a:cubicBezTo>
                    <a:pt x="82" y="127"/>
                    <a:pt x="88" y="149"/>
                    <a:pt x="88" y="172"/>
                  </a:cubicBezTo>
                  <a:cubicBezTo>
                    <a:pt x="88" y="196"/>
                    <a:pt x="82" y="218"/>
                    <a:pt x="69" y="233"/>
                  </a:cubicBezTo>
                  <a:cubicBezTo>
                    <a:pt x="60" y="244"/>
                    <a:pt x="48" y="250"/>
                    <a:pt x="35" y="250"/>
                  </a:cubicBezTo>
                  <a:cubicBezTo>
                    <a:pt x="21" y="250"/>
                    <a:pt x="8" y="243"/>
                    <a:pt x="0" y="232"/>
                  </a:cubicBezTo>
                  <a:cubicBezTo>
                    <a:pt x="0" y="329"/>
                    <a:pt x="0" y="329"/>
                    <a:pt x="0" y="329"/>
                  </a:cubicBezTo>
                  <a:cubicBezTo>
                    <a:pt x="150" y="331"/>
                    <a:pt x="271" y="452"/>
                    <a:pt x="271" y="602"/>
                  </a:cubicBezTo>
                  <a:cubicBezTo>
                    <a:pt x="271" y="644"/>
                    <a:pt x="261" y="684"/>
                    <a:pt x="245" y="719"/>
                  </a:cubicBezTo>
                  <a:cubicBezTo>
                    <a:pt x="355" y="783"/>
                    <a:pt x="355" y="783"/>
                    <a:pt x="355" y="783"/>
                  </a:cubicBezTo>
                  <a:cubicBezTo>
                    <a:pt x="358" y="786"/>
                    <a:pt x="359" y="791"/>
                    <a:pt x="357" y="795"/>
                  </a:cubicBezTo>
                  <a:cubicBezTo>
                    <a:pt x="353" y="802"/>
                    <a:pt x="349" y="809"/>
                    <a:pt x="340" y="810"/>
                  </a:cubicBezTo>
                  <a:cubicBezTo>
                    <a:pt x="334" y="810"/>
                    <a:pt x="329" y="810"/>
                    <a:pt x="324" y="810"/>
                  </a:cubicBezTo>
                  <a:cubicBezTo>
                    <a:pt x="307" y="810"/>
                    <a:pt x="297" y="825"/>
                    <a:pt x="303" y="840"/>
                  </a:cubicBezTo>
                  <a:cubicBezTo>
                    <a:pt x="309" y="855"/>
                    <a:pt x="322" y="868"/>
                    <a:pt x="336" y="875"/>
                  </a:cubicBezTo>
                  <a:cubicBezTo>
                    <a:pt x="350" y="884"/>
                    <a:pt x="368" y="889"/>
                    <a:pt x="384" y="887"/>
                  </a:cubicBezTo>
                  <a:cubicBezTo>
                    <a:pt x="400" y="884"/>
                    <a:pt x="407" y="868"/>
                    <a:pt x="399" y="854"/>
                  </a:cubicBezTo>
                  <a:cubicBezTo>
                    <a:pt x="397" y="849"/>
                    <a:pt x="394" y="845"/>
                    <a:pt x="391" y="840"/>
                  </a:cubicBezTo>
                  <a:cubicBezTo>
                    <a:pt x="387" y="831"/>
                    <a:pt x="391" y="824"/>
                    <a:pt x="396" y="817"/>
                  </a:cubicBezTo>
                  <a:cubicBezTo>
                    <a:pt x="398" y="813"/>
                    <a:pt x="403" y="812"/>
                    <a:pt x="407" y="813"/>
                  </a:cubicBezTo>
                  <a:cubicBezTo>
                    <a:pt x="530" y="884"/>
                    <a:pt x="530" y="884"/>
                    <a:pt x="530" y="884"/>
                  </a:cubicBezTo>
                  <a:cubicBezTo>
                    <a:pt x="575" y="800"/>
                    <a:pt x="600" y="704"/>
                    <a:pt x="600" y="602"/>
                  </a:cubicBezTo>
                  <a:cubicBezTo>
                    <a:pt x="600" y="271"/>
                    <a:pt x="331" y="1"/>
                    <a:pt x="0" y="0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8" y="102"/>
                    <a:pt x="21" y="95"/>
                    <a:pt x="35" y="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1008;p48">
              <a:extLst>
                <a:ext uri="{FF2B5EF4-FFF2-40B4-BE49-F238E27FC236}">
                  <a16:creationId xmlns:a16="http://schemas.microsoft.com/office/drawing/2014/main" xmlns="" id="{9423EEF1-BE31-F88A-0562-03CE070D910A}"/>
                </a:ext>
              </a:extLst>
            </p:cNvPr>
            <p:cNvSpPr/>
            <p:nvPr/>
          </p:nvSpPr>
          <p:spPr>
            <a:xfrm>
              <a:off x="5787732" y="3124950"/>
              <a:ext cx="616090" cy="277182"/>
            </a:xfrm>
            <a:custGeom>
              <a:avLst/>
              <a:gdLst/>
              <a:ahLst/>
              <a:cxnLst/>
              <a:rect l="l" t="t" r="r" b="b"/>
              <a:pathLst>
                <a:path w="1031" h="464" extrusionOk="0">
                  <a:moveTo>
                    <a:pt x="931" y="147"/>
                  </a:moveTo>
                  <a:cubicBezTo>
                    <a:pt x="925" y="159"/>
                    <a:pt x="913" y="166"/>
                    <a:pt x="900" y="169"/>
                  </a:cubicBezTo>
                  <a:cubicBezTo>
                    <a:pt x="880" y="172"/>
                    <a:pt x="858" y="167"/>
                    <a:pt x="838" y="155"/>
                  </a:cubicBezTo>
                  <a:cubicBezTo>
                    <a:pt x="817" y="143"/>
                    <a:pt x="801" y="127"/>
                    <a:pt x="795" y="108"/>
                  </a:cubicBezTo>
                  <a:cubicBezTo>
                    <a:pt x="790" y="95"/>
                    <a:pt x="791" y="81"/>
                    <a:pt x="797" y="70"/>
                  </a:cubicBezTo>
                  <a:cubicBezTo>
                    <a:pt x="804" y="58"/>
                    <a:pt x="816" y="50"/>
                    <a:pt x="830" y="48"/>
                  </a:cubicBezTo>
                  <a:cubicBezTo>
                    <a:pt x="746" y="0"/>
                    <a:pt x="746" y="0"/>
                    <a:pt x="746" y="0"/>
                  </a:cubicBezTo>
                  <a:cubicBezTo>
                    <a:pt x="698" y="81"/>
                    <a:pt x="611" y="135"/>
                    <a:pt x="510" y="135"/>
                  </a:cubicBezTo>
                  <a:cubicBezTo>
                    <a:pt x="417" y="135"/>
                    <a:pt x="335" y="88"/>
                    <a:pt x="286" y="17"/>
                  </a:cubicBezTo>
                  <a:cubicBezTo>
                    <a:pt x="175" y="81"/>
                    <a:pt x="175" y="81"/>
                    <a:pt x="175" y="81"/>
                  </a:cubicBezTo>
                  <a:cubicBezTo>
                    <a:pt x="171" y="82"/>
                    <a:pt x="167" y="81"/>
                    <a:pt x="164" y="77"/>
                  </a:cubicBezTo>
                  <a:cubicBezTo>
                    <a:pt x="159" y="70"/>
                    <a:pt x="156" y="63"/>
                    <a:pt x="160" y="54"/>
                  </a:cubicBezTo>
                  <a:cubicBezTo>
                    <a:pt x="162" y="49"/>
                    <a:pt x="165" y="45"/>
                    <a:pt x="168" y="40"/>
                  </a:cubicBezTo>
                  <a:cubicBezTo>
                    <a:pt x="175" y="26"/>
                    <a:pt x="168" y="10"/>
                    <a:pt x="152" y="7"/>
                  </a:cubicBezTo>
                  <a:cubicBezTo>
                    <a:pt x="136" y="5"/>
                    <a:pt x="119" y="10"/>
                    <a:pt x="105" y="18"/>
                  </a:cubicBezTo>
                  <a:cubicBezTo>
                    <a:pt x="90" y="26"/>
                    <a:pt x="77" y="39"/>
                    <a:pt x="71" y="54"/>
                  </a:cubicBezTo>
                  <a:cubicBezTo>
                    <a:pt x="66" y="69"/>
                    <a:pt x="76" y="83"/>
                    <a:pt x="92" y="84"/>
                  </a:cubicBezTo>
                  <a:cubicBezTo>
                    <a:pt x="97" y="84"/>
                    <a:pt x="103" y="83"/>
                    <a:pt x="108" y="84"/>
                  </a:cubicBezTo>
                  <a:cubicBezTo>
                    <a:pt x="117" y="85"/>
                    <a:pt x="121" y="92"/>
                    <a:pt x="126" y="99"/>
                  </a:cubicBezTo>
                  <a:cubicBezTo>
                    <a:pt x="128" y="103"/>
                    <a:pt x="126" y="108"/>
                    <a:pt x="123" y="111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107" y="351"/>
                    <a:pt x="296" y="464"/>
                    <a:pt x="510" y="464"/>
                  </a:cubicBezTo>
                  <a:cubicBezTo>
                    <a:pt x="733" y="464"/>
                    <a:pt x="927" y="344"/>
                    <a:pt x="1031" y="165"/>
                  </a:cubicBezTo>
                  <a:cubicBezTo>
                    <a:pt x="934" y="108"/>
                    <a:pt x="934" y="108"/>
                    <a:pt x="934" y="108"/>
                  </a:cubicBezTo>
                  <a:cubicBezTo>
                    <a:pt x="939" y="121"/>
                    <a:pt x="938" y="136"/>
                    <a:pt x="931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" name="Google Shape;1009;p48">
            <a:extLst>
              <a:ext uri="{FF2B5EF4-FFF2-40B4-BE49-F238E27FC236}">
                <a16:creationId xmlns:a16="http://schemas.microsoft.com/office/drawing/2014/main" xmlns="" id="{B582262C-F770-88EA-FC02-196744B90CAA}"/>
              </a:ext>
            </a:extLst>
          </p:cNvPr>
          <p:cNvGrpSpPr/>
          <p:nvPr/>
        </p:nvGrpSpPr>
        <p:grpSpPr>
          <a:xfrm>
            <a:off x="6345688" y="2549966"/>
            <a:ext cx="334220" cy="334203"/>
            <a:chOff x="6768809" y="2682265"/>
            <a:chExt cx="719915" cy="719877"/>
          </a:xfrm>
        </p:grpSpPr>
        <p:sp>
          <p:nvSpPr>
            <p:cNvPr id="31" name="Google Shape;1010;p48">
              <a:extLst>
                <a:ext uri="{FF2B5EF4-FFF2-40B4-BE49-F238E27FC236}">
                  <a16:creationId xmlns:a16="http://schemas.microsoft.com/office/drawing/2014/main" xmlns="" id="{3FD328C3-BAAE-C8AA-0CE0-CD1DC5E1AC92}"/>
                </a:ext>
              </a:extLst>
            </p:cNvPr>
            <p:cNvSpPr/>
            <p:nvPr/>
          </p:nvSpPr>
          <p:spPr>
            <a:xfrm>
              <a:off x="6768809" y="2682954"/>
              <a:ext cx="400157" cy="358101"/>
            </a:xfrm>
            <a:custGeom>
              <a:avLst/>
              <a:gdLst/>
              <a:ahLst/>
              <a:cxnLst/>
              <a:rect l="l" t="t" r="r" b="b"/>
              <a:pathLst>
                <a:path w="638" h="571" extrusionOk="0">
                  <a:moveTo>
                    <a:pt x="91" y="538"/>
                  </a:moveTo>
                  <a:cubicBezTo>
                    <a:pt x="91" y="525"/>
                    <a:pt x="97" y="513"/>
                    <a:pt x="107" y="505"/>
                  </a:cubicBezTo>
                  <a:cubicBezTo>
                    <a:pt x="121" y="493"/>
                    <a:pt x="142" y="486"/>
                    <a:pt x="164" y="487"/>
                  </a:cubicBezTo>
                  <a:cubicBezTo>
                    <a:pt x="187" y="486"/>
                    <a:pt x="208" y="493"/>
                    <a:pt x="222" y="505"/>
                  </a:cubicBezTo>
                  <a:cubicBezTo>
                    <a:pt x="232" y="513"/>
                    <a:pt x="238" y="525"/>
                    <a:pt x="238" y="538"/>
                  </a:cubicBezTo>
                  <a:cubicBezTo>
                    <a:pt x="238" y="551"/>
                    <a:pt x="232" y="563"/>
                    <a:pt x="221" y="571"/>
                  </a:cubicBezTo>
                  <a:cubicBezTo>
                    <a:pt x="314" y="571"/>
                    <a:pt x="314" y="571"/>
                    <a:pt x="314" y="571"/>
                  </a:cubicBezTo>
                  <a:cubicBezTo>
                    <a:pt x="315" y="435"/>
                    <a:pt x="420" y="325"/>
                    <a:pt x="552" y="314"/>
                  </a:cubicBezTo>
                  <a:cubicBezTo>
                    <a:pt x="552" y="192"/>
                    <a:pt x="552" y="192"/>
                    <a:pt x="552" y="192"/>
                  </a:cubicBezTo>
                  <a:cubicBezTo>
                    <a:pt x="554" y="189"/>
                    <a:pt x="557" y="185"/>
                    <a:pt x="561" y="185"/>
                  </a:cubicBezTo>
                  <a:cubicBezTo>
                    <a:pt x="569" y="184"/>
                    <a:pt x="577" y="184"/>
                    <a:pt x="582" y="192"/>
                  </a:cubicBezTo>
                  <a:cubicBezTo>
                    <a:pt x="585" y="196"/>
                    <a:pt x="587" y="201"/>
                    <a:pt x="590" y="205"/>
                  </a:cubicBezTo>
                  <a:cubicBezTo>
                    <a:pt x="598" y="218"/>
                    <a:pt x="615" y="220"/>
                    <a:pt x="625" y="208"/>
                  </a:cubicBezTo>
                  <a:cubicBezTo>
                    <a:pt x="634" y="196"/>
                    <a:pt x="638" y="179"/>
                    <a:pt x="638" y="163"/>
                  </a:cubicBezTo>
                  <a:cubicBezTo>
                    <a:pt x="638" y="148"/>
                    <a:pt x="634" y="131"/>
                    <a:pt x="625" y="119"/>
                  </a:cubicBezTo>
                  <a:cubicBezTo>
                    <a:pt x="615" y="107"/>
                    <a:pt x="598" y="109"/>
                    <a:pt x="590" y="122"/>
                  </a:cubicBezTo>
                  <a:cubicBezTo>
                    <a:pt x="587" y="126"/>
                    <a:pt x="585" y="131"/>
                    <a:pt x="582" y="135"/>
                  </a:cubicBezTo>
                  <a:cubicBezTo>
                    <a:pt x="577" y="142"/>
                    <a:pt x="569" y="143"/>
                    <a:pt x="561" y="142"/>
                  </a:cubicBezTo>
                  <a:cubicBezTo>
                    <a:pt x="557" y="142"/>
                    <a:pt x="554" y="138"/>
                    <a:pt x="552" y="135"/>
                  </a:cubicBezTo>
                  <a:cubicBezTo>
                    <a:pt x="552" y="0"/>
                    <a:pt x="552" y="0"/>
                    <a:pt x="552" y="0"/>
                  </a:cubicBezTo>
                  <a:cubicBezTo>
                    <a:pt x="246" y="11"/>
                    <a:pt x="1" y="262"/>
                    <a:pt x="0" y="571"/>
                  </a:cubicBezTo>
                  <a:cubicBezTo>
                    <a:pt x="107" y="571"/>
                    <a:pt x="107" y="571"/>
                    <a:pt x="107" y="571"/>
                  </a:cubicBezTo>
                  <a:cubicBezTo>
                    <a:pt x="97" y="563"/>
                    <a:pt x="91" y="551"/>
                    <a:pt x="91" y="5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1011;p48">
              <a:extLst>
                <a:ext uri="{FF2B5EF4-FFF2-40B4-BE49-F238E27FC236}">
                  <a16:creationId xmlns:a16="http://schemas.microsoft.com/office/drawing/2014/main" xmlns="" id="{15D48E42-8BCD-1495-7F9F-46F1248D2449}"/>
                </a:ext>
              </a:extLst>
            </p:cNvPr>
            <p:cNvSpPr/>
            <p:nvPr/>
          </p:nvSpPr>
          <p:spPr>
            <a:xfrm>
              <a:off x="6768809" y="3002032"/>
              <a:ext cx="358808" cy="400111"/>
            </a:xfrm>
            <a:custGeom>
              <a:avLst/>
              <a:gdLst/>
              <a:ahLst/>
              <a:cxnLst/>
              <a:rect l="l" t="t" r="r" b="b"/>
              <a:pathLst>
                <a:path w="572" h="638" extrusionOk="0">
                  <a:moveTo>
                    <a:pt x="539" y="547"/>
                  </a:moveTo>
                  <a:cubicBezTo>
                    <a:pt x="526" y="547"/>
                    <a:pt x="514" y="542"/>
                    <a:pt x="506" y="532"/>
                  </a:cubicBezTo>
                  <a:cubicBezTo>
                    <a:pt x="494" y="517"/>
                    <a:pt x="487" y="497"/>
                    <a:pt x="488" y="474"/>
                  </a:cubicBezTo>
                  <a:cubicBezTo>
                    <a:pt x="487" y="451"/>
                    <a:pt x="494" y="431"/>
                    <a:pt x="506" y="416"/>
                  </a:cubicBezTo>
                  <a:cubicBezTo>
                    <a:pt x="514" y="406"/>
                    <a:pt x="526" y="400"/>
                    <a:pt x="539" y="400"/>
                  </a:cubicBezTo>
                  <a:cubicBezTo>
                    <a:pt x="551" y="400"/>
                    <a:pt x="564" y="406"/>
                    <a:pt x="572" y="417"/>
                  </a:cubicBezTo>
                  <a:cubicBezTo>
                    <a:pt x="572" y="324"/>
                    <a:pt x="572" y="324"/>
                    <a:pt x="572" y="324"/>
                  </a:cubicBezTo>
                  <a:cubicBezTo>
                    <a:pt x="436" y="323"/>
                    <a:pt x="325" y="219"/>
                    <a:pt x="315" y="86"/>
                  </a:cubicBezTo>
                  <a:cubicBezTo>
                    <a:pt x="193" y="86"/>
                    <a:pt x="193" y="86"/>
                    <a:pt x="193" y="86"/>
                  </a:cubicBezTo>
                  <a:cubicBezTo>
                    <a:pt x="189" y="84"/>
                    <a:pt x="186" y="81"/>
                    <a:pt x="186" y="77"/>
                  </a:cubicBezTo>
                  <a:cubicBezTo>
                    <a:pt x="185" y="69"/>
                    <a:pt x="185" y="61"/>
                    <a:pt x="193" y="56"/>
                  </a:cubicBezTo>
                  <a:cubicBezTo>
                    <a:pt x="197" y="53"/>
                    <a:pt x="202" y="51"/>
                    <a:pt x="206" y="48"/>
                  </a:cubicBezTo>
                  <a:cubicBezTo>
                    <a:pt x="219" y="40"/>
                    <a:pt x="221" y="23"/>
                    <a:pt x="209" y="13"/>
                  </a:cubicBezTo>
                  <a:cubicBezTo>
                    <a:pt x="197" y="4"/>
                    <a:pt x="180" y="0"/>
                    <a:pt x="164" y="0"/>
                  </a:cubicBezTo>
                  <a:cubicBezTo>
                    <a:pt x="149" y="0"/>
                    <a:pt x="132" y="4"/>
                    <a:pt x="120" y="13"/>
                  </a:cubicBezTo>
                  <a:cubicBezTo>
                    <a:pt x="108" y="23"/>
                    <a:pt x="109" y="40"/>
                    <a:pt x="123" y="48"/>
                  </a:cubicBezTo>
                  <a:cubicBezTo>
                    <a:pt x="127" y="51"/>
                    <a:pt x="132" y="53"/>
                    <a:pt x="136" y="56"/>
                  </a:cubicBezTo>
                  <a:cubicBezTo>
                    <a:pt x="143" y="61"/>
                    <a:pt x="143" y="69"/>
                    <a:pt x="143" y="77"/>
                  </a:cubicBezTo>
                  <a:cubicBezTo>
                    <a:pt x="143" y="81"/>
                    <a:pt x="139" y="84"/>
                    <a:pt x="136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12" y="392"/>
                    <a:pt x="263" y="637"/>
                    <a:pt x="572" y="638"/>
                  </a:cubicBezTo>
                  <a:cubicBezTo>
                    <a:pt x="572" y="531"/>
                    <a:pt x="572" y="531"/>
                    <a:pt x="572" y="531"/>
                  </a:cubicBezTo>
                  <a:cubicBezTo>
                    <a:pt x="564" y="541"/>
                    <a:pt x="551" y="547"/>
                    <a:pt x="539" y="5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1012;p48">
              <a:extLst>
                <a:ext uri="{FF2B5EF4-FFF2-40B4-BE49-F238E27FC236}">
                  <a16:creationId xmlns:a16="http://schemas.microsoft.com/office/drawing/2014/main" xmlns="" id="{E2DE3B85-9671-263B-3ABA-D1C4F52B9B01}"/>
                </a:ext>
              </a:extLst>
            </p:cNvPr>
            <p:cNvSpPr/>
            <p:nvPr/>
          </p:nvSpPr>
          <p:spPr>
            <a:xfrm>
              <a:off x="7129915" y="2682265"/>
              <a:ext cx="358808" cy="400111"/>
            </a:xfrm>
            <a:custGeom>
              <a:avLst/>
              <a:gdLst/>
              <a:ahLst/>
              <a:cxnLst/>
              <a:rect l="l" t="t" r="r" b="b"/>
              <a:pathLst>
                <a:path w="572" h="638" extrusionOk="0">
                  <a:moveTo>
                    <a:pt x="33" y="91"/>
                  </a:moveTo>
                  <a:cubicBezTo>
                    <a:pt x="46" y="91"/>
                    <a:pt x="58" y="97"/>
                    <a:pt x="66" y="107"/>
                  </a:cubicBezTo>
                  <a:cubicBezTo>
                    <a:pt x="78" y="121"/>
                    <a:pt x="85" y="142"/>
                    <a:pt x="84" y="164"/>
                  </a:cubicBezTo>
                  <a:cubicBezTo>
                    <a:pt x="85" y="187"/>
                    <a:pt x="78" y="208"/>
                    <a:pt x="66" y="222"/>
                  </a:cubicBezTo>
                  <a:cubicBezTo>
                    <a:pt x="58" y="232"/>
                    <a:pt x="46" y="238"/>
                    <a:pt x="33" y="238"/>
                  </a:cubicBezTo>
                  <a:cubicBezTo>
                    <a:pt x="21" y="238"/>
                    <a:pt x="8" y="232"/>
                    <a:pt x="0" y="222"/>
                  </a:cubicBezTo>
                  <a:cubicBezTo>
                    <a:pt x="0" y="314"/>
                    <a:pt x="0" y="314"/>
                    <a:pt x="0" y="314"/>
                  </a:cubicBezTo>
                  <a:cubicBezTo>
                    <a:pt x="136" y="315"/>
                    <a:pt x="247" y="420"/>
                    <a:pt x="257" y="553"/>
                  </a:cubicBezTo>
                  <a:cubicBezTo>
                    <a:pt x="379" y="553"/>
                    <a:pt x="379" y="553"/>
                    <a:pt x="379" y="553"/>
                  </a:cubicBezTo>
                  <a:cubicBezTo>
                    <a:pt x="383" y="554"/>
                    <a:pt x="386" y="557"/>
                    <a:pt x="386" y="561"/>
                  </a:cubicBezTo>
                  <a:cubicBezTo>
                    <a:pt x="387" y="570"/>
                    <a:pt x="387" y="577"/>
                    <a:pt x="379" y="582"/>
                  </a:cubicBezTo>
                  <a:cubicBezTo>
                    <a:pt x="375" y="585"/>
                    <a:pt x="370" y="587"/>
                    <a:pt x="366" y="590"/>
                  </a:cubicBezTo>
                  <a:cubicBezTo>
                    <a:pt x="353" y="598"/>
                    <a:pt x="351" y="615"/>
                    <a:pt x="363" y="625"/>
                  </a:cubicBezTo>
                  <a:cubicBezTo>
                    <a:pt x="375" y="635"/>
                    <a:pt x="392" y="638"/>
                    <a:pt x="408" y="638"/>
                  </a:cubicBezTo>
                  <a:cubicBezTo>
                    <a:pt x="423" y="638"/>
                    <a:pt x="440" y="635"/>
                    <a:pt x="452" y="625"/>
                  </a:cubicBezTo>
                  <a:cubicBezTo>
                    <a:pt x="464" y="615"/>
                    <a:pt x="463" y="598"/>
                    <a:pt x="449" y="590"/>
                  </a:cubicBezTo>
                  <a:cubicBezTo>
                    <a:pt x="445" y="587"/>
                    <a:pt x="440" y="585"/>
                    <a:pt x="436" y="582"/>
                  </a:cubicBezTo>
                  <a:cubicBezTo>
                    <a:pt x="429" y="577"/>
                    <a:pt x="429" y="570"/>
                    <a:pt x="429" y="561"/>
                  </a:cubicBezTo>
                  <a:cubicBezTo>
                    <a:pt x="429" y="557"/>
                    <a:pt x="433" y="554"/>
                    <a:pt x="436" y="553"/>
                  </a:cubicBezTo>
                  <a:cubicBezTo>
                    <a:pt x="572" y="553"/>
                    <a:pt x="572" y="553"/>
                    <a:pt x="572" y="553"/>
                  </a:cubicBezTo>
                  <a:cubicBezTo>
                    <a:pt x="560" y="246"/>
                    <a:pt x="309" y="1"/>
                    <a:pt x="0" y="0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8" y="97"/>
                    <a:pt x="21" y="91"/>
                    <a:pt x="33" y="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1013;p48">
              <a:extLst>
                <a:ext uri="{FF2B5EF4-FFF2-40B4-BE49-F238E27FC236}">
                  <a16:creationId xmlns:a16="http://schemas.microsoft.com/office/drawing/2014/main" xmlns="" id="{E315751B-BEED-2471-5990-3A202B8E4C84}"/>
                </a:ext>
              </a:extLst>
            </p:cNvPr>
            <p:cNvSpPr/>
            <p:nvPr/>
          </p:nvSpPr>
          <p:spPr>
            <a:xfrm>
              <a:off x="7088567" y="3043581"/>
              <a:ext cx="400157" cy="358561"/>
            </a:xfrm>
            <a:custGeom>
              <a:avLst/>
              <a:gdLst/>
              <a:ahLst/>
              <a:cxnLst/>
              <a:rect l="l" t="t" r="r" b="b"/>
              <a:pathLst>
                <a:path w="638" h="572" extrusionOk="0">
                  <a:moveTo>
                    <a:pt x="547" y="34"/>
                  </a:moveTo>
                  <a:cubicBezTo>
                    <a:pt x="547" y="46"/>
                    <a:pt x="541" y="58"/>
                    <a:pt x="531" y="66"/>
                  </a:cubicBezTo>
                  <a:cubicBezTo>
                    <a:pt x="517" y="78"/>
                    <a:pt x="496" y="85"/>
                    <a:pt x="474" y="84"/>
                  </a:cubicBezTo>
                  <a:cubicBezTo>
                    <a:pt x="451" y="85"/>
                    <a:pt x="430" y="78"/>
                    <a:pt x="416" y="66"/>
                  </a:cubicBezTo>
                  <a:cubicBezTo>
                    <a:pt x="406" y="58"/>
                    <a:pt x="400" y="46"/>
                    <a:pt x="400" y="34"/>
                  </a:cubicBezTo>
                  <a:cubicBezTo>
                    <a:pt x="400" y="21"/>
                    <a:pt x="406" y="9"/>
                    <a:pt x="417" y="0"/>
                  </a:cubicBezTo>
                  <a:cubicBezTo>
                    <a:pt x="324" y="0"/>
                    <a:pt x="324" y="0"/>
                    <a:pt x="324" y="0"/>
                  </a:cubicBezTo>
                  <a:cubicBezTo>
                    <a:pt x="323" y="136"/>
                    <a:pt x="218" y="247"/>
                    <a:pt x="86" y="258"/>
                  </a:cubicBezTo>
                  <a:cubicBezTo>
                    <a:pt x="86" y="379"/>
                    <a:pt x="86" y="379"/>
                    <a:pt x="86" y="379"/>
                  </a:cubicBezTo>
                  <a:cubicBezTo>
                    <a:pt x="84" y="383"/>
                    <a:pt x="81" y="386"/>
                    <a:pt x="77" y="387"/>
                  </a:cubicBezTo>
                  <a:cubicBezTo>
                    <a:pt x="69" y="387"/>
                    <a:pt x="61" y="387"/>
                    <a:pt x="56" y="379"/>
                  </a:cubicBezTo>
                  <a:cubicBezTo>
                    <a:pt x="53" y="375"/>
                    <a:pt x="51" y="370"/>
                    <a:pt x="48" y="366"/>
                  </a:cubicBezTo>
                  <a:cubicBezTo>
                    <a:pt x="40" y="353"/>
                    <a:pt x="23" y="352"/>
                    <a:pt x="13" y="363"/>
                  </a:cubicBezTo>
                  <a:cubicBezTo>
                    <a:pt x="4" y="375"/>
                    <a:pt x="0" y="392"/>
                    <a:pt x="0" y="408"/>
                  </a:cubicBezTo>
                  <a:cubicBezTo>
                    <a:pt x="0" y="423"/>
                    <a:pt x="4" y="440"/>
                    <a:pt x="13" y="452"/>
                  </a:cubicBezTo>
                  <a:cubicBezTo>
                    <a:pt x="23" y="464"/>
                    <a:pt x="40" y="463"/>
                    <a:pt x="48" y="450"/>
                  </a:cubicBezTo>
                  <a:cubicBezTo>
                    <a:pt x="51" y="445"/>
                    <a:pt x="53" y="440"/>
                    <a:pt x="56" y="436"/>
                  </a:cubicBezTo>
                  <a:cubicBezTo>
                    <a:pt x="61" y="429"/>
                    <a:pt x="69" y="429"/>
                    <a:pt x="77" y="429"/>
                  </a:cubicBezTo>
                  <a:cubicBezTo>
                    <a:pt x="81" y="429"/>
                    <a:pt x="84" y="433"/>
                    <a:pt x="86" y="436"/>
                  </a:cubicBezTo>
                  <a:cubicBezTo>
                    <a:pt x="86" y="572"/>
                    <a:pt x="86" y="572"/>
                    <a:pt x="86" y="572"/>
                  </a:cubicBezTo>
                  <a:cubicBezTo>
                    <a:pt x="392" y="560"/>
                    <a:pt x="637" y="309"/>
                    <a:pt x="638" y="0"/>
                  </a:cubicBezTo>
                  <a:cubicBezTo>
                    <a:pt x="531" y="0"/>
                    <a:pt x="531" y="0"/>
                    <a:pt x="531" y="0"/>
                  </a:cubicBezTo>
                  <a:cubicBezTo>
                    <a:pt x="541" y="9"/>
                    <a:pt x="547" y="21"/>
                    <a:pt x="547" y="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" name="Google Shape;1014;p48">
            <a:extLst>
              <a:ext uri="{FF2B5EF4-FFF2-40B4-BE49-F238E27FC236}">
                <a16:creationId xmlns:a16="http://schemas.microsoft.com/office/drawing/2014/main" xmlns="" id="{7CC2EC0F-4A15-C719-B435-6EDE5395674E}"/>
              </a:ext>
            </a:extLst>
          </p:cNvPr>
          <p:cNvGrpSpPr/>
          <p:nvPr/>
        </p:nvGrpSpPr>
        <p:grpSpPr>
          <a:xfrm>
            <a:off x="6826682" y="2549988"/>
            <a:ext cx="334315" cy="334159"/>
            <a:chOff x="7804870" y="2682313"/>
            <a:chExt cx="720118" cy="719782"/>
          </a:xfrm>
        </p:grpSpPr>
        <p:sp>
          <p:nvSpPr>
            <p:cNvPr id="36" name="Google Shape;1015;p48">
              <a:extLst>
                <a:ext uri="{FF2B5EF4-FFF2-40B4-BE49-F238E27FC236}">
                  <a16:creationId xmlns:a16="http://schemas.microsoft.com/office/drawing/2014/main" xmlns="" id="{D15EDF14-1579-AE73-63C8-BFAFFE621BF9}"/>
                </a:ext>
              </a:extLst>
            </p:cNvPr>
            <p:cNvSpPr/>
            <p:nvPr/>
          </p:nvSpPr>
          <p:spPr>
            <a:xfrm>
              <a:off x="7804870" y="2922841"/>
              <a:ext cx="256443" cy="407568"/>
            </a:xfrm>
            <a:custGeom>
              <a:avLst/>
              <a:gdLst/>
              <a:ahLst/>
              <a:cxnLst/>
              <a:rect l="l" t="t" r="r" b="b"/>
              <a:pathLst>
                <a:path w="376" h="598" extrusionOk="0">
                  <a:moveTo>
                    <a:pt x="242" y="519"/>
                  </a:moveTo>
                  <a:cubicBezTo>
                    <a:pt x="234" y="513"/>
                    <a:pt x="229" y="503"/>
                    <a:pt x="228" y="493"/>
                  </a:cubicBezTo>
                  <a:cubicBezTo>
                    <a:pt x="227" y="477"/>
                    <a:pt x="233" y="460"/>
                    <a:pt x="244" y="445"/>
                  </a:cubicBezTo>
                  <a:cubicBezTo>
                    <a:pt x="255" y="430"/>
                    <a:pt x="269" y="420"/>
                    <a:pt x="284" y="416"/>
                  </a:cubicBezTo>
                  <a:cubicBezTo>
                    <a:pt x="294" y="413"/>
                    <a:pt x="305" y="415"/>
                    <a:pt x="313" y="421"/>
                  </a:cubicBezTo>
                  <a:cubicBezTo>
                    <a:pt x="316" y="424"/>
                    <a:pt x="319" y="427"/>
                    <a:pt x="321" y="430"/>
                  </a:cubicBezTo>
                  <a:cubicBezTo>
                    <a:pt x="326" y="437"/>
                    <a:pt x="335" y="437"/>
                    <a:pt x="340" y="430"/>
                  </a:cubicBezTo>
                  <a:cubicBezTo>
                    <a:pt x="372" y="386"/>
                    <a:pt x="372" y="386"/>
                    <a:pt x="372" y="386"/>
                  </a:cubicBezTo>
                  <a:cubicBezTo>
                    <a:pt x="376" y="381"/>
                    <a:pt x="375" y="374"/>
                    <a:pt x="370" y="371"/>
                  </a:cubicBezTo>
                  <a:cubicBezTo>
                    <a:pt x="313" y="325"/>
                    <a:pt x="276" y="254"/>
                    <a:pt x="276" y="175"/>
                  </a:cubicBezTo>
                  <a:cubicBezTo>
                    <a:pt x="276" y="157"/>
                    <a:pt x="278" y="140"/>
                    <a:pt x="281" y="124"/>
                  </a:cubicBezTo>
                  <a:cubicBezTo>
                    <a:pt x="283" y="118"/>
                    <a:pt x="279" y="112"/>
                    <a:pt x="274" y="111"/>
                  </a:cubicBezTo>
                  <a:cubicBezTo>
                    <a:pt x="177" y="79"/>
                    <a:pt x="177" y="79"/>
                    <a:pt x="177" y="79"/>
                  </a:cubicBezTo>
                  <a:cubicBezTo>
                    <a:pt x="175" y="77"/>
                    <a:pt x="173" y="74"/>
                    <a:pt x="174" y="71"/>
                  </a:cubicBezTo>
                  <a:cubicBezTo>
                    <a:pt x="176" y="64"/>
                    <a:pt x="178" y="58"/>
                    <a:pt x="185" y="56"/>
                  </a:cubicBezTo>
                  <a:cubicBezTo>
                    <a:pt x="189" y="55"/>
                    <a:pt x="193" y="55"/>
                    <a:pt x="197" y="54"/>
                  </a:cubicBezTo>
                  <a:cubicBezTo>
                    <a:pt x="209" y="50"/>
                    <a:pt x="215" y="38"/>
                    <a:pt x="208" y="27"/>
                  </a:cubicBezTo>
                  <a:cubicBezTo>
                    <a:pt x="201" y="16"/>
                    <a:pt x="189" y="9"/>
                    <a:pt x="177" y="5"/>
                  </a:cubicBezTo>
                  <a:cubicBezTo>
                    <a:pt x="165" y="1"/>
                    <a:pt x="151" y="0"/>
                    <a:pt x="139" y="5"/>
                  </a:cubicBezTo>
                  <a:cubicBezTo>
                    <a:pt x="127" y="9"/>
                    <a:pt x="124" y="23"/>
                    <a:pt x="132" y="32"/>
                  </a:cubicBezTo>
                  <a:cubicBezTo>
                    <a:pt x="135" y="36"/>
                    <a:pt x="138" y="38"/>
                    <a:pt x="140" y="42"/>
                  </a:cubicBezTo>
                  <a:cubicBezTo>
                    <a:pt x="145" y="48"/>
                    <a:pt x="143" y="54"/>
                    <a:pt x="141" y="60"/>
                  </a:cubicBezTo>
                  <a:cubicBezTo>
                    <a:pt x="140" y="63"/>
                    <a:pt x="136" y="65"/>
                    <a:pt x="133" y="65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6" y="30"/>
                    <a:pt x="19" y="34"/>
                    <a:pt x="17" y="40"/>
                  </a:cubicBezTo>
                  <a:cubicBezTo>
                    <a:pt x="6" y="83"/>
                    <a:pt x="0" y="128"/>
                    <a:pt x="0" y="175"/>
                  </a:cubicBezTo>
                  <a:cubicBezTo>
                    <a:pt x="0" y="345"/>
                    <a:pt x="81" y="497"/>
                    <a:pt x="207" y="594"/>
                  </a:cubicBezTo>
                  <a:cubicBezTo>
                    <a:pt x="212" y="598"/>
                    <a:pt x="219" y="597"/>
                    <a:pt x="223" y="591"/>
                  </a:cubicBezTo>
                  <a:cubicBezTo>
                    <a:pt x="259" y="542"/>
                    <a:pt x="259" y="542"/>
                    <a:pt x="259" y="542"/>
                  </a:cubicBezTo>
                  <a:cubicBezTo>
                    <a:pt x="264" y="535"/>
                    <a:pt x="260" y="526"/>
                    <a:pt x="253" y="524"/>
                  </a:cubicBezTo>
                  <a:cubicBezTo>
                    <a:pt x="249" y="523"/>
                    <a:pt x="245" y="521"/>
                    <a:pt x="242" y="51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1016;p48">
              <a:extLst>
                <a:ext uri="{FF2B5EF4-FFF2-40B4-BE49-F238E27FC236}">
                  <a16:creationId xmlns:a16="http://schemas.microsoft.com/office/drawing/2014/main" xmlns="" id="{7AEE58F8-2B26-BC3B-EE95-F5FF90D38397}"/>
                </a:ext>
              </a:extLst>
            </p:cNvPr>
            <p:cNvSpPr/>
            <p:nvPr/>
          </p:nvSpPr>
          <p:spPr>
            <a:xfrm>
              <a:off x="7823833" y="2682313"/>
              <a:ext cx="377215" cy="304549"/>
            </a:xfrm>
            <a:custGeom>
              <a:avLst/>
              <a:gdLst/>
              <a:ahLst/>
              <a:cxnLst/>
              <a:rect l="l" t="t" r="r" b="b"/>
              <a:pathLst>
                <a:path w="553" h="447" extrusionOk="0">
                  <a:moveTo>
                    <a:pt x="84" y="362"/>
                  </a:moveTo>
                  <a:cubicBezTo>
                    <a:pt x="87" y="352"/>
                    <a:pt x="95" y="344"/>
                    <a:pt x="105" y="340"/>
                  </a:cubicBezTo>
                  <a:cubicBezTo>
                    <a:pt x="119" y="335"/>
                    <a:pt x="137" y="335"/>
                    <a:pt x="154" y="341"/>
                  </a:cubicBezTo>
                  <a:cubicBezTo>
                    <a:pt x="172" y="346"/>
                    <a:pt x="187" y="357"/>
                    <a:pt x="195" y="370"/>
                  </a:cubicBezTo>
                  <a:cubicBezTo>
                    <a:pt x="201" y="379"/>
                    <a:pt x="202" y="390"/>
                    <a:pt x="199" y="399"/>
                  </a:cubicBezTo>
                  <a:cubicBezTo>
                    <a:pt x="198" y="403"/>
                    <a:pt x="196" y="407"/>
                    <a:pt x="193" y="410"/>
                  </a:cubicBezTo>
                  <a:cubicBezTo>
                    <a:pt x="188" y="416"/>
                    <a:pt x="191" y="425"/>
                    <a:pt x="199" y="428"/>
                  </a:cubicBezTo>
                  <a:cubicBezTo>
                    <a:pt x="250" y="445"/>
                    <a:pt x="250" y="445"/>
                    <a:pt x="250" y="445"/>
                  </a:cubicBezTo>
                  <a:cubicBezTo>
                    <a:pt x="256" y="447"/>
                    <a:pt x="263" y="444"/>
                    <a:pt x="265" y="438"/>
                  </a:cubicBezTo>
                  <a:cubicBezTo>
                    <a:pt x="298" y="352"/>
                    <a:pt x="377" y="288"/>
                    <a:pt x="472" y="277"/>
                  </a:cubicBezTo>
                  <a:cubicBezTo>
                    <a:pt x="478" y="277"/>
                    <a:pt x="482" y="272"/>
                    <a:pt x="482" y="266"/>
                  </a:cubicBezTo>
                  <a:cubicBezTo>
                    <a:pt x="482" y="165"/>
                    <a:pt x="482" y="165"/>
                    <a:pt x="482" y="165"/>
                  </a:cubicBezTo>
                  <a:cubicBezTo>
                    <a:pt x="483" y="162"/>
                    <a:pt x="486" y="159"/>
                    <a:pt x="489" y="159"/>
                  </a:cubicBezTo>
                  <a:cubicBezTo>
                    <a:pt x="496" y="158"/>
                    <a:pt x="502" y="159"/>
                    <a:pt x="507" y="165"/>
                  </a:cubicBezTo>
                  <a:cubicBezTo>
                    <a:pt x="509" y="168"/>
                    <a:pt x="511" y="172"/>
                    <a:pt x="513" y="176"/>
                  </a:cubicBezTo>
                  <a:cubicBezTo>
                    <a:pt x="520" y="186"/>
                    <a:pt x="533" y="187"/>
                    <a:pt x="541" y="178"/>
                  </a:cubicBezTo>
                  <a:cubicBezTo>
                    <a:pt x="549" y="168"/>
                    <a:pt x="553" y="154"/>
                    <a:pt x="552" y="141"/>
                  </a:cubicBezTo>
                  <a:cubicBezTo>
                    <a:pt x="553" y="128"/>
                    <a:pt x="549" y="115"/>
                    <a:pt x="541" y="105"/>
                  </a:cubicBezTo>
                  <a:cubicBezTo>
                    <a:pt x="533" y="95"/>
                    <a:pt x="520" y="96"/>
                    <a:pt x="513" y="107"/>
                  </a:cubicBezTo>
                  <a:cubicBezTo>
                    <a:pt x="511" y="111"/>
                    <a:pt x="509" y="114"/>
                    <a:pt x="507" y="118"/>
                  </a:cubicBezTo>
                  <a:cubicBezTo>
                    <a:pt x="502" y="124"/>
                    <a:pt x="496" y="124"/>
                    <a:pt x="489" y="124"/>
                  </a:cubicBezTo>
                  <a:cubicBezTo>
                    <a:pt x="486" y="124"/>
                    <a:pt x="483" y="121"/>
                    <a:pt x="482" y="118"/>
                  </a:cubicBezTo>
                  <a:cubicBezTo>
                    <a:pt x="482" y="12"/>
                    <a:pt x="482" y="12"/>
                    <a:pt x="482" y="12"/>
                  </a:cubicBezTo>
                  <a:cubicBezTo>
                    <a:pt x="482" y="5"/>
                    <a:pt x="477" y="0"/>
                    <a:pt x="470" y="0"/>
                  </a:cubicBezTo>
                  <a:cubicBezTo>
                    <a:pt x="253" y="12"/>
                    <a:pt x="71" y="155"/>
                    <a:pt x="2" y="352"/>
                  </a:cubicBezTo>
                  <a:cubicBezTo>
                    <a:pt x="0" y="358"/>
                    <a:pt x="3" y="364"/>
                    <a:pt x="9" y="366"/>
                  </a:cubicBezTo>
                  <a:cubicBezTo>
                    <a:pt x="68" y="385"/>
                    <a:pt x="68" y="385"/>
                    <a:pt x="68" y="385"/>
                  </a:cubicBezTo>
                  <a:cubicBezTo>
                    <a:pt x="75" y="388"/>
                    <a:pt x="83" y="382"/>
                    <a:pt x="82" y="374"/>
                  </a:cubicBezTo>
                  <a:cubicBezTo>
                    <a:pt x="82" y="370"/>
                    <a:pt x="83" y="366"/>
                    <a:pt x="84" y="36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1017;p48">
              <a:extLst>
                <a:ext uri="{FF2B5EF4-FFF2-40B4-BE49-F238E27FC236}">
                  <a16:creationId xmlns:a16="http://schemas.microsoft.com/office/drawing/2014/main" xmlns="" id="{E2325C19-853D-AFBE-15F0-E79E80BAEC84}"/>
                </a:ext>
              </a:extLst>
            </p:cNvPr>
            <p:cNvSpPr/>
            <p:nvPr/>
          </p:nvSpPr>
          <p:spPr>
            <a:xfrm>
              <a:off x="8277575" y="2932985"/>
              <a:ext cx="247414" cy="390661"/>
            </a:xfrm>
            <a:custGeom>
              <a:avLst/>
              <a:gdLst/>
              <a:ahLst/>
              <a:cxnLst/>
              <a:rect l="l" t="t" r="r" b="b"/>
              <a:pathLst>
                <a:path w="363" h="573" extrusionOk="0">
                  <a:moveTo>
                    <a:pt x="268" y="20"/>
                  </a:moveTo>
                  <a:cubicBezTo>
                    <a:pt x="261" y="23"/>
                    <a:pt x="258" y="32"/>
                    <a:pt x="263" y="38"/>
                  </a:cubicBezTo>
                  <a:cubicBezTo>
                    <a:pt x="266" y="42"/>
                    <a:pt x="268" y="45"/>
                    <a:pt x="269" y="49"/>
                  </a:cubicBezTo>
                  <a:cubicBezTo>
                    <a:pt x="272" y="59"/>
                    <a:pt x="270" y="70"/>
                    <a:pt x="265" y="79"/>
                  </a:cubicBezTo>
                  <a:cubicBezTo>
                    <a:pt x="256" y="92"/>
                    <a:pt x="242" y="102"/>
                    <a:pt x="224" y="107"/>
                  </a:cubicBezTo>
                  <a:cubicBezTo>
                    <a:pt x="207" y="113"/>
                    <a:pt x="189" y="114"/>
                    <a:pt x="174" y="108"/>
                  </a:cubicBezTo>
                  <a:cubicBezTo>
                    <a:pt x="165" y="104"/>
                    <a:pt x="157" y="96"/>
                    <a:pt x="154" y="86"/>
                  </a:cubicBezTo>
                  <a:cubicBezTo>
                    <a:pt x="153" y="83"/>
                    <a:pt x="152" y="79"/>
                    <a:pt x="152" y="75"/>
                  </a:cubicBezTo>
                  <a:cubicBezTo>
                    <a:pt x="152" y="67"/>
                    <a:pt x="145" y="60"/>
                    <a:pt x="137" y="63"/>
                  </a:cubicBezTo>
                  <a:cubicBezTo>
                    <a:pt x="85" y="80"/>
                    <a:pt x="85" y="80"/>
                    <a:pt x="85" y="80"/>
                  </a:cubicBezTo>
                  <a:cubicBezTo>
                    <a:pt x="80" y="82"/>
                    <a:pt x="76" y="88"/>
                    <a:pt x="78" y="94"/>
                  </a:cubicBezTo>
                  <a:cubicBezTo>
                    <a:pt x="84" y="115"/>
                    <a:pt x="87" y="137"/>
                    <a:pt x="87" y="160"/>
                  </a:cubicBezTo>
                  <a:cubicBezTo>
                    <a:pt x="87" y="233"/>
                    <a:pt x="55" y="299"/>
                    <a:pt x="5" y="345"/>
                  </a:cubicBezTo>
                  <a:cubicBezTo>
                    <a:pt x="0" y="349"/>
                    <a:pt x="0" y="356"/>
                    <a:pt x="3" y="361"/>
                  </a:cubicBezTo>
                  <a:cubicBezTo>
                    <a:pt x="63" y="443"/>
                    <a:pt x="63" y="443"/>
                    <a:pt x="63" y="443"/>
                  </a:cubicBezTo>
                  <a:cubicBezTo>
                    <a:pt x="63" y="446"/>
                    <a:pt x="63" y="449"/>
                    <a:pt x="61" y="452"/>
                  </a:cubicBezTo>
                  <a:cubicBezTo>
                    <a:pt x="55" y="456"/>
                    <a:pt x="50" y="459"/>
                    <a:pt x="43" y="457"/>
                  </a:cubicBezTo>
                  <a:cubicBezTo>
                    <a:pt x="39" y="456"/>
                    <a:pt x="35" y="453"/>
                    <a:pt x="32" y="452"/>
                  </a:cubicBezTo>
                  <a:cubicBezTo>
                    <a:pt x="20" y="447"/>
                    <a:pt x="8" y="454"/>
                    <a:pt x="7" y="467"/>
                  </a:cubicBezTo>
                  <a:cubicBezTo>
                    <a:pt x="6" y="479"/>
                    <a:pt x="12" y="493"/>
                    <a:pt x="20" y="503"/>
                  </a:cubicBezTo>
                  <a:cubicBezTo>
                    <a:pt x="27" y="513"/>
                    <a:pt x="38" y="523"/>
                    <a:pt x="50" y="526"/>
                  </a:cubicBezTo>
                  <a:cubicBezTo>
                    <a:pt x="62" y="529"/>
                    <a:pt x="73" y="520"/>
                    <a:pt x="72" y="507"/>
                  </a:cubicBezTo>
                  <a:cubicBezTo>
                    <a:pt x="72" y="503"/>
                    <a:pt x="71" y="499"/>
                    <a:pt x="70" y="495"/>
                  </a:cubicBezTo>
                  <a:cubicBezTo>
                    <a:pt x="70" y="487"/>
                    <a:pt x="75" y="484"/>
                    <a:pt x="81" y="480"/>
                  </a:cubicBezTo>
                  <a:cubicBezTo>
                    <a:pt x="84" y="478"/>
                    <a:pt x="88" y="479"/>
                    <a:pt x="90" y="481"/>
                  </a:cubicBezTo>
                  <a:cubicBezTo>
                    <a:pt x="153" y="566"/>
                    <a:pt x="153" y="566"/>
                    <a:pt x="153" y="566"/>
                  </a:cubicBezTo>
                  <a:cubicBezTo>
                    <a:pt x="156" y="572"/>
                    <a:pt x="164" y="573"/>
                    <a:pt x="169" y="569"/>
                  </a:cubicBezTo>
                  <a:cubicBezTo>
                    <a:pt x="287" y="472"/>
                    <a:pt x="363" y="324"/>
                    <a:pt x="363" y="160"/>
                  </a:cubicBezTo>
                  <a:cubicBezTo>
                    <a:pt x="363" y="107"/>
                    <a:pt x="355" y="57"/>
                    <a:pt x="341" y="9"/>
                  </a:cubicBezTo>
                  <a:cubicBezTo>
                    <a:pt x="339" y="3"/>
                    <a:pt x="333" y="0"/>
                    <a:pt x="327" y="1"/>
                  </a:cubicBezTo>
                  <a:lnTo>
                    <a:pt x="268" y="2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1018;p48">
              <a:extLst>
                <a:ext uri="{FF2B5EF4-FFF2-40B4-BE49-F238E27FC236}">
                  <a16:creationId xmlns:a16="http://schemas.microsoft.com/office/drawing/2014/main" xmlns="" id="{639D2B4A-D0B4-09AA-522C-D00AAEC31529}"/>
                </a:ext>
              </a:extLst>
            </p:cNvPr>
            <p:cNvSpPr/>
            <p:nvPr/>
          </p:nvSpPr>
          <p:spPr>
            <a:xfrm>
              <a:off x="8166284" y="2682313"/>
              <a:ext cx="336357" cy="315595"/>
            </a:xfrm>
            <a:custGeom>
              <a:avLst/>
              <a:gdLst/>
              <a:ahLst/>
              <a:cxnLst/>
              <a:rect l="l" t="t" r="r" b="b"/>
              <a:pathLst>
                <a:path w="493" h="463" extrusionOk="0">
                  <a:moveTo>
                    <a:pt x="27" y="81"/>
                  </a:moveTo>
                  <a:cubicBezTo>
                    <a:pt x="37" y="81"/>
                    <a:pt x="47" y="86"/>
                    <a:pt x="54" y="94"/>
                  </a:cubicBezTo>
                  <a:cubicBezTo>
                    <a:pt x="64" y="106"/>
                    <a:pt x="69" y="123"/>
                    <a:pt x="69" y="141"/>
                  </a:cubicBezTo>
                  <a:cubicBezTo>
                    <a:pt x="69" y="160"/>
                    <a:pt x="64" y="177"/>
                    <a:pt x="54" y="189"/>
                  </a:cubicBezTo>
                  <a:cubicBezTo>
                    <a:pt x="47" y="197"/>
                    <a:pt x="37" y="202"/>
                    <a:pt x="27" y="202"/>
                  </a:cubicBezTo>
                  <a:cubicBezTo>
                    <a:pt x="23" y="202"/>
                    <a:pt x="19" y="201"/>
                    <a:pt x="15" y="200"/>
                  </a:cubicBezTo>
                  <a:cubicBezTo>
                    <a:pt x="8" y="197"/>
                    <a:pt x="0" y="202"/>
                    <a:pt x="0" y="210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271"/>
                    <a:pt x="5" y="276"/>
                    <a:pt x="11" y="276"/>
                  </a:cubicBezTo>
                  <a:cubicBezTo>
                    <a:pt x="107" y="281"/>
                    <a:pt x="189" y="340"/>
                    <a:pt x="227" y="423"/>
                  </a:cubicBezTo>
                  <a:cubicBezTo>
                    <a:pt x="230" y="429"/>
                    <a:pt x="236" y="432"/>
                    <a:pt x="241" y="430"/>
                  </a:cubicBezTo>
                  <a:cubicBezTo>
                    <a:pt x="338" y="398"/>
                    <a:pt x="338" y="398"/>
                    <a:pt x="338" y="398"/>
                  </a:cubicBezTo>
                  <a:cubicBezTo>
                    <a:pt x="341" y="399"/>
                    <a:pt x="344" y="400"/>
                    <a:pt x="346" y="403"/>
                  </a:cubicBezTo>
                  <a:cubicBezTo>
                    <a:pt x="348" y="410"/>
                    <a:pt x="350" y="416"/>
                    <a:pt x="345" y="422"/>
                  </a:cubicBezTo>
                  <a:cubicBezTo>
                    <a:pt x="343" y="425"/>
                    <a:pt x="339" y="428"/>
                    <a:pt x="337" y="431"/>
                  </a:cubicBezTo>
                  <a:cubicBezTo>
                    <a:pt x="329" y="441"/>
                    <a:pt x="332" y="454"/>
                    <a:pt x="344" y="459"/>
                  </a:cubicBezTo>
                  <a:cubicBezTo>
                    <a:pt x="355" y="463"/>
                    <a:pt x="369" y="462"/>
                    <a:pt x="382" y="458"/>
                  </a:cubicBezTo>
                  <a:cubicBezTo>
                    <a:pt x="394" y="454"/>
                    <a:pt x="406" y="447"/>
                    <a:pt x="413" y="436"/>
                  </a:cubicBezTo>
                  <a:cubicBezTo>
                    <a:pt x="420" y="426"/>
                    <a:pt x="414" y="413"/>
                    <a:pt x="402" y="410"/>
                  </a:cubicBezTo>
                  <a:cubicBezTo>
                    <a:pt x="398" y="409"/>
                    <a:pt x="394" y="408"/>
                    <a:pt x="390" y="407"/>
                  </a:cubicBezTo>
                  <a:cubicBezTo>
                    <a:pt x="383" y="405"/>
                    <a:pt x="380" y="399"/>
                    <a:pt x="379" y="393"/>
                  </a:cubicBezTo>
                  <a:cubicBezTo>
                    <a:pt x="378" y="389"/>
                    <a:pt x="380" y="386"/>
                    <a:pt x="382" y="384"/>
                  </a:cubicBezTo>
                  <a:cubicBezTo>
                    <a:pt x="483" y="351"/>
                    <a:pt x="483" y="351"/>
                    <a:pt x="483" y="351"/>
                  </a:cubicBezTo>
                  <a:cubicBezTo>
                    <a:pt x="489" y="349"/>
                    <a:pt x="493" y="342"/>
                    <a:pt x="490" y="336"/>
                  </a:cubicBezTo>
                  <a:cubicBezTo>
                    <a:pt x="415" y="143"/>
                    <a:pt x="230" y="5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80"/>
                    <a:pt x="8" y="86"/>
                    <a:pt x="15" y="83"/>
                  </a:cubicBezTo>
                  <a:cubicBezTo>
                    <a:pt x="19" y="82"/>
                    <a:pt x="23" y="81"/>
                    <a:pt x="27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1019;p48">
              <a:extLst>
                <a:ext uri="{FF2B5EF4-FFF2-40B4-BE49-F238E27FC236}">
                  <a16:creationId xmlns:a16="http://schemas.microsoft.com/office/drawing/2014/main" xmlns="" id="{EFD56FA8-AE83-BF35-A453-9EA808E6A2E5}"/>
                </a:ext>
              </a:extLst>
            </p:cNvPr>
            <p:cNvSpPr/>
            <p:nvPr/>
          </p:nvSpPr>
          <p:spPr>
            <a:xfrm>
              <a:off x="7965147" y="3183207"/>
              <a:ext cx="408594" cy="218887"/>
            </a:xfrm>
            <a:custGeom>
              <a:avLst/>
              <a:gdLst/>
              <a:ahLst/>
              <a:cxnLst/>
              <a:rect l="l" t="t" r="r" b="b"/>
              <a:pathLst>
                <a:path w="599" h="321" extrusionOk="0">
                  <a:moveTo>
                    <a:pt x="532" y="171"/>
                  </a:moveTo>
                  <a:cubicBezTo>
                    <a:pt x="524" y="177"/>
                    <a:pt x="513" y="179"/>
                    <a:pt x="503" y="176"/>
                  </a:cubicBezTo>
                  <a:cubicBezTo>
                    <a:pt x="488" y="172"/>
                    <a:pt x="474" y="162"/>
                    <a:pt x="463" y="147"/>
                  </a:cubicBezTo>
                  <a:cubicBezTo>
                    <a:pt x="452" y="132"/>
                    <a:pt x="446" y="115"/>
                    <a:pt x="447" y="99"/>
                  </a:cubicBezTo>
                  <a:cubicBezTo>
                    <a:pt x="448" y="89"/>
                    <a:pt x="453" y="79"/>
                    <a:pt x="461" y="73"/>
                  </a:cubicBezTo>
                  <a:cubicBezTo>
                    <a:pt x="464" y="71"/>
                    <a:pt x="468" y="69"/>
                    <a:pt x="472" y="68"/>
                  </a:cubicBezTo>
                  <a:cubicBezTo>
                    <a:pt x="479" y="66"/>
                    <a:pt x="483" y="57"/>
                    <a:pt x="478" y="50"/>
                  </a:cubicBezTo>
                  <a:cubicBezTo>
                    <a:pt x="446" y="6"/>
                    <a:pt x="446" y="6"/>
                    <a:pt x="446" y="6"/>
                  </a:cubicBezTo>
                  <a:cubicBezTo>
                    <a:pt x="442" y="1"/>
                    <a:pt x="436" y="0"/>
                    <a:pt x="431" y="3"/>
                  </a:cubicBezTo>
                  <a:cubicBezTo>
                    <a:pt x="391" y="29"/>
                    <a:pt x="344" y="44"/>
                    <a:pt x="293" y="44"/>
                  </a:cubicBezTo>
                  <a:cubicBezTo>
                    <a:pt x="248" y="44"/>
                    <a:pt x="205" y="32"/>
                    <a:pt x="168" y="11"/>
                  </a:cubicBezTo>
                  <a:cubicBezTo>
                    <a:pt x="163" y="8"/>
                    <a:pt x="157" y="10"/>
                    <a:pt x="154" y="15"/>
                  </a:cubicBezTo>
                  <a:cubicBezTo>
                    <a:pt x="94" y="97"/>
                    <a:pt x="94" y="97"/>
                    <a:pt x="94" y="97"/>
                  </a:cubicBezTo>
                  <a:cubicBezTo>
                    <a:pt x="91" y="98"/>
                    <a:pt x="88" y="99"/>
                    <a:pt x="85" y="97"/>
                  </a:cubicBezTo>
                  <a:cubicBezTo>
                    <a:pt x="79" y="93"/>
                    <a:pt x="74" y="90"/>
                    <a:pt x="74" y="82"/>
                  </a:cubicBezTo>
                  <a:cubicBezTo>
                    <a:pt x="74" y="78"/>
                    <a:pt x="75" y="74"/>
                    <a:pt x="76" y="70"/>
                  </a:cubicBezTo>
                  <a:cubicBezTo>
                    <a:pt x="77" y="57"/>
                    <a:pt x="66" y="48"/>
                    <a:pt x="54" y="51"/>
                  </a:cubicBezTo>
                  <a:cubicBezTo>
                    <a:pt x="42" y="54"/>
                    <a:pt x="31" y="64"/>
                    <a:pt x="24" y="74"/>
                  </a:cubicBezTo>
                  <a:cubicBezTo>
                    <a:pt x="16" y="85"/>
                    <a:pt x="10" y="98"/>
                    <a:pt x="11" y="110"/>
                  </a:cubicBezTo>
                  <a:cubicBezTo>
                    <a:pt x="12" y="123"/>
                    <a:pt x="24" y="130"/>
                    <a:pt x="35" y="125"/>
                  </a:cubicBezTo>
                  <a:cubicBezTo>
                    <a:pt x="39" y="124"/>
                    <a:pt x="43" y="121"/>
                    <a:pt x="47" y="120"/>
                  </a:cubicBezTo>
                  <a:cubicBezTo>
                    <a:pt x="54" y="118"/>
                    <a:pt x="59" y="121"/>
                    <a:pt x="64" y="125"/>
                  </a:cubicBezTo>
                  <a:cubicBezTo>
                    <a:pt x="67" y="128"/>
                    <a:pt x="67" y="131"/>
                    <a:pt x="67" y="135"/>
                  </a:cubicBezTo>
                  <a:cubicBezTo>
                    <a:pt x="4" y="220"/>
                    <a:pt x="4" y="220"/>
                    <a:pt x="4" y="220"/>
                  </a:cubicBezTo>
                  <a:cubicBezTo>
                    <a:pt x="0" y="226"/>
                    <a:pt x="2" y="233"/>
                    <a:pt x="7" y="237"/>
                  </a:cubicBezTo>
                  <a:cubicBezTo>
                    <a:pt x="90" y="290"/>
                    <a:pt x="188" y="321"/>
                    <a:pt x="293" y="321"/>
                  </a:cubicBezTo>
                  <a:cubicBezTo>
                    <a:pt x="404" y="321"/>
                    <a:pt x="507" y="286"/>
                    <a:pt x="593" y="227"/>
                  </a:cubicBezTo>
                  <a:cubicBezTo>
                    <a:pt x="598" y="224"/>
                    <a:pt x="599" y="216"/>
                    <a:pt x="595" y="211"/>
                  </a:cubicBezTo>
                  <a:cubicBezTo>
                    <a:pt x="559" y="162"/>
                    <a:pt x="559" y="162"/>
                    <a:pt x="559" y="162"/>
                  </a:cubicBezTo>
                  <a:cubicBezTo>
                    <a:pt x="555" y="155"/>
                    <a:pt x="545" y="156"/>
                    <a:pt x="541" y="162"/>
                  </a:cubicBezTo>
                  <a:cubicBezTo>
                    <a:pt x="538" y="166"/>
                    <a:pt x="535" y="169"/>
                    <a:pt x="532" y="17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" name="Google Shape;1020;p48">
            <a:extLst>
              <a:ext uri="{FF2B5EF4-FFF2-40B4-BE49-F238E27FC236}">
                <a16:creationId xmlns:a16="http://schemas.microsoft.com/office/drawing/2014/main" xmlns="" id="{D813E6B4-3550-3003-97DF-173CB1A2C23A}"/>
              </a:ext>
            </a:extLst>
          </p:cNvPr>
          <p:cNvGrpSpPr/>
          <p:nvPr/>
        </p:nvGrpSpPr>
        <p:grpSpPr>
          <a:xfrm>
            <a:off x="7307765" y="2549814"/>
            <a:ext cx="334720" cy="334505"/>
            <a:chOff x="8841135" y="2681940"/>
            <a:chExt cx="720990" cy="720527"/>
          </a:xfrm>
        </p:grpSpPr>
        <p:sp>
          <p:nvSpPr>
            <p:cNvPr id="42" name="Google Shape;1021;p48">
              <a:extLst>
                <a:ext uri="{FF2B5EF4-FFF2-40B4-BE49-F238E27FC236}">
                  <a16:creationId xmlns:a16="http://schemas.microsoft.com/office/drawing/2014/main" xmlns="" id="{EA437B2C-1178-A3D5-BAF6-1FB734C4F720}"/>
                </a:ext>
              </a:extLst>
            </p:cNvPr>
            <p:cNvSpPr/>
            <p:nvPr/>
          </p:nvSpPr>
          <p:spPr>
            <a:xfrm>
              <a:off x="8841135" y="2874744"/>
              <a:ext cx="210627" cy="348807"/>
            </a:xfrm>
            <a:custGeom>
              <a:avLst/>
              <a:gdLst/>
              <a:ahLst/>
              <a:cxnLst/>
              <a:rect l="l" t="t" r="r" b="b"/>
              <a:pathLst>
                <a:path w="312" h="516" extrusionOk="0">
                  <a:moveTo>
                    <a:pt x="131" y="453"/>
                  </a:moveTo>
                  <a:cubicBezTo>
                    <a:pt x="126" y="444"/>
                    <a:pt x="125" y="433"/>
                    <a:pt x="128" y="423"/>
                  </a:cubicBezTo>
                  <a:cubicBezTo>
                    <a:pt x="134" y="408"/>
                    <a:pt x="146" y="395"/>
                    <a:pt x="162" y="385"/>
                  </a:cubicBezTo>
                  <a:cubicBezTo>
                    <a:pt x="178" y="375"/>
                    <a:pt x="195" y="371"/>
                    <a:pt x="211" y="374"/>
                  </a:cubicBezTo>
                  <a:cubicBezTo>
                    <a:pt x="222" y="375"/>
                    <a:pt x="231" y="382"/>
                    <a:pt x="236" y="390"/>
                  </a:cubicBezTo>
                  <a:cubicBezTo>
                    <a:pt x="238" y="394"/>
                    <a:pt x="240" y="399"/>
                    <a:pt x="240" y="403"/>
                  </a:cubicBezTo>
                  <a:cubicBezTo>
                    <a:pt x="241" y="410"/>
                    <a:pt x="249" y="415"/>
                    <a:pt x="256" y="411"/>
                  </a:cubicBezTo>
                  <a:cubicBezTo>
                    <a:pt x="306" y="381"/>
                    <a:pt x="306" y="381"/>
                    <a:pt x="306" y="381"/>
                  </a:cubicBezTo>
                  <a:cubicBezTo>
                    <a:pt x="311" y="378"/>
                    <a:pt x="312" y="372"/>
                    <a:pt x="310" y="367"/>
                  </a:cubicBezTo>
                  <a:cubicBezTo>
                    <a:pt x="291" y="333"/>
                    <a:pt x="280" y="293"/>
                    <a:pt x="280" y="251"/>
                  </a:cubicBezTo>
                  <a:cubicBezTo>
                    <a:pt x="279" y="214"/>
                    <a:pt x="287" y="179"/>
                    <a:pt x="300" y="148"/>
                  </a:cubicBezTo>
                  <a:cubicBezTo>
                    <a:pt x="302" y="143"/>
                    <a:pt x="301" y="137"/>
                    <a:pt x="296" y="135"/>
                  </a:cubicBezTo>
                  <a:cubicBezTo>
                    <a:pt x="208" y="85"/>
                    <a:pt x="208" y="85"/>
                    <a:pt x="208" y="85"/>
                  </a:cubicBezTo>
                  <a:cubicBezTo>
                    <a:pt x="206" y="84"/>
                    <a:pt x="204" y="82"/>
                    <a:pt x="204" y="80"/>
                  </a:cubicBezTo>
                  <a:cubicBezTo>
                    <a:pt x="203" y="78"/>
                    <a:pt x="203" y="76"/>
                    <a:pt x="204" y="75"/>
                  </a:cubicBezTo>
                  <a:cubicBezTo>
                    <a:pt x="207" y="69"/>
                    <a:pt x="210" y="63"/>
                    <a:pt x="218" y="62"/>
                  </a:cubicBezTo>
                  <a:cubicBezTo>
                    <a:pt x="222" y="62"/>
                    <a:pt x="226" y="62"/>
                    <a:pt x="230" y="62"/>
                  </a:cubicBezTo>
                  <a:cubicBezTo>
                    <a:pt x="243" y="62"/>
                    <a:pt x="251" y="50"/>
                    <a:pt x="246" y="38"/>
                  </a:cubicBezTo>
                  <a:cubicBezTo>
                    <a:pt x="242" y="26"/>
                    <a:pt x="231" y="17"/>
                    <a:pt x="220" y="11"/>
                  </a:cubicBezTo>
                  <a:cubicBezTo>
                    <a:pt x="209" y="4"/>
                    <a:pt x="195" y="0"/>
                    <a:pt x="182" y="2"/>
                  </a:cubicBezTo>
                  <a:cubicBezTo>
                    <a:pt x="170" y="4"/>
                    <a:pt x="164" y="17"/>
                    <a:pt x="170" y="28"/>
                  </a:cubicBezTo>
                  <a:cubicBezTo>
                    <a:pt x="172" y="32"/>
                    <a:pt x="175" y="35"/>
                    <a:pt x="177" y="39"/>
                  </a:cubicBezTo>
                  <a:cubicBezTo>
                    <a:pt x="180" y="46"/>
                    <a:pt x="177" y="52"/>
                    <a:pt x="173" y="57"/>
                  </a:cubicBezTo>
                  <a:cubicBezTo>
                    <a:pt x="172" y="59"/>
                    <a:pt x="171" y="60"/>
                    <a:pt x="169" y="60"/>
                  </a:cubicBezTo>
                  <a:cubicBezTo>
                    <a:pt x="167" y="61"/>
                    <a:pt x="164" y="61"/>
                    <a:pt x="162" y="59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65" y="5"/>
                    <a:pt x="58" y="7"/>
                    <a:pt x="56" y="12"/>
                  </a:cubicBezTo>
                  <a:cubicBezTo>
                    <a:pt x="20" y="85"/>
                    <a:pt x="0" y="167"/>
                    <a:pt x="1" y="254"/>
                  </a:cubicBezTo>
                  <a:cubicBezTo>
                    <a:pt x="2" y="347"/>
                    <a:pt x="26" y="434"/>
                    <a:pt x="69" y="509"/>
                  </a:cubicBezTo>
                  <a:cubicBezTo>
                    <a:pt x="72" y="514"/>
                    <a:pt x="78" y="516"/>
                    <a:pt x="83" y="513"/>
                  </a:cubicBezTo>
                  <a:cubicBezTo>
                    <a:pt x="139" y="480"/>
                    <a:pt x="139" y="480"/>
                    <a:pt x="139" y="480"/>
                  </a:cubicBezTo>
                  <a:cubicBezTo>
                    <a:pt x="146" y="476"/>
                    <a:pt x="146" y="467"/>
                    <a:pt x="140" y="463"/>
                  </a:cubicBezTo>
                  <a:cubicBezTo>
                    <a:pt x="136" y="460"/>
                    <a:pt x="133" y="457"/>
                    <a:pt x="131" y="45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1022;p48">
              <a:extLst>
                <a:ext uri="{FF2B5EF4-FFF2-40B4-BE49-F238E27FC236}">
                  <a16:creationId xmlns:a16="http://schemas.microsoft.com/office/drawing/2014/main" xmlns="" id="{EE6467E8-7B98-9B46-E0E7-5637A3753CE9}"/>
                </a:ext>
              </a:extLst>
            </p:cNvPr>
            <p:cNvSpPr/>
            <p:nvPr/>
          </p:nvSpPr>
          <p:spPr>
            <a:xfrm>
              <a:off x="8899694" y="3138374"/>
              <a:ext cx="304599" cy="264093"/>
            </a:xfrm>
            <a:custGeom>
              <a:avLst/>
              <a:gdLst/>
              <a:ahLst/>
              <a:cxnLst/>
              <a:rect l="l" t="t" r="r" b="b"/>
              <a:pathLst>
                <a:path w="451" h="391" extrusionOk="0">
                  <a:moveTo>
                    <a:pt x="423" y="309"/>
                  </a:moveTo>
                  <a:cubicBezTo>
                    <a:pt x="413" y="309"/>
                    <a:pt x="403" y="305"/>
                    <a:pt x="396" y="297"/>
                  </a:cubicBezTo>
                  <a:cubicBezTo>
                    <a:pt x="385" y="285"/>
                    <a:pt x="380" y="268"/>
                    <a:pt x="380" y="249"/>
                  </a:cubicBezTo>
                  <a:cubicBezTo>
                    <a:pt x="379" y="230"/>
                    <a:pt x="385" y="213"/>
                    <a:pt x="394" y="201"/>
                  </a:cubicBezTo>
                  <a:cubicBezTo>
                    <a:pt x="401" y="192"/>
                    <a:pt x="411" y="187"/>
                    <a:pt x="421" y="187"/>
                  </a:cubicBezTo>
                  <a:cubicBezTo>
                    <a:pt x="426" y="187"/>
                    <a:pt x="431" y="188"/>
                    <a:pt x="435" y="190"/>
                  </a:cubicBezTo>
                  <a:cubicBezTo>
                    <a:pt x="442" y="193"/>
                    <a:pt x="449" y="188"/>
                    <a:pt x="449" y="180"/>
                  </a:cubicBezTo>
                  <a:cubicBezTo>
                    <a:pt x="448" y="122"/>
                    <a:pt x="448" y="122"/>
                    <a:pt x="448" y="122"/>
                  </a:cubicBezTo>
                  <a:cubicBezTo>
                    <a:pt x="448" y="117"/>
                    <a:pt x="444" y="112"/>
                    <a:pt x="438" y="112"/>
                  </a:cubicBezTo>
                  <a:cubicBezTo>
                    <a:pt x="359" y="109"/>
                    <a:pt x="288" y="70"/>
                    <a:pt x="243" y="10"/>
                  </a:cubicBezTo>
                  <a:cubicBezTo>
                    <a:pt x="240" y="6"/>
                    <a:pt x="234" y="5"/>
                    <a:pt x="230" y="7"/>
                  </a:cubicBezTo>
                  <a:cubicBezTo>
                    <a:pt x="143" y="59"/>
                    <a:pt x="143" y="59"/>
                    <a:pt x="143" y="59"/>
                  </a:cubicBezTo>
                  <a:cubicBezTo>
                    <a:pt x="141" y="60"/>
                    <a:pt x="139" y="61"/>
                    <a:pt x="136" y="60"/>
                  </a:cubicBezTo>
                  <a:cubicBezTo>
                    <a:pt x="134" y="59"/>
                    <a:pt x="133" y="59"/>
                    <a:pt x="132" y="57"/>
                  </a:cubicBezTo>
                  <a:cubicBezTo>
                    <a:pt x="128" y="51"/>
                    <a:pt x="125" y="46"/>
                    <a:pt x="128" y="39"/>
                  </a:cubicBezTo>
                  <a:cubicBezTo>
                    <a:pt x="130" y="35"/>
                    <a:pt x="133" y="32"/>
                    <a:pt x="135" y="28"/>
                  </a:cubicBezTo>
                  <a:cubicBezTo>
                    <a:pt x="140" y="17"/>
                    <a:pt x="134" y="4"/>
                    <a:pt x="122" y="2"/>
                  </a:cubicBezTo>
                  <a:cubicBezTo>
                    <a:pt x="109" y="0"/>
                    <a:pt x="95" y="4"/>
                    <a:pt x="84" y="11"/>
                  </a:cubicBezTo>
                  <a:cubicBezTo>
                    <a:pt x="73" y="18"/>
                    <a:pt x="63" y="27"/>
                    <a:pt x="58" y="39"/>
                  </a:cubicBezTo>
                  <a:cubicBezTo>
                    <a:pt x="54" y="52"/>
                    <a:pt x="62" y="63"/>
                    <a:pt x="75" y="63"/>
                  </a:cubicBezTo>
                  <a:cubicBezTo>
                    <a:pt x="79" y="63"/>
                    <a:pt x="83" y="63"/>
                    <a:pt x="88" y="63"/>
                  </a:cubicBezTo>
                  <a:cubicBezTo>
                    <a:pt x="95" y="64"/>
                    <a:pt x="98" y="69"/>
                    <a:pt x="102" y="75"/>
                  </a:cubicBezTo>
                  <a:cubicBezTo>
                    <a:pt x="103" y="77"/>
                    <a:pt x="103" y="78"/>
                    <a:pt x="102" y="80"/>
                  </a:cubicBezTo>
                  <a:cubicBezTo>
                    <a:pt x="102" y="82"/>
                    <a:pt x="100" y="84"/>
                    <a:pt x="98" y="86"/>
                  </a:cubicBezTo>
                  <a:cubicBezTo>
                    <a:pt x="7" y="140"/>
                    <a:pt x="7" y="140"/>
                    <a:pt x="7" y="140"/>
                  </a:cubicBezTo>
                  <a:cubicBezTo>
                    <a:pt x="2" y="143"/>
                    <a:pt x="0" y="149"/>
                    <a:pt x="4" y="154"/>
                  </a:cubicBezTo>
                  <a:cubicBezTo>
                    <a:pt x="98" y="296"/>
                    <a:pt x="259" y="389"/>
                    <a:pt x="441" y="391"/>
                  </a:cubicBezTo>
                  <a:cubicBezTo>
                    <a:pt x="447" y="391"/>
                    <a:pt x="451" y="387"/>
                    <a:pt x="451" y="381"/>
                  </a:cubicBezTo>
                  <a:cubicBezTo>
                    <a:pt x="450" y="316"/>
                    <a:pt x="450" y="316"/>
                    <a:pt x="450" y="316"/>
                  </a:cubicBezTo>
                  <a:cubicBezTo>
                    <a:pt x="450" y="308"/>
                    <a:pt x="443" y="304"/>
                    <a:pt x="436" y="307"/>
                  </a:cubicBezTo>
                  <a:cubicBezTo>
                    <a:pt x="432" y="308"/>
                    <a:pt x="427" y="309"/>
                    <a:pt x="423" y="30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1023;p48">
              <a:extLst>
                <a:ext uri="{FF2B5EF4-FFF2-40B4-BE49-F238E27FC236}">
                  <a16:creationId xmlns:a16="http://schemas.microsoft.com/office/drawing/2014/main" xmlns="" id="{56A51C4A-2349-1664-B85B-FB8529EBC947}"/>
                </a:ext>
              </a:extLst>
            </p:cNvPr>
            <p:cNvSpPr/>
            <p:nvPr/>
          </p:nvSpPr>
          <p:spPr>
            <a:xfrm>
              <a:off x="8889742" y="2681940"/>
              <a:ext cx="344871" cy="273814"/>
            </a:xfrm>
            <a:custGeom>
              <a:avLst/>
              <a:gdLst/>
              <a:ahLst/>
              <a:cxnLst/>
              <a:rect l="l" t="t" r="r" b="b"/>
              <a:pathLst>
                <a:path w="511" h="405" extrusionOk="0">
                  <a:moveTo>
                    <a:pt x="83" y="286"/>
                  </a:moveTo>
                  <a:cubicBezTo>
                    <a:pt x="88" y="277"/>
                    <a:pt x="97" y="271"/>
                    <a:pt x="108" y="269"/>
                  </a:cubicBezTo>
                  <a:cubicBezTo>
                    <a:pt x="123" y="266"/>
                    <a:pt x="141" y="270"/>
                    <a:pt x="157" y="279"/>
                  </a:cubicBezTo>
                  <a:cubicBezTo>
                    <a:pt x="174" y="288"/>
                    <a:pt x="186" y="301"/>
                    <a:pt x="191" y="316"/>
                  </a:cubicBezTo>
                  <a:cubicBezTo>
                    <a:pt x="195" y="326"/>
                    <a:pt x="195" y="337"/>
                    <a:pt x="189" y="346"/>
                  </a:cubicBezTo>
                  <a:cubicBezTo>
                    <a:pt x="187" y="350"/>
                    <a:pt x="184" y="354"/>
                    <a:pt x="181" y="356"/>
                  </a:cubicBezTo>
                  <a:cubicBezTo>
                    <a:pt x="175" y="361"/>
                    <a:pt x="175" y="370"/>
                    <a:pt x="182" y="373"/>
                  </a:cubicBezTo>
                  <a:cubicBezTo>
                    <a:pt x="233" y="402"/>
                    <a:pt x="233" y="402"/>
                    <a:pt x="233" y="402"/>
                  </a:cubicBezTo>
                  <a:cubicBezTo>
                    <a:pt x="237" y="405"/>
                    <a:pt x="243" y="403"/>
                    <a:pt x="246" y="398"/>
                  </a:cubicBezTo>
                  <a:cubicBezTo>
                    <a:pt x="286" y="335"/>
                    <a:pt x="353" y="290"/>
                    <a:pt x="432" y="280"/>
                  </a:cubicBezTo>
                  <a:cubicBezTo>
                    <a:pt x="437" y="280"/>
                    <a:pt x="441" y="275"/>
                    <a:pt x="441" y="270"/>
                  </a:cubicBezTo>
                  <a:cubicBezTo>
                    <a:pt x="440" y="170"/>
                    <a:pt x="440" y="170"/>
                    <a:pt x="440" y="170"/>
                  </a:cubicBezTo>
                  <a:cubicBezTo>
                    <a:pt x="440" y="167"/>
                    <a:pt x="441" y="164"/>
                    <a:pt x="442" y="163"/>
                  </a:cubicBezTo>
                  <a:cubicBezTo>
                    <a:pt x="444" y="161"/>
                    <a:pt x="445" y="161"/>
                    <a:pt x="447" y="160"/>
                  </a:cubicBezTo>
                  <a:cubicBezTo>
                    <a:pt x="454" y="160"/>
                    <a:pt x="460" y="160"/>
                    <a:pt x="465" y="166"/>
                  </a:cubicBezTo>
                  <a:cubicBezTo>
                    <a:pt x="467" y="170"/>
                    <a:pt x="469" y="174"/>
                    <a:pt x="471" y="177"/>
                  </a:cubicBezTo>
                  <a:cubicBezTo>
                    <a:pt x="478" y="188"/>
                    <a:pt x="492" y="189"/>
                    <a:pt x="500" y="179"/>
                  </a:cubicBezTo>
                  <a:cubicBezTo>
                    <a:pt x="508" y="169"/>
                    <a:pt x="511" y="155"/>
                    <a:pt x="510" y="142"/>
                  </a:cubicBezTo>
                  <a:cubicBezTo>
                    <a:pt x="511" y="129"/>
                    <a:pt x="507" y="115"/>
                    <a:pt x="499" y="106"/>
                  </a:cubicBezTo>
                  <a:cubicBezTo>
                    <a:pt x="491" y="96"/>
                    <a:pt x="477" y="97"/>
                    <a:pt x="470" y="108"/>
                  </a:cubicBezTo>
                  <a:cubicBezTo>
                    <a:pt x="468" y="112"/>
                    <a:pt x="466" y="116"/>
                    <a:pt x="464" y="119"/>
                  </a:cubicBezTo>
                  <a:cubicBezTo>
                    <a:pt x="460" y="125"/>
                    <a:pt x="453" y="125"/>
                    <a:pt x="447" y="125"/>
                  </a:cubicBezTo>
                  <a:cubicBezTo>
                    <a:pt x="445" y="125"/>
                    <a:pt x="443" y="124"/>
                    <a:pt x="442" y="123"/>
                  </a:cubicBezTo>
                  <a:cubicBezTo>
                    <a:pt x="440" y="121"/>
                    <a:pt x="439" y="119"/>
                    <a:pt x="439" y="116"/>
                  </a:cubicBezTo>
                  <a:cubicBezTo>
                    <a:pt x="438" y="11"/>
                    <a:pt x="438" y="11"/>
                    <a:pt x="438" y="11"/>
                  </a:cubicBezTo>
                  <a:cubicBezTo>
                    <a:pt x="438" y="5"/>
                    <a:pt x="433" y="0"/>
                    <a:pt x="427" y="1"/>
                  </a:cubicBezTo>
                  <a:cubicBezTo>
                    <a:pt x="246" y="12"/>
                    <a:pt x="91" y="114"/>
                    <a:pt x="3" y="261"/>
                  </a:cubicBezTo>
                  <a:cubicBezTo>
                    <a:pt x="0" y="266"/>
                    <a:pt x="2" y="272"/>
                    <a:pt x="7" y="275"/>
                  </a:cubicBezTo>
                  <a:cubicBezTo>
                    <a:pt x="64" y="307"/>
                    <a:pt x="64" y="307"/>
                    <a:pt x="64" y="307"/>
                  </a:cubicBezTo>
                  <a:cubicBezTo>
                    <a:pt x="70" y="311"/>
                    <a:pt x="78" y="306"/>
                    <a:pt x="79" y="299"/>
                  </a:cubicBezTo>
                  <a:cubicBezTo>
                    <a:pt x="79" y="295"/>
                    <a:pt x="81" y="290"/>
                    <a:pt x="83" y="2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1024;p48">
              <a:extLst>
                <a:ext uri="{FF2B5EF4-FFF2-40B4-BE49-F238E27FC236}">
                  <a16:creationId xmlns:a16="http://schemas.microsoft.com/office/drawing/2014/main" xmlns="" id="{3B9C45B9-30A4-E83E-DB82-D4A11E16A6DD}"/>
                </a:ext>
              </a:extLst>
            </p:cNvPr>
            <p:cNvSpPr/>
            <p:nvPr/>
          </p:nvSpPr>
          <p:spPr>
            <a:xfrm>
              <a:off x="9198969" y="2681940"/>
              <a:ext cx="304599" cy="264325"/>
            </a:xfrm>
            <a:custGeom>
              <a:avLst/>
              <a:gdLst/>
              <a:ahLst/>
              <a:cxnLst/>
              <a:rect l="l" t="t" r="r" b="b"/>
              <a:pathLst>
                <a:path w="451" h="391" extrusionOk="0">
                  <a:moveTo>
                    <a:pt x="28" y="81"/>
                  </a:moveTo>
                  <a:cubicBezTo>
                    <a:pt x="38" y="81"/>
                    <a:pt x="48" y="86"/>
                    <a:pt x="55" y="94"/>
                  </a:cubicBezTo>
                  <a:cubicBezTo>
                    <a:pt x="66" y="106"/>
                    <a:pt x="71" y="123"/>
                    <a:pt x="71" y="142"/>
                  </a:cubicBezTo>
                  <a:cubicBezTo>
                    <a:pt x="72" y="161"/>
                    <a:pt x="66" y="178"/>
                    <a:pt x="57" y="190"/>
                  </a:cubicBezTo>
                  <a:cubicBezTo>
                    <a:pt x="50" y="198"/>
                    <a:pt x="40" y="203"/>
                    <a:pt x="30" y="203"/>
                  </a:cubicBezTo>
                  <a:cubicBezTo>
                    <a:pt x="25" y="204"/>
                    <a:pt x="20" y="203"/>
                    <a:pt x="16" y="201"/>
                  </a:cubicBezTo>
                  <a:cubicBezTo>
                    <a:pt x="9" y="198"/>
                    <a:pt x="2" y="203"/>
                    <a:pt x="2" y="210"/>
                  </a:cubicBezTo>
                  <a:cubicBezTo>
                    <a:pt x="3" y="269"/>
                    <a:pt x="3" y="269"/>
                    <a:pt x="3" y="269"/>
                  </a:cubicBezTo>
                  <a:cubicBezTo>
                    <a:pt x="3" y="274"/>
                    <a:pt x="7" y="279"/>
                    <a:pt x="13" y="279"/>
                  </a:cubicBezTo>
                  <a:cubicBezTo>
                    <a:pt x="92" y="281"/>
                    <a:pt x="163" y="321"/>
                    <a:pt x="208" y="381"/>
                  </a:cubicBezTo>
                  <a:cubicBezTo>
                    <a:pt x="211" y="385"/>
                    <a:pt x="217" y="386"/>
                    <a:pt x="221" y="383"/>
                  </a:cubicBezTo>
                  <a:cubicBezTo>
                    <a:pt x="308" y="332"/>
                    <a:pt x="308" y="332"/>
                    <a:pt x="308" y="332"/>
                  </a:cubicBezTo>
                  <a:cubicBezTo>
                    <a:pt x="310" y="331"/>
                    <a:pt x="312" y="330"/>
                    <a:pt x="315" y="331"/>
                  </a:cubicBezTo>
                  <a:cubicBezTo>
                    <a:pt x="316" y="331"/>
                    <a:pt x="318" y="332"/>
                    <a:pt x="319" y="334"/>
                  </a:cubicBezTo>
                  <a:cubicBezTo>
                    <a:pt x="323" y="339"/>
                    <a:pt x="326" y="345"/>
                    <a:pt x="323" y="352"/>
                  </a:cubicBezTo>
                  <a:cubicBezTo>
                    <a:pt x="321" y="356"/>
                    <a:pt x="318" y="359"/>
                    <a:pt x="316" y="363"/>
                  </a:cubicBezTo>
                  <a:cubicBezTo>
                    <a:pt x="311" y="374"/>
                    <a:pt x="317" y="387"/>
                    <a:pt x="329" y="389"/>
                  </a:cubicBezTo>
                  <a:cubicBezTo>
                    <a:pt x="342" y="391"/>
                    <a:pt x="356" y="386"/>
                    <a:pt x="367" y="379"/>
                  </a:cubicBezTo>
                  <a:cubicBezTo>
                    <a:pt x="378" y="373"/>
                    <a:pt x="388" y="363"/>
                    <a:pt x="393" y="351"/>
                  </a:cubicBezTo>
                  <a:cubicBezTo>
                    <a:pt x="397" y="339"/>
                    <a:pt x="389" y="328"/>
                    <a:pt x="376" y="328"/>
                  </a:cubicBezTo>
                  <a:cubicBezTo>
                    <a:pt x="372" y="327"/>
                    <a:pt x="368" y="328"/>
                    <a:pt x="363" y="328"/>
                  </a:cubicBezTo>
                  <a:cubicBezTo>
                    <a:pt x="356" y="327"/>
                    <a:pt x="353" y="322"/>
                    <a:pt x="349" y="316"/>
                  </a:cubicBezTo>
                  <a:cubicBezTo>
                    <a:pt x="348" y="314"/>
                    <a:pt x="348" y="312"/>
                    <a:pt x="349" y="311"/>
                  </a:cubicBezTo>
                  <a:cubicBezTo>
                    <a:pt x="349" y="308"/>
                    <a:pt x="351" y="306"/>
                    <a:pt x="353" y="305"/>
                  </a:cubicBezTo>
                  <a:cubicBezTo>
                    <a:pt x="444" y="251"/>
                    <a:pt x="444" y="251"/>
                    <a:pt x="444" y="251"/>
                  </a:cubicBezTo>
                  <a:cubicBezTo>
                    <a:pt x="449" y="248"/>
                    <a:pt x="451" y="241"/>
                    <a:pt x="447" y="237"/>
                  </a:cubicBezTo>
                  <a:cubicBezTo>
                    <a:pt x="353" y="95"/>
                    <a:pt x="192" y="2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1" y="75"/>
                    <a:pt x="1" y="75"/>
                    <a:pt x="1" y="75"/>
                  </a:cubicBezTo>
                  <a:cubicBezTo>
                    <a:pt x="1" y="83"/>
                    <a:pt x="8" y="87"/>
                    <a:pt x="15" y="84"/>
                  </a:cubicBezTo>
                  <a:cubicBezTo>
                    <a:pt x="19" y="82"/>
                    <a:pt x="24" y="81"/>
                    <a:pt x="28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1025;p48">
              <a:extLst>
                <a:ext uri="{FF2B5EF4-FFF2-40B4-BE49-F238E27FC236}">
                  <a16:creationId xmlns:a16="http://schemas.microsoft.com/office/drawing/2014/main" xmlns="" id="{F295055D-542D-1038-FD44-135584CDDB9E}"/>
                </a:ext>
              </a:extLst>
            </p:cNvPr>
            <p:cNvSpPr/>
            <p:nvPr/>
          </p:nvSpPr>
          <p:spPr>
            <a:xfrm>
              <a:off x="9351499" y="2861088"/>
              <a:ext cx="210627" cy="348807"/>
            </a:xfrm>
            <a:custGeom>
              <a:avLst/>
              <a:gdLst/>
              <a:ahLst/>
              <a:cxnLst/>
              <a:rect l="l" t="t" r="r" b="b"/>
              <a:pathLst>
                <a:path w="312" h="516" extrusionOk="0">
                  <a:moveTo>
                    <a:pt x="181" y="63"/>
                  </a:moveTo>
                  <a:cubicBezTo>
                    <a:pt x="186" y="72"/>
                    <a:pt x="187" y="83"/>
                    <a:pt x="184" y="93"/>
                  </a:cubicBezTo>
                  <a:cubicBezTo>
                    <a:pt x="178" y="108"/>
                    <a:pt x="166" y="121"/>
                    <a:pt x="150" y="130"/>
                  </a:cubicBezTo>
                  <a:cubicBezTo>
                    <a:pt x="134" y="140"/>
                    <a:pt x="117" y="144"/>
                    <a:pt x="101" y="142"/>
                  </a:cubicBezTo>
                  <a:cubicBezTo>
                    <a:pt x="90" y="140"/>
                    <a:pt x="81" y="134"/>
                    <a:pt x="76" y="125"/>
                  </a:cubicBezTo>
                  <a:cubicBezTo>
                    <a:pt x="74" y="121"/>
                    <a:pt x="72" y="117"/>
                    <a:pt x="72" y="113"/>
                  </a:cubicBezTo>
                  <a:cubicBezTo>
                    <a:pt x="71" y="105"/>
                    <a:pt x="63" y="101"/>
                    <a:pt x="56" y="105"/>
                  </a:cubicBezTo>
                  <a:cubicBezTo>
                    <a:pt x="6" y="135"/>
                    <a:pt x="6" y="135"/>
                    <a:pt x="6" y="135"/>
                  </a:cubicBezTo>
                  <a:cubicBezTo>
                    <a:pt x="1" y="137"/>
                    <a:pt x="0" y="143"/>
                    <a:pt x="2" y="148"/>
                  </a:cubicBezTo>
                  <a:cubicBezTo>
                    <a:pt x="21" y="183"/>
                    <a:pt x="32" y="223"/>
                    <a:pt x="32" y="265"/>
                  </a:cubicBezTo>
                  <a:cubicBezTo>
                    <a:pt x="33" y="302"/>
                    <a:pt x="25" y="337"/>
                    <a:pt x="12" y="368"/>
                  </a:cubicBezTo>
                  <a:cubicBezTo>
                    <a:pt x="10" y="373"/>
                    <a:pt x="11" y="379"/>
                    <a:pt x="16" y="381"/>
                  </a:cubicBezTo>
                  <a:cubicBezTo>
                    <a:pt x="104" y="430"/>
                    <a:pt x="104" y="430"/>
                    <a:pt x="104" y="430"/>
                  </a:cubicBezTo>
                  <a:cubicBezTo>
                    <a:pt x="106" y="432"/>
                    <a:pt x="108" y="434"/>
                    <a:pt x="108" y="436"/>
                  </a:cubicBezTo>
                  <a:cubicBezTo>
                    <a:pt x="109" y="438"/>
                    <a:pt x="109" y="439"/>
                    <a:pt x="108" y="441"/>
                  </a:cubicBezTo>
                  <a:cubicBezTo>
                    <a:pt x="105" y="447"/>
                    <a:pt x="102" y="453"/>
                    <a:pt x="94" y="453"/>
                  </a:cubicBezTo>
                  <a:cubicBezTo>
                    <a:pt x="90" y="454"/>
                    <a:pt x="86" y="453"/>
                    <a:pt x="82" y="453"/>
                  </a:cubicBezTo>
                  <a:cubicBezTo>
                    <a:pt x="69" y="454"/>
                    <a:pt x="61" y="466"/>
                    <a:pt x="65" y="478"/>
                  </a:cubicBezTo>
                  <a:cubicBezTo>
                    <a:pt x="70" y="489"/>
                    <a:pt x="81" y="499"/>
                    <a:pt x="92" y="505"/>
                  </a:cubicBezTo>
                  <a:cubicBezTo>
                    <a:pt x="103" y="512"/>
                    <a:pt x="117" y="516"/>
                    <a:pt x="130" y="514"/>
                  </a:cubicBezTo>
                  <a:cubicBezTo>
                    <a:pt x="142" y="511"/>
                    <a:pt x="148" y="499"/>
                    <a:pt x="142" y="487"/>
                  </a:cubicBezTo>
                  <a:cubicBezTo>
                    <a:pt x="140" y="484"/>
                    <a:pt x="137" y="480"/>
                    <a:pt x="135" y="477"/>
                  </a:cubicBezTo>
                  <a:cubicBezTo>
                    <a:pt x="132" y="470"/>
                    <a:pt x="135" y="464"/>
                    <a:pt x="139" y="458"/>
                  </a:cubicBezTo>
                  <a:cubicBezTo>
                    <a:pt x="140" y="457"/>
                    <a:pt x="141" y="456"/>
                    <a:pt x="143" y="455"/>
                  </a:cubicBezTo>
                  <a:cubicBezTo>
                    <a:pt x="145" y="455"/>
                    <a:pt x="148" y="455"/>
                    <a:pt x="150" y="456"/>
                  </a:cubicBezTo>
                  <a:cubicBezTo>
                    <a:pt x="242" y="508"/>
                    <a:pt x="242" y="508"/>
                    <a:pt x="242" y="508"/>
                  </a:cubicBezTo>
                  <a:cubicBezTo>
                    <a:pt x="247" y="511"/>
                    <a:pt x="254" y="509"/>
                    <a:pt x="256" y="504"/>
                  </a:cubicBezTo>
                  <a:cubicBezTo>
                    <a:pt x="292" y="431"/>
                    <a:pt x="312" y="349"/>
                    <a:pt x="311" y="262"/>
                  </a:cubicBezTo>
                  <a:cubicBezTo>
                    <a:pt x="310" y="169"/>
                    <a:pt x="286" y="82"/>
                    <a:pt x="243" y="6"/>
                  </a:cubicBezTo>
                  <a:cubicBezTo>
                    <a:pt x="240" y="1"/>
                    <a:pt x="234" y="0"/>
                    <a:pt x="229" y="3"/>
                  </a:cubicBezTo>
                  <a:cubicBezTo>
                    <a:pt x="173" y="36"/>
                    <a:pt x="173" y="36"/>
                    <a:pt x="173" y="36"/>
                  </a:cubicBezTo>
                  <a:cubicBezTo>
                    <a:pt x="166" y="40"/>
                    <a:pt x="166" y="49"/>
                    <a:pt x="172" y="53"/>
                  </a:cubicBezTo>
                  <a:cubicBezTo>
                    <a:pt x="176" y="56"/>
                    <a:pt x="179" y="59"/>
                    <a:pt x="181" y="6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1026;p48">
              <a:extLst>
                <a:ext uri="{FF2B5EF4-FFF2-40B4-BE49-F238E27FC236}">
                  <a16:creationId xmlns:a16="http://schemas.microsoft.com/office/drawing/2014/main" xmlns="" id="{BED3809B-F1E4-DFDF-9A2F-0A4EC40300F6}"/>
                </a:ext>
              </a:extLst>
            </p:cNvPr>
            <p:cNvSpPr/>
            <p:nvPr/>
          </p:nvSpPr>
          <p:spPr>
            <a:xfrm>
              <a:off x="9168648" y="3128885"/>
              <a:ext cx="344871" cy="273120"/>
            </a:xfrm>
            <a:custGeom>
              <a:avLst/>
              <a:gdLst/>
              <a:ahLst/>
              <a:cxnLst/>
              <a:rect l="l" t="t" r="r" b="b"/>
              <a:pathLst>
                <a:path w="511" h="404" extrusionOk="0">
                  <a:moveTo>
                    <a:pt x="428" y="119"/>
                  </a:moveTo>
                  <a:cubicBezTo>
                    <a:pt x="423" y="128"/>
                    <a:pt x="414" y="134"/>
                    <a:pt x="403" y="136"/>
                  </a:cubicBezTo>
                  <a:cubicBezTo>
                    <a:pt x="388" y="139"/>
                    <a:pt x="370" y="135"/>
                    <a:pt x="354" y="125"/>
                  </a:cubicBezTo>
                  <a:cubicBezTo>
                    <a:pt x="337" y="116"/>
                    <a:pt x="325" y="103"/>
                    <a:pt x="320" y="89"/>
                  </a:cubicBezTo>
                  <a:cubicBezTo>
                    <a:pt x="316" y="79"/>
                    <a:pt x="316" y="68"/>
                    <a:pt x="322" y="59"/>
                  </a:cubicBezTo>
                  <a:cubicBezTo>
                    <a:pt x="324" y="55"/>
                    <a:pt x="327" y="51"/>
                    <a:pt x="330" y="48"/>
                  </a:cubicBezTo>
                  <a:cubicBezTo>
                    <a:pt x="336" y="44"/>
                    <a:pt x="336" y="35"/>
                    <a:pt x="329" y="31"/>
                  </a:cubicBezTo>
                  <a:cubicBezTo>
                    <a:pt x="278" y="3"/>
                    <a:pt x="278" y="3"/>
                    <a:pt x="278" y="3"/>
                  </a:cubicBezTo>
                  <a:cubicBezTo>
                    <a:pt x="274" y="0"/>
                    <a:pt x="268" y="2"/>
                    <a:pt x="265" y="6"/>
                  </a:cubicBezTo>
                  <a:cubicBezTo>
                    <a:pt x="225" y="70"/>
                    <a:pt x="157" y="115"/>
                    <a:pt x="79" y="124"/>
                  </a:cubicBezTo>
                  <a:cubicBezTo>
                    <a:pt x="74" y="125"/>
                    <a:pt x="70" y="129"/>
                    <a:pt x="70" y="135"/>
                  </a:cubicBezTo>
                  <a:cubicBezTo>
                    <a:pt x="71" y="235"/>
                    <a:pt x="71" y="235"/>
                    <a:pt x="71" y="235"/>
                  </a:cubicBezTo>
                  <a:cubicBezTo>
                    <a:pt x="71" y="238"/>
                    <a:pt x="70" y="240"/>
                    <a:pt x="69" y="242"/>
                  </a:cubicBezTo>
                  <a:cubicBezTo>
                    <a:pt x="67" y="243"/>
                    <a:pt x="66" y="244"/>
                    <a:pt x="64" y="244"/>
                  </a:cubicBezTo>
                  <a:cubicBezTo>
                    <a:pt x="57" y="245"/>
                    <a:pt x="51" y="245"/>
                    <a:pt x="46" y="238"/>
                  </a:cubicBezTo>
                  <a:cubicBezTo>
                    <a:pt x="44" y="235"/>
                    <a:pt x="42" y="231"/>
                    <a:pt x="40" y="228"/>
                  </a:cubicBezTo>
                  <a:cubicBezTo>
                    <a:pt x="33" y="217"/>
                    <a:pt x="19" y="216"/>
                    <a:pt x="11" y="226"/>
                  </a:cubicBezTo>
                  <a:cubicBezTo>
                    <a:pt x="3" y="236"/>
                    <a:pt x="0" y="250"/>
                    <a:pt x="1" y="263"/>
                  </a:cubicBezTo>
                  <a:cubicBezTo>
                    <a:pt x="0" y="276"/>
                    <a:pt x="4" y="290"/>
                    <a:pt x="12" y="299"/>
                  </a:cubicBezTo>
                  <a:cubicBezTo>
                    <a:pt x="20" y="309"/>
                    <a:pt x="34" y="308"/>
                    <a:pt x="41" y="297"/>
                  </a:cubicBezTo>
                  <a:cubicBezTo>
                    <a:pt x="43" y="293"/>
                    <a:pt x="45" y="289"/>
                    <a:pt x="47" y="286"/>
                  </a:cubicBezTo>
                  <a:cubicBezTo>
                    <a:pt x="51" y="279"/>
                    <a:pt x="58" y="279"/>
                    <a:pt x="64" y="279"/>
                  </a:cubicBezTo>
                  <a:cubicBezTo>
                    <a:pt x="66" y="279"/>
                    <a:pt x="68" y="280"/>
                    <a:pt x="69" y="281"/>
                  </a:cubicBezTo>
                  <a:cubicBezTo>
                    <a:pt x="71" y="283"/>
                    <a:pt x="72" y="286"/>
                    <a:pt x="72" y="288"/>
                  </a:cubicBezTo>
                  <a:cubicBezTo>
                    <a:pt x="73" y="394"/>
                    <a:pt x="73" y="394"/>
                    <a:pt x="73" y="394"/>
                  </a:cubicBezTo>
                  <a:cubicBezTo>
                    <a:pt x="73" y="400"/>
                    <a:pt x="78" y="404"/>
                    <a:pt x="84" y="404"/>
                  </a:cubicBezTo>
                  <a:cubicBezTo>
                    <a:pt x="265" y="392"/>
                    <a:pt x="420" y="291"/>
                    <a:pt x="508" y="144"/>
                  </a:cubicBezTo>
                  <a:cubicBezTo>
                    <a:pt x="511" y="139"/>
                    <a:pt x="509" y="133"/>
                    <a:pt x="504" y="130"/>
                  </a:cubicBezTo>
                  <a:cubicBezTo>
                    <a:pt x="447" y="98"/>
                    <a:pt x="447" y="98"/>
                    <a:pt x="447" y="98"/>
                  </a:cubicBezTo>
                  <a:cubicBezTo>
                    <a:pt x="441" y="94"/>
                    <a:pt x="433" y="98"/>
                    <a:pt x="432" y="106"/>
                  </a:cubicBezTo>
                  <a:cubicBezTo>
                    <a:pt x="432" y="110"/>
                    <a:pt x="430" y="115"/>
                    <a:pt x="428" y="11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" name="Google Shape;1027;p48">
            <a:extLst>
              <a:ext uri="{FF2B5EF4-FFF2-40B4-BE49-F238E27FC236}">
                <a16:creationId xmlns:a16="http://schemas.microsoft.com/office/drawing/2014/main" xmlns="" id="{8949E70E-3317-071A-6C18-C82D8326E2C1}"/>
              </a:ext>
            </a:extLst>
          </p:cNvPr>
          <p:cNvGrpSpPr/>
          <p:nvPr/>
        </p:nvGrpSpPr>
        <p:grpSpPr>
          <a:xfrm>
            <a:off x="5383265" y="2549762"/>
            <a:ext cx="333945" cy="333945"/>
            <a:chOff x="4103687" y="1439862"/>
            <a:chExt cx="3986212" cy="3986211"/>
          </a:xfrm>
        </p:grpSpPr>
        <p:sp>
          <p:nvSpPr>
            <p:cNvPr id="49" name="Google Shape;1028;p48">
              <a:extLst>
                <a:ext uri="{FF2B5EF4-FFF2-40B4-BE49-F238E27FC236}">
                  <a16:creationId xmlns:a16="http://schemas.microsoft.com/office/drawing/2014/main" xmlns="" id="{0413AE61-0EB4-0DF0-C0B8-4CFA79BC0615}"/>
                </a:ext>
              </a:extLst>
            </p:cNvPr>
            <p:cNvSpPr/>
            <p:nvPr/>
          </p:nvSpPr>
          <p:spPr>
            <a:xfrm>
              <a:off x="4103687" y="1439862"/>
              <a:ext cx="2254250" cy="3986211"/>
            </a:xfrm>
            <a:custGeom>
              <a:avLst/>
              <a:gdLst/>
              <a:ahLst/>
              <a:cxnLst/>
              <a:rect l="l" t="t" r="r" b="b"/>
              <a:pathLst>
                <a:path w="502" h="887" extrusionOk="0">
                  <a:moveTo>
                    <a:pt x="435" y="815"/>
                  </a:moveTo>
                  <a:cubicBezTo>
                    <a:pt x="428" y="824"/>
                    <a:pt x="419" y="828"/>
                    <a:pt x="408" y="828"/>
                  </a:cubicBezTo>
                  <a:cubicBezTo>
                    <a:pt x="399" y="828"/>
                    <a:pt x="389" y="824"/>
                    <a:pt x="383" y="816"/>
                  </a:cubicBezTo>
                  <a:cubicBezTo>
                    <a:pt x="373" y="805"/>
                    <a:pt x="368" y="788"/>
                    <a:pt x="368" y="770"/>
                  </a:cubicBezTo>
                  <a:cubicBezTo>
                    <a:pt x="368" y="752"/>
                    <a:pt x="373" y="736"/>
                    <a:pt x="383" y="725"/>
                  </a:cubicBezTo>
                  <a:cubicBezTo>
                    <a:pt x="389" y="717"/>
                    <a:pt x="399" y="712"/>
                    <a:pt x="408" y="712"/>
                  </a:cubicBezTo>
                  <a:cubicBezTo>
                    <a:pt x="419" y="712"/>
                    <a:pt x="428" y="717"/>
                    <a:pt x="435" y="725"/>
                  </a:cubicBezTo>
                  <a:cubicBezTo>
                    <a:pt x="435" y="662"/>
                    <a:pt x="435" y="662"/>
                    <a:pt x="435" y="662"/>
                  </a:cubicBezTo>
                  <a:cubicBezTo>
                    <a:pt x="435" y="658"/>
                    <a:pt x="431" y="654"/>
                    <a:pt x="427" y="654"/>
                  </a:cubicBezTo>
                  <a:cubicBezTo>
                    <a:pt x="318" y="645"/>
                    <a:pt x="233" y="554"/>
                    <a:pt x="233" y="444"/>
                  </a:cubicBezTo>
                  <a:cubicBezTo>
                    <a:pt x="233" y="333"/>
                    <a:pt x="318" y="242"/>
                    <a:pt x="427" y="233"/>
                  </a:cubicBezTo>
                  <a:cubicBezTo>
                    <a:pt x="431" y="233"/>
                    <a:pt x="434" y="230"/>
                    <a:pt x="434" y="225"/>
                  </a:cubicBezTo>
                  <a:cubicBezTo>
                    <a:pt x="434" y="143"/>
                    <a:pt x="434" y="143"/>
                    <a:pt x="434" y="143"/>
                  </a:cubicBezTo>
                  <a:cubicBezTo>
                    <a:pt x="435" y="141"/>
                    <a:pt x="438" y="138"/>
                    <a:pt x="441" y="138"/>
                  </a:cubicBezTo>
                  <a:cubicBezTo>
                    <a:pt x="448" y="137"/>
                    <a:pt x="454" y="137"/>
                    <a:pt x="458" y="143"/>
                  </a:cubicBezTo>
                  <a:cubicBezTo>
                    <a:pt x="460" y="147"/>
                    <a:pt x="462" y="151"/>
                    <a:pt x="464" y="155"/>
                  </a:cubicBezTo>
                  <a:cubicBezTo>
                    <a:pt x="471" y="165"/>
                    <a:pt x="483" y="165"/>
                    <a:pt x="491" y="156"/>
                  </a:cubicBezTo>
                  <a:cubicBezTo>
                    <a:pt x="499" y="146"/>
                    <a:pt x="502" y="133"/>
                    <a:pt x="502" y="121"/>
                  </a:cubicBezTo>
                  <a:cubicBezTo>
                    <a:pt x="502" y="109"/>
                    <a:pt x="499" y="95"/>
                    <a:pt x="491" y="86"/>
                  </a:cubicBezTo>
                  <a:cubicBezTo>
                    <a:pt x="483" y="76"/>
                    <a:pt x="471" y="76"/>
                    <a:pt x="464" y="87"/>
                  </a:cubicBezTo>
                  <a:cubicBezTo>
                    <a:pt x="462" y="91"/>
                    <a:pt x="460" y="95"/>
                    <a:pt x="458" y="98"/>
                  </a:cubicBezTo>
                  <a:cubicBezTo>
                    <a:pt x="454" y="104"/>
                    <a:pt x="448" y="104"/>
                    <a:pt x="441" y="104"/>
                  </a:cubicBezTo>
                  <a:cubicBezTo>
                    <a:pt x="438" y="104"/>
                    <a:pt x="435" y="101"/>
                    <a:pt x="434" y="98"/>
                  </a:cubicBezTo>
                  <a:cubicBezTo>
                    <a:pt x="434" y="8"/>
                    <a:pt x="434" y="8"/>
                    <a:pt x="434" y="8"/>
                  </a:cubicBezTo>
                  <a:cubicBezTo>
                    <a:pt x="434" y="4"/>
                    <a:pt x="430" y="0"/>
                    <a:pt x="426" y="0"/>
                  </a:cubicBezTo>
                  <a:cubicBezTo>
                    <a:pt x="189" y="10"/>
                    <a:pt x="0" y="205"/>
                    <a:pt x="0" y="444"/>
                  </a:cubicBezTo>
                  <a:cubicBezTo>
                    <a:pt x="0" y="683"/>
                    <a:pt x="189" y="878"/>
                    <a:pt x="426" y="887"/>
                  </a:cubicBezTo>
                  <a:cubicBezTo>
                    <a:pt x="431" y="887"/>
                    <a:pt x="435" y="884"/>
                    <a:pt x="435" y="879"/>
                  </a:cubicBezTo>
                  <a:lnTo>
                    <a:pt x="435" y="8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1029;p48">
              <a:extLst>
                <a:ext uri="{FF2B5EF4-FFF2-40B4-BE49-F238E27FC236}">
                  <a16:creationId xmlns:a16="http://schemas.microsoft.com/office/drawing/2014/main" xmlns="" id="{3A0AFFDA-C2C7-7870-E146-9241CE3B7279}"/>
                </a:ext>
              </a:extLst>
            </p:cNvPr>
            <p:cNvSpPr/>
            <p:nvPr/>
          </p:nvSpPr>
          <p:spPr>
            <a:xfrm>
              <a:off x="5837237" y="1439862"/>
              <a:ext cx="2252662" cy="3986211"/>
            </a:xfrm>
            <a:custGeom>
              <a:avLst/>
              <a:gdLst/>
              <a:ahLst/>
              <a:cxnLst/>
              <a:rect l="l" t="t" r="r" b="b"/>
              <a:pathLst>
                <a:path w="502" h="887" extrusionOk="0">
                  <a:moveTo>
                    <a:pt x="67" y="8"/>
                  </a:moveTo>
                  <a:cubicBezTo>
                    <a:pt x="67" y="76"/>
                    <a:pt x="67" y="76"/>
                    <a:pt x="67" y="76"/>
                  </a:cubicBezTo>
                  <a:cubicBezTo>
                    <a:pt x="73" y="68"/>
                    <a:pt x="83" y="63"/>
                    <a:pt x="93" y="63"/>
                  </a:cubicBezTo>
                  <a:cubicBezTo>
                    <a:pt x="103" y="63"/>
                    <a:pt x="112" y="67"/>
                    <a:pt x="119" y="75"/>
                  </a:cubicBezTo>
                  <a:cubicBezTo>
                    <a:pt x="128" y="87"/>
                    <a:pt x="134" y="103"/>
                    <a:pt x="133" y="121"/>
                  </a:cubicBezTo>
                  <a:cubicBezTo>
                    <a:pt x="134" y="139"/>
                    <a:pt x="128" y="155"/>
                    <a:pt x="119" y="166"/>
                  </a:cubicBezTo>
                  <a:cubicBezTo>
                    <a:pt x="112" y="174"/>
                    <a:pt x="103" y="179"/>
                    <a:pt x="93" y="179"/>
                  </a:cubicBezTo>
                  <a:cubicBezTo>
                    <a:pt x="83" y="179"/>
                    <a:pt x="73" y="174"/>
                    <a:pt x="67" y="166"/>
                  </a:cubicBezTo>
                  <a:cubicBezTo>
                    <a:pt x="67" y="225"/>
                    <a:pt x="67" y="225"/>
                    <a:pt x="67" y="225"/>
                  </a:cubicBezTo>
                  <a:cubicBezTo>
                    <a:pt x="67" y="230"/>
                    <a:pt x="70" y="233"/>
                    <a:pt x="75" y="233"/>
                  </a:cubicBezTo>
                  <a:cubicBezTo>
                    <a:pt x="183" y="242"/>
                    <a:pt x="269" y="333"/>
                    <a:pt x="269" y="444"/>
                  </a:cubicBezTo>
                  <a:cubicBezTo>
                    <a:pt x="269" y="554"/>
                    <a:pt x="183" y="645"/>
                    <a:pt x="75" y="654"/>
                  </a:cubicBezTo>
                  <a:cubicBezTo>
                    <a:pt x="71" y="654"/>
                    <a:pt x="67" y="658"/>
                    <a:pt x="67" y="662"/>
                  </a:cubicBezTo>
                  <a:cubicBezTo>
                    <a:pt x="67" y="748"/>
                    <a:pt x="67" y="748"/>
                    <a:pt x="67" y="748"/>
                  </a:cubicBezTo>
                  <a:cubicBezTo>
                    <a:pt x="66" y="751"/>
                    <a:pt x="64" y="754"/>
                    <a:pt x="60" y="754"/>
                  </a:cubicBezTo>
                  <a:cubicBezTo>
                    <a:pt x="54" y="754"/>
                    <a:pt x="48" y="754"/>
                    <a:pt x="44" y="748"/>
                  </a:cubicBezTo>
                  <a:cubicBezTo>
                    <a:pt x="41" y="744"/>
                    <a:pt x="40" y="740"/>
                    <a:pt x="37" y="736"/>
                  </a:cubicBezTo>
                  <a:cubicBezTo>
                    <a:pt x="30" y="726"/>
                    <a:pt x="18" y="726"/>
                    <a:pt x="10" y="736"/>
                  </a:cubicBezTo>
                  <a:cubicBezTo>
                    <a:pt x="3" y="745"/>
                    <a:pt x="0" y="758"/>
                    <a:pt x="0" y="770"/>
                  </a:cubicBezTo>
                  <a:cubicBezTo>
                    <a:pt x="0" y="783"/>
                    <a:pt x="3" y="796"/>
                    <a:pt x="10" y="805"/>
                  </a:cubicBezTo>
                  <a:cubicBezTo>
                    <a:pt x="18" y="815"/>
                    <a:pt x="30" y="815"/>
                    <a:pt x="37" y="804"/>
                  </a:cubicBezTo>
                  <a:cubicBezTo>
                    <a:pt x="40" y="801"/>
                    <a:pt x="41" y="796"/>
                    <a:pt x="44" y="793"/>
                  </a:cubicBezTo>
                  <a:cubicBezTo>
                    <a:pt x="48" y="787"/>
                    <a:pt x="54" y="787"/>
                    <a:pt x="60" y="787"/>
                  </a:cubicBezTo>
                  <a:cubicBezTo>
                    <a:pt x="64" y="787"/>
                    <a:pt x="66" y="790"/>
                    <a:pt x="67" y="793"/>
                  </a:cubicBezTo>
                  <a:cubicBezTo>
                    <a:pt x="67" y="879"/>
                    <a:pt x="67" y="879"/>
                    <a:pt x="67" y="879"/>
                  </a:cubicBezTo>
                  <a:cubicBezTo>
                    <a:pt x="67" y="884"/>
                    <a:pt x="71" y="887"/>
                    <a:pt x="76" y="887"/>
                  </a:cubicBezTo>
                  <a:cubicBezTo>
                    <a:pt x="313" y="878"/>
                    <a:pt x="502" y="683"/>
                    <a:pt x="502" y="444"/>
                  </a:cubicBezTo>
                  <a:cubicBezTo>
                    <a:pt x="502" y="204"/>
                    <a:pt x="312" y="9"/>
                    <a:pt x="75" y="0"/>
                  </a:cubicBezTo>
                  <a:cubicBezTo>
                    <a:pt x="71" y="0"/>
                    <a:pt x="67" y="4"/>
                    <a:pt x="67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" name="Google Shape;1030;p48">
            <a:extLst>
              <a:ext uri="{FF2B5EF4-FFF2-40B4-BE49-F238E27FC236}">
                <a16:creationId xmlns:a16="http://schemas.microsoft.com/office/drawing/2014/main" xmlns="" id="{0B4AD6D0-A8D9-A92A-025E-EAB3C3B55216}"/>
              </a:ext>
            </a:extLst>
          </p:cNvPr>
          <p:cNvGrpSpPr/>
          <p:nvPr/>
        </p:nvGrpSpPr>
        <p:grpSpPr>
          <a:xfrm>
            <a:off x="7789255" y="2549992"/>
            <a:ext cx="334352" cy="334151"/>
            <a:chOff x="9878272" y="2682320"/>
            <a:chExt cx="720199" cy="719767"/>
          </a:xfrm>
        </p:grpSpPr>
        <p:sp>
          <p:nvSpPr>
            <p:cNvPr id="52" name="Google Shape;1031;p48">
              <a:extLst>
                <a:ext uri="{FF2B5EF4-FFF2-40B4-BE49-F238E27FC236}">
                  <a16:creationId xmlns:a16="http://schemas.microsoft.com/office/drawing/2014/main" xmlns="" id="{E9F8761F-E3B8-9B87-9932-FD87B10EF214}"/>
                </a:ext>
              </a:extLst>
            </p:cNvPr>
            <p:cNvSpPr/>
            <p:nvPr/>
          </p:nvSpPr>
          <p:spPr>
            <a:xfrm>
              <a:off x="10056560" y="2963533"/>
              <a:ext cx="541911" cy="438554"/>
            </a:xfrm>
            <a:custGeom>
              <a:avLst/>
              <a:gdLst/>
              <a:ahLst/>
              <a:cxnLst/>
              <a:rect l="l" t="t" r="r" b="b"/>
              <a:pathLst>
                <a:path w="861" h="697" extrusionOk="0">
                  <a:moveTo>
                    <a:pt x="849" y="6"/>
                  </a:moveTo>
                  <a:cubicBezTo>
                    <a:pt x="847" y="0"/>
                    <a:pt x="839" y="0"/>
                    <a:pt x="837" y="5"/>
                  </a:cubicBezTo>
                  <a:cubicBezTo>
                    <a:pt x="830" y="26"/>
                    <a:pt x="820" y="51"/>
                    <a:pt x="806" y="78"/>
                  </a:cubicBezTo>
                  <a:cubicBezTo>
                    <a:pt x="770" y="150"/>
                    <a:pt x="700" y="250"/>
                    <a:pt x="575" y="321"/>
                  </a:cubicBezTo>
                  <a:cubicBezTo>
                    <a:pt x="513" y="356"/>
                    <a:pt x="448" y="374"/>
                    <a:pt x="380" y="374"/>
                  </a:cubicBezTo>
                  <a:cubicBezTo>
                    <a:pt x="262" y="374"/>
                    <a:pt x="180" y="321"/>
                    <a:pt x="176" y="319"/>
                  </a:cubicBezTo>
                  <a:cubicBezTo>
                    <a:pt x="176" y="319"/>
                    <a:pt x="176" y="319"/>
                    <a:pt x="176" y="319"/>
                  </a:cubicBezTo>
                  <a:cubicBezTo>
                    <a:pt x="108" y="279"/>
                    <a:pt x="65" y="205"/>
                    <a:pt x="65" y="125"/>
                  </a:cubicBezTo>
                  <a:cubicBezTo>
                    <a:pt x="65" y="112"/>
                    <a:pt x="66" y="99"/>
                    <a:pt x="69" y="86"/>
                  </a:cubicBezTo>
                  <a:cubicBezTo>
                    <a:pt x="70" y="79"/>
                    <a:pt x="61" y="76"/>
                    <a:pt x="57" y="81"/>
                  </a:cubicBezTo>
                  <a:cubicBezTo>
                    <a:pt x="21" y="139"/>
                    <a:pt x="3" y="203"/>
                    <a:pt x="2" y="275"/>
                  </a:cubicBezTo>
                  <a:cubicBezTo>
                    <a:pt x="0" y="517"/>
                    <a:pt x="156" y="664"/>
                    <a:pt x="182" y="686"/>
                  </a:cubicBezTo>
                  <a:cubicBezTo>
                    <a:pt x="182" y="687"/>
                    <a:pt x="183" y="687"/>
                    <a:pt x="185" y="688"/>
                  </a:cubicBezTo>
                  <a:cubicBezTo>
                    <a:pt x="219" y="694"/>
                    <a:pt x="254" y="697"/>
                    <a:pt x="289" y="697"/>
                  </a:cubicBezTo>
                  <a:cubicBezTo>
                    <a:pt x="604" y="697"/>
                    <a:pt x="861" y="441"/>
                    <a:pt x="861" y="125"/>
                  </a:cubicBezTo>
                  <a:cubicBezTo>
                    <a:pt x="861" y="85"/>
                    <a:pt x="857" y="45"/>
                    <a:pt x="849" y="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1032;p48">
              <a:extLst>
                <a:ext uri="{FF2B5EF4-FFF2-40B4-BE49-F238E27FC236}">
                  <a16:creationId xmlns:a16="http://schemas.microsoft.com/office/drawing/2014/main" xmlns="" id="{9B91CCBE-4E85-71AE-B6E5-6C8504D42959}"/>
                </a:ext>
              </a:extLst>
            </p:cNvPr>
            <p:cNvSpPr/>
            <p:nvPr/>
          </p:nvSpPr>
          <p:spPr>
            <a:xfrm>
              <a:off x="9878272" y="2791266"/>
              <a:ext cx="459066" cy="594405"/>
            </a:xfrm>
            <a:custGeom>
              <a:avLst/>
              <a:gdLst/>
              <a:ahLst/>
              <a:cxnLst/>
              <a:rect l="l" t="t" r="r" b="b"/>
              <a:pathLst>
                <a:path w="729" h="945" extrusionOk="0">
                  <a:moveTo>
                    <a:pt x="717" y="228"/>
                  </a:moveTo>
                  <a:cubicBezTo>
                    <a:pt x="722" y="233"/>
                    <a:pt x="729" y="227"/>
                    <a:pt x="726" y="221"/>
                  </a:cubicBezTo>
                  <a:cubicBezTo>
                    <a:pt x="694" y="161"/>
                    <a:pt x="647" y="112"/>
                    <a:pt x="586" y="76"/>
                  </a:cubicBezTo>
                  <a:cubicBezTo>
                    <a:pt x="500" y="26"/>
                    <a:pt x="406" y="0"/>
                    <a:pt x="307" y="0"/>
                  </a:cubicBezTo>
                  <a:cubicBezTo>
                    <a:pt x="221" y="0"/>
                    <a:pt x="157" y="20"/>
                    <a:pt x="140" y="26"/>
                  </a:cubicBezTo>
                  <a:cubicBezTo>
                    <a:pt x="139" y="26"/>
                    <a:pt x="138" y="27"/>
                    <a:pt x="137" y="27"/>
                  </a:cubicBezTo>
                  <a:cubicBezTo>
                    <a:pt x="49" y="131"/>
                    <a:pt x="0" y="263"/>
                    <a:pt x="0" y="399"/>
                  </a:cubicBezTo>
                  <a:cubicBezTo>
                    <a:pt x="0" y="649"/>
                    <a:pt x="163" y="868"/>
                    <a:pt x="396" y="943"/>
                  </a:cubicBezTo>
                  <a:cubicBezTo>
                    <a:pt x="401" y="945"/>
                    <a:pt x="406" y="938"/>
                    <a:pt x="402" y="934"/>
                  </a:cubicBezTo>
                  <a:cubicBezTo>
                    <a:pt x="387" y="917"/>
                    <a:pt x="371" y="896"/>
                    <a:pt x="354" y="870"/>
                  </a:cubicBezTo>
                  <a:cubicBezTo>
                    <a:pt x="310" y="803"/>
                    <a:pt x="258" y="693"/>
                    <a:pt x="259" y="549"/>
                  </a:cubicBezTo>
                  <a:cubicBezTo>
                    <a:pt x="260" y="423"/>
                    <a:pt x="315" y="337"/>
                    <a:pt x="360" y="286"/>
                  </a:cubicBezTo>
                  <a:cubicBezTo>
                    <a:pt x="410" y="231"/>
                    <a:pt x="459" y="206"/>
                    <a:pt x="461" y="205"/>
                  </a:cubicBezTo>
                  <a:cubicBezTo>
                    <a:pt x="461" y="205"/>
                    <a:pt x="461" y="205"/>
                    <a:pt x="461" y="205"/>
                  </a:cubicBezTo>
                  <a:cubicBezTo>
                    <a:pt x="495" y="185"/>
                    <a:pt x="533" y="175"/>
                    <a:pt x="572" y="175"/>
                  </a:cubicBezTo>
                  <a:cubicBezTo>
                    <a:pt x="627" y="175"/>
                    <a:pt x="678" y="195"/>
                    <a:pt x="717" y="2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1033;p48">
              <a:extLst>
                <a:ext uri="{FF2B5EF4-FFF2-40B4-BE49-F238E27FC236}">
                  <a16:creationId xmlns:a16="http://schemas.microsoft.com/office/drawing/2014/main" xmlns="" id="{6A0FA83D-1BF5-E708-C3F7-F342140F24BB}"/>
                </a:ext>
              </a:extLst>
            </p:cNvPr>
            <p:cNvSpPr/>
            <p:nvPr/>
          </p:nvSpPr>
          <p:spPr>
            <a:xfrm>
              <a:off x="9994853" y="2682320"/>
              <a:ext cx="583546" cy="500170"/>
            </a:xfrm>
            <a:custGeom>
              <a:avLst/>
              <a:gdLst/>
              <a:ahLst/>
              <a:cxnLst/>
              <a:rect l="l" t="t" r="r" b="b"/>
              <a:pathLst>
                <a:path w="927" h="795" extrusionOk="0">
                  <a:moveTo>
                    <a:pt x="660" y="746"/>
                  </a:moveTo>
                  <a:cubicBezTo>
                    <a:pt x="871" y="626"/>
                    <a:pt x="920" y="418"/>
                    <a:pt x="927" y="385"/>
                  </a:cubicBezTo>
                  <a:cubicBezTo>
                    <a:pt x="927" y="384"/>
                    <a:pt x="927" y="383"/>
                    <a:pt x="926" y="381"/>
                  </a:cubicBezTo>
                  <a:cubicBezTo>
                    <a:pt x="846" y="153"/>
                    <a:pt x="630" y="0"/>
                    <a:pt x="387" y="0"/>
                  </a:cubicBezTo>
                  <a:cubicBezTo>
                    <a:pt x="245" y="0"/>
                    <a:pt x="109" y="53"/>
                    <a:pt x="4" y="147"/>
                  </a:cubicBezTo>
                  <a:cubicBezTo>
                    <a:pt x="0" y="151"/>
                    <a:pt x="4" y="159"/>
                    <a:pt x="10" y="158"/>
                  </a:cubicBezTo>
                  <a:cubicBezTo>
                    <a:pt x="39" y="152"/>
                    <a:pt x="78" y="147"/>
                    <a:pt x="122" y="147"/>
                  </a:cubicBezTo>
                  <a:cubicBezTo>
                    <a:pt x="226" y="147"/>
                    <a:pt x="324" y="174"/>
                    <a:pt x="414" y="227"/>
                  </a:cubicBezTo>
                  <a:cubicBezTo>
                    <a:pt x="522" y="290"/>
                    <a:pt x="570" y="381"/>
                    <a:pt x="591" y="446"/>
                  </a:cubicBezTo>
                  <a:cubicBezTo>
                    <a:pt x="613" y="514"/>
                    <a:pt x="611" y="567"/>
                    <a:pt x="611" y="573"/>
                  </a:cubicBezTo>
                  <a:cubicBezTo>
                    <a:pt x="611" y="669"/>
                    <a:pt x="549" y="752"/>
                    <a:pt x="463" y="783"/>
                  </a:cubicBezTo>
                  <a:cubicBezTo>
                    <a:pt x="457" y="785"/>
                    <a:pt x="458" y="795"/>
                    <a:pt x="465" y="795"/>
                  </a:cubicBezTo>
                  <a:cubicBezTo>
                    <a:pt x="469" y="795"/>
                    <a:pt x="474" y="795"/>
                    <a:pt x="478" y="795"/>
                  </a:cubicBezTo>
                  <a:cubicBezTo>
                    <a:pt x="541" y="795"/>
                    <a:pt x="602" y="778"/>
                    <a:pt x="660" y="7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" name="Google Shape;1034;p48">
            <a:extLst>
              <a:ext uri="{FF2B5EF4-FFF2-40B4-BE49-F238E27FC236}">
                <a16:creationId xmlns:a16="http://schemas.microsoft.com/office/drawing/2014/main" xmlns="" id="{E4B93C18-EA96-3EDD-6700-277BD6FF8396}"/>
              </a:ext>
            </a:extLst>
          </p:cNvPr>
          <p:cNvGrpSpPr/>
          <p:nvPr/>
        </p:nvGrpSpPr>
        <p:grpSpPr>
          <a:xfrm>
            <a:off x="8270381" y="2549925"/>
            <a:ext cx="334275" cy="334276"/>
            <a:chOff x="10914618" y="2682187"/>
            <a:chExt cx="720033" cy="720033"/>
          </a:xfrm>
        </p:grpSpPr>
        <p:sp>
          <p:nvSpPr>
            <p:cNvPr id="56" name="Google Shape;1035;p48">
              <a:extLst>
                <a:ext uri="{FF2B5EF4-FFF2-40B4-BE49-F238E27FC236}">
                  <a16:creationId xmlns:a16="http://schemas.microsoft.com/office/drawing/2014/main" xmlns="" id="{9525BB68-E712-D293-0CE4-EBE5CEF3512A}"/>
                </a:ext>
              </a:extLst>
            </p:cNvPr>
            <p:cNvSpPr/>
            <p:nvPr/>
          </p:nvSpPr>
          <p:spPr>
            <a:xfrm>
              <a:off x="11401733" y="2955582"/>
              <a:ext cx="229448" cy="412406"/>
            </a:xfrm>
            <a:custGeom>
              <a:avLst/>
              <a:gdLst/>
              <a:ahLst/>
              <a:cxnLst/>
              <a:rect l="l" t="t" r="r" b="b"/>
              <a:pathLst>
                <a:path w="335" h="602" extrusionOk="0">
                  <a:moveTo>
                    <a:pt x="335" y="19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4" y="37"/>
                    <a:pt x="38" y="81"/>
                    <a:pt x="38" y="126"/>
                  </a:cubicBezTo>
                  <a:cubicBezTo>
                    <a:pt x="38" y="602"/>
                    <a:pt x="38" y="602"/>
                    <a:pt x="38" y="602"/>
                  </a:cubicBezTo>
                  <a:cubicBezTo>
                    <a:pt x="200" y="525"/>
                    <a:pt x="312" y="371"/>
                    <a:pt x="335" y="19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1036;p48">
              <a:extLst>
                <a:ext uri="{FF2B5EF4-FFF2-40B4-BE49-F238E27FC236}">
                  <a16:creationId xmlns:a16="http://schemas.microsoft.com/office/drawing/2014/main" xmlns="" id="{1B5B25B9-9D1B-DA90-7412-9083E414621B}"/>
                </a:ext>
              </a:extLst>
            </p:cNvPr>
            <p:cNvSpPr/>
            <p:nvPr/>
          </p:nvSpPr>
          <p:spPr>
            <a:xfrm>
              <a:off x="10914618" y="3012482"/>
              <a:ext cx="370771" cy="315723"/>
            </a:xfrm>
            <a:custGeom>
              <a:avLst/>
              <a:gdLst/>
              <a:ahLst/>
              <a:cxnLst/>
              <a:rect l="l" t="t" r="r" b="b"/>
              <a:pathLst>
                <a:path w="542" h="461" extrusionOk="0">
                  <a:moveTo>
                    <a:pt x="207" y="461"/>
                  </a:moveTo>
                  <a:cubicBezTo>
                    <a:pt x="542" y="267"/>
                    <a:pt x="542" y="267"/>
                    <a:pt x="542" y="267"/>
                  </a:cubicBezTo>
                  <a:cubicBezTo>
                    <a:pt x="537" y="268"/>
                    <a:pt x="531" y="268"/>
                    <a:pt x="526" y="268"/>
                  </a:cubicBezTo>
                  <a:cubicBezTo>
                    <a:pt x="486" y="268"/>
                    <a:pt x="446" y="257"/>
                    <a:pt x="411" y="236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15"/>
                    <a:pt x="0" y="29"/>
                    <a:pt x="0" y="43"/>
                  </a:cubicBezTo>
                  <a:cubicBezTo>
                    <a:pt x="0" y="209"/>
                    <a:pt x="76" y="361"/>
                    <a:pt x="207" y="46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1037;p48">
              <a:extLst>
                <a:ext uri="{FF2B5EF4-FFF2-40B4-BE49-F238E27FC236}">
                  <a16:creationId xmlns:a16="http://schemas.microsoft.com/office/drawing/2014/main" xmlns="" id="{58EA8EC9-907F-BA46-BC15-4F13CB8B4164}"/>
                </a:ext>
              </a:extLst>
            </p:cNvPr>
            <p:cNvSpPr/>
            <p:nvPr/>
          </p:nvSpPr>
          <p:spPr>
            <a:xfrm>
              <a:off x="11136202" y="2682187"/>
              <a:ext cx="343016" cy="292593"/>
            </a:xfrm>
            <a:custGeom>
              <a:avLst/>
              <a:gdLst/>
              <a:ahLst/>
              <a:cxnLst/>
              <a:rect l="l" t="t" r="r" b="b"/>
              <a:pathLst>
                <a:path w="501" h="427" extrusionOk="0">
                  <a:moveTo>
                    <a:pt x="93" y="329"/>
                  </a:moveTo>
                  <a:cubicBezTo>
                    <a:pt x="501" y="93"/>
                    <a:pt x="501" y="93"/>
                    <a:pt x="501" y="93"/>
                  </a:cubicBezTo>
                  <a:cubicBezTo>
                    <a:pt x="413" y="32"/>
                    <a:pt x="310" y="0"/>
                    <a:pt x="202" y="0"/>
                  </a:cubicBezTo>
                  <a:cubicBezTo>
                    <a:pt x="132" y="0"/>
                    <a:pt x="64" y="13"/>
                    <a:pt x="0" y="40"/>
                  </a:cubicBezTo>
                  <a:cubicBezTo>
                    <a:pt x="0" y="427"/>
                    <a:pt x="0" y="427"/>
                    <a:pt x="0" y="427"/>
                  </a:cubicBezTo>
                  <a:cubicBezTo>
                    <a:pt x="20" y="387"/>
                    <a:pt x="52" y="352"/>
                    <a:pt x="93" y="3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1038;p48">
              <a:extLst>
                <a:ext uri="{FF2B5EF4-FFF2-40B4-BE49-F238E27FC236}">
                  <a16:creationId xmlns:a16="http://schemas.microsoft.com/office/drawing/2014/main" xmlns="" id="{74A805D5-A835-90B3-E79C-0F3174691FB2}"/>
                </a:ext>
              </a:extLst>
            </p:cNvPr>
            <p:cNvSpPr/>
            <p:nvPr/>
          </p:nvSpPr>
          <p:spPr>
            <a:xfrm>
              <a:off x="10917856" y="2716419"/>
              <a:ext cx="230142" cy="411712"/>
            </a:xfrm>
            <a:custGeom>
              <a:avLst/>
              <a:gdLst/>
              <a:ahLst/>
              <a:cxnLst/>
              <a:rect l="l" t="t" r="r" b="b"/>
              <a:pathLst>
                <a:path w="336" h="601" extrusionOk="0">
                  <a:moveTo>
                    <a:pt x="0" y="408"/>
                  </a:moveTo>
                  <a:cubicBezTo>
                    <a:pt x="336" y="601"/>
                    <a:pt x="336" y="601"/>
                    <a:pt x="336" y="601"/>
                  </a:cubicBezTo>
                  <a:cubicBezTo>
                    <a:pt x="311" y="565"/>
                    <a:pt x="297" y="521"/>
                    <a:pt x="297" y="475"/>
                  </a:cubicBezTo>
                  <a:cubicBezTo>
                    <a:pt x="297" y="0"/>
                    <a:pt x="297" y="0"/>
                    <a:pt x="297" y="0"/>
                  </a:cubicBezTo>
                  <a:cubicBezTo>
                    <a:pt x="135" y="76"/>
                    <a:pt x="23" y="231"/>
                    <a:pt x="0" y="4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1039;p48">
              <a:extLst>
                <a:ext uri="{FF2B5EF4-FFF2-40B4-BE49-F238E27FC236}">
                  <a16:creationId xmlns:a16="http://schemas.microsoft.com/office/drawing/2014/main" xmlns="" id="{DA485DB7-C7DA-D28C-C768-9463A8498854}"/>
                </a:ext>
              </a:extLst>
            </p:cNvPr>
            <p:cNvSpPr/>
            <p:nvPr/>
          </p:nvSpPr>
          <p:spPr>
            <a:xfrm>
              <a:off x="11069819" y="3108934"/>
              <a:ext cx="343016" cy="293287"/>
            </a:xfrm>
            <a:custGeom>
              <a:avLst/>
              <a:gdLst/>
              <a:ahLst/>
              <a:cxnLst/>
              <a:rect l="l" t="t" r="r" b="b"/>
              <a:pathLst>
                <a:path w="501" h="428" extrusionOk="0">
                  <a:moveTo>
                    <a:pt x="408" y="98"/>
                  </a:moveTo>
                  <a:cubicBezTo>
                    <a:pt x="0" y="334"/>
                    <a:pt x="0" y="334"/>
                    <a:pt x="0" y="334"/>
                  </a:cubicBezTo>
                  <a:cubicBezTo>
                    <a:pt x="88" y="396"/>
                    <a:pt x="191" y="428"/>
                    <a:pt x="299" y="428"/>
                  </a:cubicBezTo>
                  <a:cubicBezTo>
                    <a:pt x="369" y="428"/>
                    <a:pt x="437" y="414"/>
                    <a:pt x="501" y="388"/>
                  </a:cubicBezTo>
                  <a:cubicBezTo>
                    <a:pt x="501" y="0"/>
                    <a:pt x="501" y="0"/>
                    <a:pt x="501" y="0"/>
                  </a:cubicBezTo>
                  <a:cubicBezTo>
                    <a:pt x="481" y="41"/>
                    <a:pt x="449" y="76"/>
                    <a:pt x="408" y="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1040;p48">
              <a:extLst>
                <a:ext uri="{FF2B5EF4-FFF2-40B4-BE49-F238E27FC236}">
                  <a16:creationId xmlns:a16="http://schemas.microsoft.com/office/drawing/2014/main" xmlns="" id="{B3A5E902-93BE-E6C8-9E06-1A7A436FD134}"/>
                </a:ext>
              </a:extLst>
            </p:cNvPr>
            <p:cNvSpPr/>
            <p:nvPr/>
          </p:nvSpPr>
          <p:spPr>
            <a:xfrm>
              <a:off x="11263647" y="2756203"/>
              <a:ext cx="371003" cy="315723"/>
            </a:xfrm>
            <a:custGeom>
              <a:avLst/>
              <a:gdLst/>
              <a:ahLst/>
              <a:cxnLst/>
              <a:rect l="l" t="t" r="r" b="b"/>
              <a:pathLst>
                <a:path w="542" h="461" extrusionOk="0">
                  <a:moveTo>
                    <a:pt x="131" y="225"/>
                  </a:moveTo>
                  <a:cubicBezTo>
                    <a:pt x="540" y="461"/>
                    <a:pt x="540" y="461"/>
                    <a:pt x="540" y="461"/>
                  </a:cubicBezTo>
                  <a:cubicBezTo>
                    <a:pt x="541" y="446"/>
                    <a:pt x="542" y="432"/>
                    <a:pt x="542" y="417"/>
                  </a:cubicBezTo>
                  <a:cubicBezTo>
                    <a:pt x="542" y="252"/>
                    <a:pt x="466" y="100"/>
                    <a:pt x="335" y="0"/>
                  </a:cubicBezTo>
                  <a:cubicBezTo>
                    <a:pt x="0" y="194"/>
                    <a:pt x="0" y="194"/>
                    <a:pt x="0" y="194"/>
                  </a:cubicBezTo>
                  <a:cubicBezTo>
                    <a:pt x="5" y="193"/>
                    <a:pt x="11" y="193"/>
                    <a:pt x="16" y="193"/>
                  </a:cubicBezTo>
                  <a:cubicBezTo>
                    <a:pt x="57" y="193"/>
                    <a:pt x="96" y="204"/>
                    <a:pt x="131" y="22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" name="Google Shape;1041;p48">
            <a:extLst>
              <a:ext uri="{FF2B5EF4-FFF2-40B4-BE49-F238E27FC236}">
                <a16:creationId xmlns:a16="http://schemas.microsoft.com/office/drawing/2014/main" xmlns="" id="{36151AF5-1694-90EC-BD45-F791C4D614A7}"/>
              </a:ext>
            </a:extLst>
          </p:cNvPr>
          <p:cNvGrpSpPr/>
          <p:nvPr/>
        </p:nvGrpSpPr>
        <p:grpSpPr>
          <a:xfrm>
            <a:off x="3938023" y="2019509"/>
            <a:ext cx="271141" cy="334362"/>
            <a:chOff x="1582665" y="1011072"/>
            <a:chExt cx="584040" cy="720220"/>
          </a:xfrm>
        </p:grpSpPr>
        <p:sp>
          <p:nvSpPr>
            <p:cNvPr id="63" name="Google Shape;1042;p48">
              <a:extLst>
                <a:ext uri="{FF2B5EF4-FFF2-40B4-BE49-F238E27FC236}">
                  <a16:creationId xmlns:a16="http://schemas.microsoft.com/office/drawing/2014/main" xmlns="" id="{DD2F8A83-2FFD-15AF-DC94-7634708FBA0F}"/>
                </a:ext>
              </a:extLst>
            </p:cNvPr>
            <p:cNvSpPr/>
            <p:nvPr/>
          </p:nvSpPr>
          <p:spPr>
            <a:xfrm>
              <a:off x="1638485" y="1571653"/>
              <a:ext cx="449564" cy="159640"/>
            </a:xfrm>
            <a:custGeom>
              <a:avLst/>
              <a:gdLst/>
              <a:ahLst/>
              <a:cxnLst/>
              <a:rect l="l" t="t" r="r" b="b"/>
              <a:pathLst>
                <a:path w="767" h="273" extrusionOk="0">
                  <a:moveTo>
                    <a:pt x="8" y="71"/>
                  </a:moveTo>
                  <a:cubicBezTo>
                    <a:pt x="26" y="131"/>
                    <a:pt x="228" y="66"/>
                    <a:pt x="244" y="81"/>
                  </a:cubicBezTo>
                  <a:cubicBezTo>
                    <a:pt x="269" y="104"/>
                    <a:pt x="240" y="171"/>
                    <a:pt x="254" y="194"/>
                  </a:cubicBezTo>
                  <a:cubicBezTo>
                    <a:pt x="274" y="228"/>
                    <a:pt x="588" y="273"/>
                    <a:pt x="743" y="165"/>
                  </a:cubicBezTo>
                  <a:cubicBezTo>
                    <a:pt x="767" y="149"/>
                    <a:pt x="749" y="103"/>
                    <a:pt x="751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0" y="17"/>
                    <a:pt x="0" y="43"/>
                    <a:pt x="8" y="7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1043;p48">
              <a:extLst>
                <a:ext uri="{FF2B5EF4-FFF2-40B4-BE49-F238E27FC236}">
                  <a16:creationId xmlns:a16="http://schemas.microsoft.com/office/drawing/2014/main" xmlns="" id="{E53058B9-F7E2-2C75-C8EB-C3A47B8CE672}"/>
                </a:ext>
              </a:extLst>
            </p:cNvPr>
            <p:cNvSpPr/>
            <p:nvPr/>
          </p:nvSpPr>
          <p:spPr>
            <a:xfrm>
              <a:off x="1590507" y="1435245"/>
              <a:ext cx="515072" cy="136407"/>
            </a:xfrm>
            <a:custGeom>
              <a:avLst/>
              <a:gdLst/>
              <a:ahLst/>
              <a:cxnLst/>
              <a:rect l="l" t="t" r="r" b="b"/>
              <a:pathLst>
                <a:path w="879" h="233" extrusionOk="0">
                  <a:moveTo>
                    <a:pt x="75" y="52"/>
                  </a:moveTo>
                  <a:cubicBezTo>
                    <a:pt x="81" y="64"/>
                    <a:pt x="64" y="89"/>
                    <a:pt x="66" y="104"/>
                  </a:cubicBezTo>
                  <a:cubicBezTo>
                    <a:pt x="68" y="117"/>
                    <a:pt x="105" y="132"/>
                    <a:pt x="105" y="132"/>
                  </a:cubicBezTo>
                  <a:cubicBezTo>
                    <a:pt x="105" y="132"/>
                    <a:pt x="78" y="157"/>
                    <a:pt x="77" y="169"/>
                  </a:cubicBezTo>
                  <a:cubicBezTo>
                    <a:pt x="76" y="182"/>
                    <a:pt x="101" y="204"/>
                    <a:pt x="101" y="218"/>
                  </a:cubicBezTo>
                  <a:cubicBezTo>
                    <a:pt x="102" y="221"/>
                    <a:pt x="100" y="227"/>
                    <a:pt x="98" y="233"/>
                  </a:cubicBezTo>
                  <a:cubicBezTo>
                    <a:pt x="833" y="233"/>
                    <a:pt x="833" y="233"/>
                    <a:pt x="833" y="233"/>
                  </a:cubicBezTo>
                  <a:cubicBezTo>
                    <a:pt x="834" y="202"/>
                    <a:pt x="837" y="167"/>
                    <a:pt x="843" y="126"/>
                  </a:cubicBezTo>
                  <a:cubicBezTo>
                    <a:pt x="850" y="80"/>
                    <a:pt x="863" y="39"/>
                    <a:pt x="87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20"/>
                    <a:pt x="65" y="34"/>
                    <a:pt x="75" y="5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1044;p48">
              <a:extLst>
                <a:ext uri="{FF2B5EF4-FFF2-40B4-BE49-F238E27FC236}">
                  <a16:creationId xmlns:a16="http://schemas.microsoft.com/office/drawing/2014/main" xmlns="" id="{8B7419A2-FD7E-1CD8-0DEB-6301181DCBC5}"/>
                </a:ext>
              </a:extLst>
            </p:cNvPr>
            <p:cNvSpPr/>
            <p:nvPr/>
          </p:nvSpPr>
          <p:spPr>
            <a:xfrm>
              <a:off x="1582665" y="1299068"/>
              <a:ext cx="576890" cy="136177"/>
            </a:xfrm>
            <a:custGeom>
              <a:avLst/>
              <a:gdLst/>
              <a:ahLst/>
              <a:cxnLst/>
              <a:rect l="l" t="t" r="r" b="b"/>
              <a:pathLst>
                <a:path w="984" h="233" extrusionOk="0">
                  <a:moveTo>
                    <a:pt x="984" y="0"/>
                  </a:moveTo>
                  <a:cubicBezTo>
                    <a:pt x="119" y="0"/>
                    <a:pt x="119" y="0"/>
                    <a:pt x="119" y="0"/>
                  </a:cubicBezTo>
                  <a:cubicBezTo>
                    <a:pt x="121" y="7"/>
                    <a:pt x="122" y="14"/>
                    <a:pt x="121" y="20"/>
                  </a:cubicBezTo>
                  <a:cubicBezTo>
                    <a:pt x="115" y="71"/>
                    <a:pt x="3" y="151"/>
                    <a:pt x="1" y="207"/>
                  </a:cubicBezTo>
                  <a:cubicBezTo>
                    <a:pt x="0" y="217"/>
                    <a:pt x="5" y="225"/>
                    <a:pt x="13" y="233"/>
                  </a:cubicBezTo>
                  <a:cubicBezTo>
                    <a:pt x="892" y="233"/>
                    <a:pt x="892" y="233"/>
                    <a:pt x="892" y="233"/>
                  </a:cubicBezTo>
                  <a:cubicBezTo>
                    <a:pt x="910" y="190"/>
                    <a:pt x="932" y="150"/>
                    <a:pt x="954" y="106"/>
                  </a:cubicBezTo>
                  <a:cubicBezTo>
                    <a:pt x="965" y="83"/>
                    <a:pt x="977" y="45"/>
                    <a:pt x="9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1045;p48">
              <a:extLst>
                <a:ext uri="{FF2B5EF4-FFF2-40B4-BE49-F238E27FC236}">
                  <a16:creationId xmlns:a16="http://schemas.microsoft.com/office/drawing/2014/main" xmlns="" id="{58A7A2CD-B241-1C1A-3150-B662539426CD}"/>
                </a:ext>
              </a:extLst>
            </p:cNvPr>
            <p:cNvSpPr/>
            <p:nvPr/>
          </p:nvSpPr>
          <p:spPr>
            <a:xfrm>
              <a:off x="1665934" y="1011072"/>
              <a:ext cx="484393" cy="151589"/>
            </a:xfrm>
            <a:custGeom>
              <a:avLst/>
              <a:gdLst/>
              <a:ahLst/>
              <a:cxnLst/>
              <a:rect l="l" t="t" r="r" b="b"/>
              <a:pathLst>
                <a:path w="826" h="259" extrusionOk="0">
                  <a:moveTo>
                    <a:pt x="691" y="105"/>
                  </a:moveTo>
                  <a:cubicBezTo>
                    <a:pt x="485" y="0"/>
                    <a:pt x="280" y="20"/>
                    <a:pt x="171" y="77"/>
                  </a:cubicBezTo>
                  <a:cubicBezTo>
                    <a:pt x="84" y="123"/>
                    <a:pt x="31" y="190"/>
                    <a:pt x="0" y="259"/>
                  </a:cubicBezTo>
                  <a:cubicBezTo>
                    <a:pt x="826" y="259"/>
                    <a:pt x="826" y="259"/>
                    <a:pt x="826" y="259"/>
                  </a:cubicBezTo>
                  <a:cubicBezTo>
                    <a:pt x="803" y="196"/>
                    <a:pt x="762" y="140"/>
                    <a:pt x="691" y="1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1046;p48">
              <a:extLst>
                <a:ext uri="{FF2B5EF4-FFF2-40B4-BE49-F238E27FC236}">
                  <a16:creationId xmlns:a16="http://schemas.microsoft.com/office/drawing/2014/main" xmlns="" id="{34ACF48A-0CF9-6D81-C5E6-FF27E3B72D75}"/>
                </a:ext>
              </a:extLst>
            </p:cNvPr>
            <p:cNvSpPr/>
            <p:nvPr/>
          </p:nvSpPr>
          <p:spPr>
            <a:xfrm>
              <a:off x="1639639" y="1162661"/>
              <a:ext cx="527066" cy="136407"/>
            </a:xfrm>
            <a:custGeom>
              <a:avLst/>
              <a:gdLst/>
              <a:ahLst/>
              <a:cxnLst/>
              <a:rect l="l" t="t" r="r" b="b"/>
              <a:pathLst>
                <a:path w="899" h="233" extrusionOk="0">
                  <a:moveTo>
                    <a:pt x="871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20" y="53"/>
                    <a:pt x="9" y="106"/>
                    <a:pt x="4" y="150"/>
                  </a:cubicBezTo>
                  <a:cubicBezTo>
                    <a:pt x="0" y="184"/>
                    <a:pt x="15" y="210"/>
                    <a:pt x="22" y="233"/>
                  </a:cubicBezTo>
                  <a:cubicBezTo>
                    <a:pt x="887" y="233"/>
                    <a:pt x="887" y="233"/>
                    <a:pt x="887" y="233"/>
                  </a:cubicBezTo>
                  <a:cubicBezTo>
                    <a:pt x="898" y="163"/>
                    <a:pt x="899" y="77"/>
                    <a:pt x="8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" name="Google Shape;1047;p48">
            <a:extLst>
              <a:ext uri="{FF2B5EF4-FFF2-40B4-BE49-F238E27FC236}">
                <a16:creationId xmlns:a16="http://schemas.microsoft.com/office/drawing/2014/main" xmlns="" id="{DC285D05-A362-095C-20A2-543D4D407B00}"/>
              </a:ext>
            </a:extLst>
          </p:cNvPr>
          <p:cNvGrpSpPr/>
          <p:nvPr/>
        </p:nvGrpSpPr>
        <p:grpSpPr>
          <a:xfrm>
            <a:off x="4389061" y="2019529"/>
            <a:ext cx="284611" cy="334347"/>
            <a:chOff x="2554206" y="1011105"/>
            <a:chExt cx="613055" cy="720187"/>
          </a:xfrm>
        </p:grpSpPr>
        <p:sp>
          <p:nvSpPr>
            <p:cNvPr id="69" name="Google Shape;1048;p48">
              <a:extLst>
                <a:ext uri="{FF2B5EF4-FFF2-40B4-BE49-F238E27FC236}">
                  <a16:creationId xmlns:a16="http://schemas.microsoft.com/office/drawing/2014/main" xmlns="" id="{099F37B2-DE2A-A018-D458-34F2ADF7A680}"/>
                </a:ext>
              </a:extLst>
            </p:cNvPr>
            <p:cNvSpPr/>
            <p:nvPr/>
          </p:nvSpPr>
          <p:spPr>
            <a:xfrm flipH="1">
              <a:off x="2721847" y="1011105"/>
              <a:ext cx="445414" cy="388012"/>
            </a:xfrm>
            <a:custGeom>
              <a:avLst/>
              <a:gdLst/>
              <a:ahLst/>
              <a:cxnLst/>
              <a:rect l="l" t="t" r="r" b="b"/>
              <a:pathLst>
                <a:path w="885" h="771" extrusionOk="0">
                  <a:moveTo>
                    <a:pt x="708" y="363"/>
                  </a:moveTo>
                  <a:cubicBezTo>
                    <a:pt x="699" y="358"/>
                    <a:pt x="687" y="357"/>
                    <a:pt x="677" y="361"/>
                  </a:cubicBezTo>
                  <a:cubicBezTo>
                    <a:pt x="662" y="366"/>
                    <a:pt x="649" y="378"/>
                    <a:pt x="640" y="395"/>
                  </a:cubicBezTo>
                  <a:cubicBezTo>
                    <a:pt x="630" y="411"/>
                    <a:pt x="626" y="429"/>
                    <a:pt x="629" y="444"/>
                  </a:cubicBezTo>
                  <a:cubicBezTo>
                    <a:pt x="631" y="455"/>
                    <a:pt x="637" y="464"/>
                    <a:pt x="646" y="470"/>
                  </a:cubicBezTo>
                  <a:cubicBezTo>
                    <a:pt x="655" y="475"/>
                    <a:pt x="667" y="476"/>
                    <a:pt x="677" y="471"/>
                  </a:cubicBezTo>
                  <a:cubicBezTo>
                    <a:pt x="551" y="690"/>
                    <a:pt x="551" y="690"/>
                    <a:pt x="551" y="690"/>
                  </a:cubicBezTo>
                  <a:cubicBezTo>
                    <a:pt x="548" y="696"/>
                    <a:pt x="542" y="699"/>
                    <a:pt x="536" y="699"/>
                  </a:cubicBezTo>
                  <a:cubicBezTo>
                    <a:pt x="365" y="699"/>
                    <a:pt x="365" y="699"/>
                    <a:pt x="365" y="699"/>
                  </a:cubicBezTo>
                  <a:cubicBezTo>
                    <a:pt x="362" y="700"/>
                    <a:pt x="359" y="703"/>
                    <a:pt x="359" y="706"/>
                  </a:cubicBezTo>
                  <a:cubicBezTo>
                    <a:pt x="358" y="713"/>
                    <a:pt x="358" y="720"/>
                    <a:pt x="365" y="724"/>
                  </a:cubicBezTo>
                  <a:cubicBezTo>
                    <a:pt x="368" y="726"/>
                    <a:pt x="372" y="728"/>
                    <a:pt x="376" y="730"/>
                  </a:cubicBezTo>
                  <a:cubicBezTo>
                    <a:pt x="387" y="737"/>
                    <a:pt x="388" y="751"/>
                    <a:pt x="378" y="759"/>
                  </a:cubicBezTo>
                  <a:cubicBezTo>
                    <a:pt x="368" y="767"/>
                    <a:pt x="354" y="771"/>
                    <a:pt x="341" y="770"/>
                  </a:cubicBezTo>
                  <a:cubicBezTo>
                    <a:pt x="328" y="771"/>
                    <a:pt x="314" y="768"/>
                    <a:pt x="304" y="759"/>
                  </a:cubicBezTo>
                  <a:cubicBezTo>
                    <a:pt x="294" y="751"/>
                    <a:pt x="295" y="737"/>
                    <a:pt x="306" y="730"/>
                  </a:cubicBezTo>
                  <a:cubicBezTo>
                    <a:pt x="310" y="728"/>
                    <a:pt x="314" y="726"/>
                    <a:pt x="317" y="724"/>
                  </a:cubicBezTo>
                  <a:cubicBezTo>
                    <a:pt x="323" y="720"/>
                    <a:pt x="323" y="713"/>
                    <a:pt x="323" y="706"/>
                  </a:cubicBezTo>
                  <a:cubicBezTo>
                    <a:pt x="323" y="703"/>
                    <a:pt x="320" y="700"/>
                    <a:pt x="317" y="699"/>
                  </a:cubicBezTo>
                  <a:cubicBezTo>
                    <a:pt x="115" y="699"/>
                    <a:pt x="115" y="699"/>
                    <a:pt x="115" y="699"/>
                  </a:cubicBezTo>
                  <a:cubicBezTo>
                    <a:pt x="112" y="699"/>
                    <a:pt x="109" y="697"/>
                    <a:pt x="108" y="694"/>
                  </a:cubicBezTo>
                  <a:cubicBezTo>
                    <a:pt x="108" y="694"/>
                    <a:pt x="108" y="694"/>
                    <a:pt x="108" y="694"/>
                  </a:cubicBezTo>
                  <a:cubicBezTo>
                    <a:pt x="58" y="592"/>
                    <a:pt x="0" y="246"/>
                    <a:pt x="247" y="121"/>
                  </a:cubicBezTo>
                  <a:cubicBezTo>
                    <a:pt x="487" y="0"/>
                    <a:pt x="726" y="23"/>
                    <a:pt x="852" y="89"/>
                  </a:cubicBezTo>
                  <a:cubicBezTo>
                    <a:pt x="862" y="94"/>
                    <a:pt x="871" y="99"/>
                    <a:pt x="879" y="104"/>
                  </a:cubicBezTo>
                  <a:cubicBezTo>
                    <a:pt x="883" y="107"/>
                    <a:pt x="885" y="112"/>
                    <a:pt x="882" y="116"/>
                  </a:cubicBezTo>
                  <a:cubicBezTo>
                    <a:pt x="725" y="389"/>
                    <a:pt x="725" y="389"/>
                    <a:pt x="725" y="389"/>
                  </a:cubicBezTo>
                  <a:cubicBezTo>
                    <a:pt x="723" y="378"/>
                    <a:pt x="717" y="368"/>
                    <a:pt x="708" y="3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1049;p48">
              <a:extLst>
                <a:ext uri="{FF2B5EF4-FFF2-40B4-BE49-F238E27FC236}">
                  <a16:creationId xmlns:a16="http://schemas.microsoft.com/office/drawing/2014/main" xmlns="" id="{31043110-B30C-60E6-B3B8-29B6719BF065}"/>
                </a:ext>
              </a:extLst>
            </p:cNvPr>
            <p:cNvSpPr/>
            <p:nvPr/>
          </p:nvSpPr>
          <p:spPr>
            <a:xfrm flipH="1">
              <a:off x="2554206" y="1072424"/>
              <a:ext cx="329184" cy="568718"/>
            </a:xfrm>
            <a:custGeom>
              <a:avLst/>
              <a:gdLst/>
              <a:ahLst/>
              <a:cxnLst/>
              <a:rect l="l" t="t" r="r" b="b"/>
              <a:pathLst>
                <a:path w="654" h="1130" extrusionOk="0">
                  <a:moveTo>
                    <a:pt x="208" y="896"/>
                  </a:moveTo>
                  <a:cubicBezTo>
                    <a:pt x="217" y="891"/>
                    <a:pt x="224" y="882"/>
                    <a:pt x="225" y="871"/>
                  </a:cubicBezTo>
                  <a:cubicBezTo>
                    <a:pt x="228" y="856"/>
                    <a:pt x="224" y="838"/>
                    <a:pt x="214" y="822"/>
                  </a:cubicBezTo>
                  <a:cubicBezTo>
                    <a:pt x="205" y="805"/>
                    <a:pt x="192" y="793"/>
                    <a:pt x="177" y="787"/>
                  </a:cubicBezTo>
                  <a:cubicBezTo>
                    <a:pt x="167" y="784"/>
                    <a:pt x="156" y="784"/>
                    <a:pt x="147" y="790"/>
                  </a:cubicBezTo>
                  <a:cubicBezTo>
                    <a:pt x="137" y="795"/>
                    <a:pt x="131" y="805"/>
                    <a:pt x="130" y="816"/>
                  </a:cubicBezTo>
                  <a:cubicBezTo>
                    <a:pt x="3" y="597"/>
                    <a:pt x="3" y="597"/>
                    <a:pt x="3" y="597"/>
                  </a:cubicBezTo>
                  <a:cubicBezTo>
                    <a:pt x="0" y="591"/>
                    <a:pt x="0" y="585"/>
                    <a:pt x="3" y="579"/>
                  </a:cubicBezTo>
                  <a:cubicBezTo>
                    <a:pt x="142" y="339"/>
                    <a:pt x="142" y="339"/>
                    <a:pt x="142" y="339"/>
                  </a:cubicBezTo>
                  <a:cubicBezTo>
                    <a:pt x="142" y="336"/>
                    <a:pt x="142" y="332"/>
                    <a:pt x="139" y="330"/>
                  </a:cubicBezTo>
                  <a:cubicBezTo>
                    <a:pt x="133" y="326"/>
                    <a:pt x="127" y="323"/>
                    <a:pt x="121" y="326"/>
                  </a:cubicBezTo>
                  <a:cubicBezTo>
                    <a:pt x="117" y="328"/>
                    <a:pt x="113" y="331"/>
                    <a:pt x="110" y="333"/>
                  </a:cubicBezTo>
                  <a:cubicBezTo>
                    <a:pt x="98" y="339"/>
                    <a:pt x="85" y="333"/>
                    <a:pt x="83" y="320"/>
                  </a:cubicBezTo>
                  <a:cubicBezTo>
                    <a:pt x="81" y="307"/>
                    <a:pt x="85" y="294"/>
                    <a:pt x="92" y="282"/>
                  </a:cubicBezTo>
                  <a:cubicBezTo>
                    <a:pt x="99" y="271"/>
                    <a:pt x="108" y="260"/>
                    <a:pt x="120" y="256"/>
                  </a:cubicBezTo>
                  <a:cubicBezTo>
                    <a:pt x="132" y="251"/>
                    <a:pt x="144" y="259"/>
                    <a:pt x="144" y="272"/>
                  </a:cubicBezTo>
                  <a:cubicBezTo>
                    <a:pt x="145" y="276"/>
                    <a:pt x="144" y="281"/>
                    <a:pt x="144" y="285"/>
                  </a:cubicBezTo>
                  <a:cubicBezTo>
                    <a:pt x="145" y="293"/>
                    <a:pt x="150" y="296"/>
                    <a:pt x="157" y="299"/>
                  </a:cubicBezTo>
                  <a:cubicBezTo>
                    <a:pt x="160" y="301"/>
                    <a:pt x="163" y="299"/>
                    <a:pt x="166" y="297"/>
                  </a:cubicBezTo>
                  <a:cubicBezTo>
                    <a:pt x="334" y="6"/>
                    <a:pt x="334" y="6"/>
                    <a:pt x="334" y="6"/>
                  </a:cubicBezTo>
                  <a:cubicBezTo>
                    <a:pt x="337" y="2"/>
                    <a:pt x="343" y="0"/>
                    <a:pt x="347" y="3"/>
                  </a:cubicBezTo>
                  <a:cubicBezTo>
                    <a:pt x="480" y="102"/>
                    <a:pt x="524" y="251"/>
                    <a:pt x="535" y="353"/>
                  </a:cubicBezTo>
                  <a:cubicBezTo>
                    <a:pt x="542" y="405"/>
                    <a:pt x="507" y="442"/>
                    <a:pt x="511" y="473"/>
                  </a:cubicBezTo>
                  <a:cubicBezTo>
                    <a:pt x="518" y="532"/>
                    <a:pt x="648" y="625"/>
                    <a:pt x="651" y="690"/>
                  </a:cubicBezTo>
                  <a:cubicBezTo>
                    <a:pt x="654" y="734"/>
                    <a:pt x="565" y="752"/>
                    <a:pt x="550" y="781"/>
                  </a:cubicBezTo>
                  <a:cubicBezTo>
                    <a:pt x="543" y="794"/>
                    <a:pt x="562" y="823"/>
                    <a:pt x="560" y="841"/>
                  </a:cubicBezTo>
                  <a:cubicBezTo>
                    <a:pt x="559" y="857"/>
                    <a:pt x="515" y="874"/>
                    <a:pt x="515" y="874"/>
                  </a:cubicBezTo>
                  <a:cubicBezTo>
                    <a:pt x="515" y="874"/>
                    <a:pt x="546" y="903"/>
                    <a:pt x="548" y="916"/>
                  </a:cubicBezTo>
                  <a:cubicBezTo>
                    <a:pt x="549" y="932"/>
                    <a:pt x="520" y="957"/>
                    <a:pt x="519" y="973"/>
                  </a:cubicBezTo>
                  <a:cubicBezTo>
                    <a:pt x="519" y="989"/>
                    <a:pt x="545" y="1030"/>
                    <a:pt x="532" y="1073"/>
                  </a:cubicBezTo>
                  <a:cubicBezTo>
                    <a:pt x="515" y="1130"/>
                    <a:pt x="356" y="1091"/>
                    <a:pt x="288" y="1083"/>
                  </a:cubicBezTo>
                  <a:cubicBezTo>
                    <a:pt x="286" y="1083"/>
                    <a:pt x="283" y="1082"/>
                    <a:pt x="282" y="1079"/>
                  </a:cubicBezTo>
                  <a:cubicBezTo>
                    <a:pt x="177" y="898"/>
                    <a:pt x="177" y="898"/>
                    <a:pt x="177" y="898"/>
                  </a:cubicBezTo>
                  <a:cubicBezTo>
                    <a:pt x="188" y="902"/>
                    <a:pt x="199" y="902"/>
                    <a:pt x="208" y="8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1050;p48">
              <a:extLst>
                <a:ext uri="{FF2B5EF4-FFF2-40B4-BE49-F238E27FC236}">
                  <a16:creationId xmlns:a16="http://schemas.microsoft.com/office/drawing/2014/main" xmlns="" id="{7771C6EF-4A11-1203-A1D1-B3AB0A4EBC9B}"/>
                </a:ext>
              </a:extLst>
            </p:cNvPr>
            <p:cNvSpPr/>
            <p:nvPr/>
          </p:nvSpPr>
          <p:spPr>
            <a:xfrm flipH="1">
              <a:off x="2750903" y="1372925"/>
              <a:ext cx="354381" cy="358367"/>
            </a:xfrm>
            <a:custGeom>
              <a:avLst/>
              <a:gdLst/>
              <a:ahLst/>
              <a:cxnLst/>
              <a:rect l="l" t="t" r="r" b="b"/>
              <a:pathLst>
                <a:path w="704" h="712" extrusionOk="0">
                  <a:moveTo>
                    <a:pt x="11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62" y="7"/>
                    <a:pt x="157" y="17"/>
                    <a:pt x="157" y="28"/>
                  </a:cubicBezTo>
                  <a:cubicBezTo>
                    <a:pt x="157" y="38"/>
                    <a:pt x="162" y="48"/>
                    <a:pt x="170" y="55"/>
                  </a:cubicBezTo>
                  <a:cubicBezTo>
                    <a:pt x="182" y="65"/>
                    <a:pt x="199" y="70"/>
                    <a:pt x="218" y="70"/>
                  </a:cubicBezTo>
                  <a:cubicBezTo>
                    <a:pt x="237" y="70"/>
                    <a:pt x="254" y="65"/>
                    <a:pt x="267" y="55"/>
                  </a:cubicBezTo>
                  <a:cubicBezTo>
                    <a:pt x="275" y="48"/>
                    <a:pt x="280" y="38"/>
                    <a:pt x="280" y="28"/>
                  </a:cubicBezTo>
                  <a:cubicBezTo>
                    <a:pt x="280" y="17"/>
                    <a:pt x="275" y="7"/>
                    <a:pt x="266" y="0"/>
                  </a:cubicBezTo>
                  <a:cubicBezTo>
                    <a:pt x="411" y="0"/>
                    <a:pt x="411" y="0"/>
                    <a:pt x="411" y="0"/>
                  </a:cubicBezTo>
                  <a:cubicBezTo>
                    <a:pt x="417" y="0"/>
                    <a:pt x="423" y="3"/>
                    <a:pt x="426" y="9"/>
                  </a:cubicBezTo>
                  <a:cubicBezTo>
                    <a:pt x="565" y="249"/>
                    <a:pt x="565" y="249"/>
                    <a:pt x="565" y="249"/>
                  </a:cubicBezTo>
                  <a:cubicBezTo>
                    <a:pt x="568" y="251"/>
                    <a:pt x="571" y="253"/>
                    <a:pt x="575" y="251"/>
                  </a:cubicBezTo>
                  <a:cubicBezTo>
                    <a:pt x="581" y="248"/>
                    <a:pt x="586" y="244"/>
                    <a:pt x="587" y="237"/>
                  </a:cubicBezTo>
                  <a:cubicBezTo>
                    <a:pt x="587" y="233"/>
                    <a:pt x="587" y="228"/>
                    <a:pt x="587" y="224"/>
                  </a:cubicBezTo>
                  <a:cubicBezTo>
                    <a:pt x="587" y="211"/>
                    <a:pt x="599" y="203"/>
                    <a:pt x="611" y="208"/>
                  </a:cubicBezTo>
                  <a:cubicBezTo>
                    <a:pt x="623" y="212"/>
                    <a:pt x="633" y="223"/>
                    <a:pt x="639" y="234"/>
                  </a:cubicBezTo>
                  <a:cubicBezTo>
                    <a:pt x="646" y="245"/>
                    <a:pt x="650" y="259"/>
                    <a:pt x="648" y="272"/>
                  </a:cubicBezTo>
                  <a:cubicBezTo>
                    <a:pt x="646" y="285"/>
                    <a:pt x="633" y="290"/>
                    <a:pt x="622" y="284"/>
                  </a:cubicBezTo>
                  <a:cubicBezTo>
                    <a:pt x="618" y="282"/>
                    <a:pt x="614" y="280"/>
                    <a:pt x="611" y="278"/>
                  </a:cubicBezTo>
                  <a:cubicBezTo>
                    <a:pt x="604" y="275"/>
                    <a:pt x="598" y="278"/>
                    <a:pt x="592" y="282"/>
                  </a:cubicBezTo>
                  <a:cubicBezTo>
                    <a:pt x="589" y="283"/>
                    <a:pt x="589" y="287"/>
                    <a:pt x="589" y="291"/>
                  </a:cubicBezTo>
                  <a:cubicBezTo>
                    <a:pt x="700" y="482"/>
                    <a:pt x="700" y="482"/>
                    <a:pt x="700" y="482"/>
                  </a:cubicBezTo>
                  <a:cubicBezTo>
                    <a:pt x="700" y="482"/>
                    <a:pt x="701" y="484"/>
                    <a:pt x="700" y="485"/>
                  </a:cubicBezTo>
                  <a:cubicBezTo>
                    <a:pt x="700" y="487"/>
                    <a:pt x="699" y="488"/>
                    <a:pt x="699" y="488"/>
                  </a:cubicBezTo>
                  <a:cubicBezTo>
                    <a:pt x="699" y="488"/>
                    <a:pt x="699" y="488"/>
                    <a:pt x="699" y="488"/>
                  </a:cubicBezTo>
                  <a:cubicBezTo>
                    <a:pt x="671" y="516"/>
                    <a:pt x="704" y="593"/>
                    <a:pt x="688" y="619"/>
                  </a:cubicBezTo>
                  <a:cubicBezTo>
                    <a:pt x="664" y="659"/>
                    <a:pt x="299" y="712"/>
                    <a:pt x="119" y="586"/>
                  </a:cubicBezTo>
                  <a:cubicBezTo>
                    <a:pt x="83" y="561"/>
                    <a:pt x="129" y="479"/>
                    <a:pt x="98" y="269"/>
                  </a:cubicBezTo>
                  <a:cubicBezTo>
                    <a:pt x="84" y="172"/>
                    <a:pt x="45" y="96"/>
                    <a:pt x="3" y="12"/>
                  </a:cubicBezTo>
                  <a:cubicBezTo>
                    <a:pt x="0" y="7"/>
                    <a:pt x="4" y="0"/>
                    <a:pt x="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" name="Google Shape;1051;p48">
            <a:extLst>
              <a:ext uri="{FF2B5EF4-FFF2-40B4-BE49-F238E27FC236}">
                <a16:creationId xmlns:a16="http://schemas.microsoft.com/office/drawing/2014/main" xmlns="" id="{CCEF90EE-EB8B-DB0F-E315-C743A3F5DAFE}"/>
              </a:ext>
            </a:extLst>
          </p:cNvPr>
          <p:cNvGrpSpPr/>
          <p:nvPr/>
        </p:nvGrpSpPr>
        <p:grpSpPr>
          <a:xfrm>
            <a:off x="7800193" y="1985285"/>
            <a:ext cx="345529" cy="368591"/>
            <a:chOff x="9901824" y="937343"/>
            <a:chExt cx="744273" cy="793950"/>
          </a:xfrm>
        </p:grpSpPr>
        <p:grpSp>
          <p:nvGrpSpPr>
            <p:cNvPr id="73" name="Google Shape;1052;p48">
              <a:extLst>
                <a:ext uri="{FF2B5EF4-FFF2-40B4-BE49-F238E27FC236}">
                  <a16:creationId xmlns:a16="http://schemas.microsoft.com/office/drawing/2014/main" xmlns="" id="{F5DB9E1E-EA91-6457-C478-00484E038899}"/>
                </a:ext>
              </a:extLst>
            </p:cNvPr>
            <p:cNvGrpSpPr/>
            <p:nvPr/>
          </p:nvGrpSpPr>
          <p:grpSpPr>
            <a:xfrm>
              <a:off x="9901824" y="937343"/>
              <a:ext cx="744273" cy="793950"/>
              <a:chOff x="9901824" y="937343"/>
              <a:chExt cx="744273" cy="793950"/>
            </a:xfrm>
          </p:grpSpPr>
          <p:sp>
            <p:nvSpPr>
              <p:cNvPr id="80" name="Google Shape;1053;p48">
                <a:extLst>
                  <a:ext uri="{FF2B5EF4-FFF2-40B4-BE49-F238E27FC236}">
                    <a16:creationId xmlns:a16="http://schemas.microsoft.com/office/drawing/2014/main" xmlns="" id="{124E7E84-80B9-BA82-9160-3B55251374BD}"/>
                  </a:ext>
                </a:extLst>
              </p:cNvPr>
              <p:cNvSpPr/>
              <p:nvPr/>
            </p:nvSpPr>
            <p:spPr>
              <a:xfrm>
                <a:off x="10463799" y="1043794"/>
                <a:ext cx="76068" cy="75403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1054;p48">
                <a:extLst>
                  <a:ext uri="{FF2B5EF4-FFF2-40B4-BE49-F238E27FC236}">
                    <a16:creationId xmlns:a16="http://schemas.microsoft.com/office/drawing/2014/main" xmlns="" id="{50B9411E-C54F-3780-3BAC-27ACBC6EF29D}"/>
                  </a:ext>
                </a:extLst>
              </p:cNvPr>
              <p:cNvSpPr/>
              <p:nvPr/>
            </p:nvSpPr>
            <p:spPr>
              <a:xfrm>
                <a:off x="10546077" y="1303491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1055;p48">
                <a:extLst>
                  <a:ext uri="{FF2B5EF4-FFF2-40B4-BE49-F238E27FC236}">
                    <a16:creationId xmlns:a16="http://schemas.microsoft.com/office/drawing/2014/main" xmlns="" id="{655E0615-DDEB-A184-D82B-6678631DD43C}"/>
                  </a:ext>
                </a:extLst>
              </p:cNvPr>
              <p:cNvSpPr/>
              <p:nvPr/>
            </p:nvSpPr>
            <p:spPr>
              <a:xfrm>
                <a:off x="10463799" y="1499539"/>
                <a:ext cx="76068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1056;p48">
                <a:extLst>
                  <a:ext uri="{FF2B5EF4-FFF2-40B4-BE49-F238E27FC236}">
                    <a16:creationId xmlns:a16="http://schemas.microsoft.com/office/drawing/2014/main" xmlns="" id="{A7C849E3-F013-3DF5-32A1-45B0B7C4A9D5}"/>
                  </a:ext>
                </a:extLst>
              </p:cNvPr>
              <p:cNvSpPr/>
              <p:nvPr/>
            </p:nvSpPr>
            <p:spPr>
              <a:xfrm>
                <a:off x="10008275" y="1500204"/>
                <a:ext cx="76068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1057;p48">
                <a:extLst>
                  <a:ext uri="{FF2B5EF4-FFF2-40B4-BE49-F238E27FC236}">
                    <a16:creationId xmlns:a16="http://schemas.microsoft.com/office/drawing/2014/main" xmlns="" id="{5D60AC2B-AE9E-EC39-665E-9405AC5EB7F0}"/>
                  </a:ext>
                </a:extLst>
              </p:cNvPr>
              <p:cNvSpPr/>
              <p:nvPr/>
            </p:nvSpPr>
            <p:spPr>
              <a:xfrm>
                <a:off x="9901824" y="1303934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1058;p48">
                <a:extLst>
                  <a:ext uri="{FF2B5EF4-FFF2-40B4-BE49-F238E27FC236}">
                    <a16:creationId xmlns:a16="http://schemas.microsoft.com/office/drawing/2014/main" xmlns="" id="{7C0CD6A1-965B-3CE7-E104-D61688EA7B19}"/>
                  </a:ext>
                </a:extLst>
              </p:cNvPr>
              <p:cNvSpPr/>
              <p:nvPr/>
            </p:nvSpPr>
            <p:spPr>
              <a:xfrm>
                <a:off x="10008275" y="1044237"/>
                <a:ext cx="75403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1" extrusionOk="0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1059;p48">
                <a:extLst>
                  <a:ext uri="{FF2B5EF4-FFF2-40B4-BE49-F238E27FC236}">
                    <a16:creationId xmlns:a16="http://schemas.microsoft.com/office/drawing/2014/main" xmlns="" id="{FD28124D-DF27-C467-8ED6-63EDE52744BA}"/>
                  </a:ext>
                </a:extLst>
              </p:cNvPr>
              <p:cNvSpPr/>
              <p:nvPr/>
            </p:nvSpPr>
            <p:spPr>
              <a:xfrm>
                <a:off x="10267751" y="937343"/>
                <a:ext cx="11976" cy="10002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75" extrusionOk="0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1060;p48">
                <a:extLst>
                  <a:ext uri="{FF2B5EF4-FFF2-40B4-BE49-F238E27FC236}">
                    <a16:creationId xmlns:a16="http://schemas.microsoft.com/office/drawing/2014/main" xmlns="" id="{E7EC56EF-B9DA-B847-505A-B677842DE025}"/>
                  </a:ext>
                </a:extLst>
              </p:cNvPr>
              <p:cNvSpPr/>
              <p:nvPr/>
            </p:nvSpPr>
            <p:spPr>
              <a:xfrm>
                <a:off x="10183698" y="1629498"/>
                <a:ext cx="180080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1061;p48">
                <a:extLst>
                  <a:ext uri="{FF2B5EF4-FFF2-40B4-BE49-F238E27FC236}">
                    <a16:creationId xmlns:a16="http://schemas.microsoft.com/office/drawing/2014/main" xmlns="" id="{E40F00BB-3AE9-CC03-A49A-123410510EA5}"/>
                  </a:ext>
                </a:extLst>
              </p:cNvPr>
              <p:cNvSpPr/>
              <p:nvPr/>
            </p:nvSpPr>
            <p:spPr>
              <a:xfrm>
                <a:off x="10188356" y="1667865"/>
                <a:ext cx="170766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99" h="45" extrusionOk="0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1062;p48">
                <a:extLst>
                  <a:ext uri="{FF2B5EF4-FFF2-40B4-BE49-F238E27FC236}">
                    <a16:creationId xmlns:a16="http://schemas.microsoft.com/office/drawing/2014/main" xmlns="" id="{52E478F7-5FCF-C4CE-E71D-1925CA8F3994}"/>
                  </a:ext>
                </a:extLst>
              </p:cNvPr>
              <p:cNvSpPr/>
              <p:nvPr/>
            </p:nvSpPr>
            <p:spPr>
              <a:xfrm>
                <a:off x="10212751" y="1705567"/>
                <a:ext cx="122419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4" name="Google Shape;1063;p48">
              <a:extLst>
                <a:ext uri="{FF2B5EF4-FFF2-40B4-BE49-F238E27FC236}">
                  <a16:creationId xmlns:a16="http://schemas.microsoft.com/office/drawing/2014/main" xmlns="" id="{3FFACA03-A591-1A8C-958A-D1CF531A778E}"/>
                </a:ext>
              </a:extLst>
            </p:cNvPr>
            <p:cNvSpPr/>
            <p:nvPr/>
          </p:nvSpPr>
          <p:spPr>
            <a:xfrm>
              <a:off x="10047751" y="1220548"/>
              <a:ext cx="217117" cy="205362"/>
            </a:xfrm>
            <a:custGeom>
              <a:avLst/>
              <a:gdLst/>
              <a:ahLst/>
              <a:cxnLst/>
              <a:rect l="l" t="t" r="r" b="b"/>
              <a:pathLst>
                <a:path w="380" h="359" extrusionOk="0">
                  <a:moveTo>
                    <a:pt x="63" y="268"/>
                  </a:moveTo>
                  <a:cubicBezTo>
                    <a:pt x="78" y="297"/>
                    <a:pt x="94" y="324"/>
                    <a:pt x="108" y="350"/>
                  </a:cubicBezTo>
                  <a:cubicBezTo>
                    <a:pt x="113" y="359"/>
                    <a:pt x="113" y="359"/>
                    <a:pt x="113" y="359"/>
                  </a:cubicBezTo>
                  <a:cubicBezTo>
                    <a:pt x="380" y="206"/>
                    <a:pt x="380" y="206"/>
                    <a:pt x="380" y="206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2" y="2"/>
                    <a:pt x="22" y="4"/>
                    <a:pt x="21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0" y="88"/>
                    <a:pt x="14" y="174"/>
                    <a:pt x="63" y="26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1064;p48">
              <a:extLst>
                <a:ext uri="{FF2B5EF4-FFF2-40B4-BE49-F238E27FC236}">
                  <a16:creationId xmlns:a16="http://schemas.microsoft.com/office/drawing/2014/main" xmlns="" id="{5EF4E734-35B3-E825-91D0-9A337F10776C}"/>
                </a:ext>
              </a:extLst>
            </p:cNvPr>
            <p:cNvSpPr/>
            <p:nvPr/>
          </p:nvSpPr>
          <p:spPr>
            <a:xfrm>
              <a:off x="10063053" y="1080830"/>
              <a:ext cx="205806" cy="250604"/>
            </a:xfrm>
            <a:custGeom>
              <a:avLst/>
              <a:gdLst/>
              <a:ahLst/>
              <a:cxnLst/>
              <a:rect l="l" t="t" r="r" b="b"/>
              <a:pathLst>
                <a:path w="360" h="438" extrusionOk="0">
                  <a:moveTo>
                    <a:pt x="0" y="230"/>
                  </a:moveTo>
                  <a:cubicBezTo>
                    <a:pt x="360" y="438"/>
                    <a:pt x="360" y="438"/>
                    <a:pt x="360" y="438"/>
                  </a:cubicBezTo>
                  <a:cubicBezTo>
                    <a:pt x="360" y="0"/>
                    <a:pt x="360" y="0"/>
                    <a:pt x="360" y="0"/>
                  </a:cubicBezTo>
                  <a:cubicBezTo>
                    <a:pt x="174" y="3"/>
                    <a:pt x="40" y="117"/>
                    <a:pt x="0" y="2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1065;p48">
              <a:extLst>
                <a:ext uri="{FF2B5EF4-FFF2-40B4-BE49-F238E27FC236}">
                  <a16:creationId xmlns:a16="http://schemas.microsoft.com/office/drawing/2014/main" xmlns="" id="{2ABC3F3D-30F8-1C09-12D0-79326405231D}"/>
                </a:ext>
              </a:extLst>
            </p:cNvPr>
            <p:cNvSpPr/>
            <p:nvPr/>
          </p:nvSpPr>
          <p:spPr>
            <a:xfrm>
              <a:off x="10276400" y="1080830"/>
              <a:ext cx="208024" cy="250604"/>
            </a:xfrm>
            <a:custGeom>
              <a:avLst/>
              <a:gdLst/>
              <a:ahLst/>
              <a:cxnLst/>
              <a:rect l="l" t="t" r="r" b="b"/>
              <a:pathLst>
                <a:path w="364" h="438" extrusionOk="0">
                  <a:moveTo>
                    <a:pt x="0" y="0"/>
                  </a:moveTo>
                  <a:cubicBezTo>
                    <a:pt x="0" y="438"/>
                    <a:pt x="0" y="438"/>
                    <a:pt x="0" y="438"/>
                  </a:cubicBezTo>
                  <a:cubicBezTo>
                    <a:pt x="364" y="228"/>
                    <a:pt x="364" y="228"/>
                    <a:pt x="364" y="228"/>
                  </a:cubicBezTo>
                  <a:cubicBezTo>
                    <a:pt x="323" y="115"/>
                    <a:pt x="186" y="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1066;p48">
              <a:extLst>
                <a:ext uri="{FF2B5EF4-FFF2-40B4-BE49-F238E27FC236}">
                  <a16:creationId xmlns:a16="http://schemas.microsoft.com/office/drawing/2014/main" xmlns="" id="{5544E741-9FEB-5567-6D08-14D6AF3A73AC}"/>
                </a:ext>
              </a:extLst>
            </p:cNvPr>
            <p:cNvSpPr/>
            <p:nvPr/>
          </p:nvSpPr>
          <p:spPr>
            <a:xfrm>
              <a:off x="10280392" y="1218773"/>
              <a:ext cx="219334" cy="208689"/>
            </a:xfrm>
            <a:custGeom>
              <a:avLst/>
              <a:gdLst/>
              <a:ahLst/>
              <a:cxnLst/>
              <a:rect l="l" t="t" r="r" b="b"/>
              <a:pathLst>
                <a:path w="384" h="365" extrusionOk="0">
                  <a:moveTo>
                    <a:pt x="322" y="271"/>
                  </a:moveTo>
                  <a:cubicBezTo>
                    <a:pt x="371" y="177"/>
                    <a:pt x="384" y="91"/>
                    <a:pt x="364" y="9"/>
                  </a:cubicBezTo>
                  <a:cubicBezTo>
                    <a:pt x="364" y="9"/>
                    <a:pt x="364" y="9"/>
                    <a:pt x="364" y="9"/>
                  </a:cubicBezTo>
                  <a:cubicBezTo>
                    <a:pt x="363" y="6"/>
                    <a:pt x="362" y="3"/>
                    <a:pt x="361" y="0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270" y="365"/>
                    <a:pt x="270" y="365"/>
                    <a:pt x="270" y="365"/>
                  </a:cubicBezTo>
                  <a:cubicBezTo>
                    <a:pt x="277" y="353"/>
                    <a:pt x="277" y="353"/>
                    <a:pt x="277" y="353"/>
                  </a:cubicBezTo>
                  <a:cubicBezTo>
                    <a:pt x="291" y="327"/>
                    <a:pt x="307" y="300"/>
                    <a:pt x="322" y="27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1067;p48">
              <a:extLst>
                <a:ext uri="{FF2B5EF4-FFF2-40B4-BE49-F238E27FC236}">
                  <a16:creationId xmlns:a16="http://schemas.microsoft.com/office/drawing/2014/main" xmlns="" id="{D664D2D6-06B4-E261-E863-3098E4039A62}"/>
                </a:ext>
              </a:extLst>
            </p:cNvPr>
            <p:cNvSpPr/>
            <p:nvPr/>
          </p:nvSpPr>
          <p:spPr>
            <a:xfrm>
              <a:off x="10116279" y="1345184"/>
              <a:ext cx="152580" cy="267681"/>
            </a:xfrm>
            <a:custGeom>
              <a:avLst/>
              <a:gdLst/>
              <a:ahLst/>
              <a:cxnLst/>
              <a:rect l="l" t="t" r="r" b="b"/>
              <a:pathLst>
                <a:path w="267" h="468" extrusionOk="0">
                  <a:moveTo>
                    <a:pt x="267" y="468"/>
                  </a:moveTo>
                  <a:cubicBezTo>
                    <a:pt x="267" y="0"/>
                    <a:pt x="267" y="0"/>
                    <a:pt x="267" y="0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21" y="190"/>
                    <a:pt x="42" y="229"/>
                    <a:pt x="61" y="272"/>
                  </a:cubicBezTo>
                  <a:cubicBezTo>
                    <a:pt x="75" y="304"/>
                    <a:pt x="83" y="346"/>
                    <a:pt x="90" y="383"/>
                  </a:cubicBezTo>
                  <a:cubicBezTo>
                    <a:pt x="92" y="398"/>
                    <a:pt x="95" y="411"/>
                    <a:pt x="98" y="424"/>
                  </a:cubicBezTo>
                  <a:cubicBezTo>
                    <a:pt x="105" y="457"/>
                    <a:pt x="116" y="466"/>
                    <a:pt x="151" y="467"/>
                  </a:cubicBezTo>
                  <a:cubicBezTo>
                    <a:pt x="157" y="468"/>
                    <a:pt x="157" y="468"/>
                    <a:pt x="157" y="468"/>
                  </a:cubicBezTo>
                  <a:cubicBezTo>
                    <a:pt x="185" y="468"/>
                    <a:pt x="185" y="468"/>
                    <a:pt x="185" y="468"/>
                  </a:cubicBezTo>
                  <a:cubicBezTo>
                    <a:pt x="237" y="468"/>
                    <a:pt x="237" y="468"/>
                    <a:pt x="237" y="468"/>
                  </a:cubicBezTo>
                  <a:cubicBezTo>
                    <a:pt x="247" y="468"/>
                    <a:pt x="257" y="468"/>
                    <a:pt x="267" y="4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1068;p48">
              <a:extLst>
                <a:ext uri="{FF2B5EF4-FFF2-40B4-BE49-F238E27FC236}">
                  <a16:creationId xmlns:a16="http://schemas.microsoft.com/office/drawing/2014/main" xmlns="" id="{FD8BAF8C-670C-1055-9F8F-BFCB10AAF4FD}"/>
                </a:ext>
              </a:extLst>
            </p:cNvPr>
            <p:cNvSpPr/>
            <p:nvPr/>
          </p:nvSpPr>
          <p:spPr>
            <a:xfrm>
              <a:off x="10276400" y="1345184"/>
              <a:ext cx="154798" cy="267681"/>
            </a:xfrm>
            <a:custGeom>
              <a:avLst/>
              <a:gdLst/>
              <a:ahLst/>
              <a:cxnLst/>
              <a:rect l="l" t="t" r="r" b="b"/>
              <a:pathLst>
                <a:path w="271" h="468" extrusionOk="0">
                  <a:moveTo>
                    <a:pt x="174" y="424"/>
                  </a:moveTo>
                  <a:cubicBezTo>
                    <a:pt x="177" y="411"/>
                    <a:pt x="180" y="398"/>
                    <a:pt x="182" y="383"/>
                  </a:cubicBezTo>
                  <a:cubicBezTo>
                    <a:pt x="189" y="346"/>
                    <a:pt x="197" y="304"/>
                    <a:pt x="211" y="272"/>
                  </a:cubicBezTo>
                  <a:cubicBezTo>
                    <a:pt x="230" y="229"/>
                    <a:pt x="251" y="191"/>
                    <a:pt x="271" y="1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67"/>
                    <a:pt x="0" y="467"/>
                    <a:pt x="0" y="467"/>
                  </a:cubicBezTo>
                  <a:cubicBezTo>
                    <a:pt x="5" y="467"/>
                    <a:pt x="5" y="467"/>
                    <a:pt x="5" y="467"/>
                  </a:cubicBezTo>
                  <a:cubicBezTo>
                    <a:pt x="5" y="468"/>
                    <a:pt x="5" y="468"/>
                    <a:pt x="5" y="468"/>
                  </a:cubicBezTo>
                  <a:cubicBezTo>
                    <a:pt x="5" y="468"/>
                    <a:pt x="5" y="468"/>
                    <a:pt x="5" y="468"/>
                  </a:cubicBezTo>
                  <a:cubicBezTo>
                    <a:pt x="15" y="468"/>
                    <a:pt x="25" y="468"/>
                    <a:pt x="36" y="468"/>
                  </a:cubicBezTo>
                  <a:cubicBezTo>
                    <a:pt x="42" y="467"/>
                    <a:pt x="42" y="467"/>
                    <a:pt x="42" y="467"/>
                  </a:cubicBezTo>
                  <a:cubicBezTo>
                    <a:pt x="94" y="468"/>
                    <a:pt x="94" y="468"/>
                    <a:pt x="94" y="468"/>
                  </a:cubicBezTo>
                  <a:cubicBezTo>
                    <a:pt x="101" y="468"/>
                    <a:pt x="108" y="468"/>
                    <a:pt x="115" y="467"/>
                  </a:cubicBezTo>
                  <a:cubicBezTo>
                    <a:pt x="157" y="467"/>
                    <a:pt x="167" y="456"/>
                    <a:pt x="174" y="4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1069;p48">
            <a:extLst>
              <a:ext uri="{FF2B5EF4-FFF2-40B4-BE49-F238E27FC236}">
                <a16:creationId xmlns:a16="http://schemas.microsoft.com/office/drawing/2014/main" xmlns="" id="{17761CD1-F3B7-D8B7-58E9-E255531AB768}"/>
              </a:ext>
            </a:extLst>
          </p:cNvPr>
          <p:cNvGrpSpPr/>
          <p:nvPr/>
        </p:nvGrpSpPr>
        <p:grpSpPr>
          <a:xfrm>
            <a:off x="4853569" y="2019651"/>
            <a:ext cx="277401" cy="334222"/>
            <a:chOff x="3554761" y="1011374"/>
            <a:chExt cx="597525" cy="719918"/>
          </a:xfrm>
        </p:grpSpPr>
        <p:sp>
          <p:nvSpPr>
            <p:cNvPr id="91" name="Google Shape;1070;p48">
              <a:extLst>
                <a:ext uri="{FF2B5EF4-FFF2-40B4-BE49-F238E27FC236}">
                  <a16:creationId xmlns:a16="http://schemas.microsoft.com/office/drawing/2014/main" xmlns="" id="{3DB59216-93BE-0F83-C082-2BE32258EC8F}"/>
                </a:ext>
              </a:extLst>
            </p:cNvPr>
            <p:cNvSpPr/>
            <p:nvPr/>
          </p:nvSpPr>
          <p:spPr>
            <a:xfrm>
              <a:off x="3615879" y="1376596"/>
              <a:ext cx="441685" cy="354696"/>
            </a:xfrm>
            <a:custGeom>
              <a:avLst/>
              <a:gdLst/>
              <a:ahLst/>
              <a:cxnLst/>
              <a:rect l="l" t="t" r="r" b="b"/>
              <a:pathLst>
                <a:path w="797" h="638" extrusionOk="0">
                  <a:moveTo>
                    <a:pt x="674" y="281"/>
                  </a:moveTo>
                  <a:cubicBezTo>
                    <a:pt x="667" y="288"/>
                    <a:pt x="658" y="291"/>
                    <a:pt x="648" y="290"/>
                  </a:cubicBezTo>
                  <a:cubicBezTo>
                    <a:pt x="634" y="289"/>
                    <a:pt x="620" y="281"/>
                    <a:pt x="608" y="269"/>
                  </a:cubicBezTo>
                  <a:cubicBezTo>
                    <a:pt x="595" y="257"/>
                    <a:pt x="588" y="243"/>
                    <a:pt x="586" y="228"/>
                  </a:cubicBezTo>
                  <a:cubicBezTo>
                    <a:pt x="585" y="219"/>
                    <a:pt x="589" y="209"/>
                    <a:pt x="595" y="202"/>
                  </a:cubicBezTo>
                  <a:cubicBezTo>
                    <a:pt x="602" y="195"/>
                    <a:pt x="612" y="192"/>
                    <a:pt x="622" y="193"/>
                  </a:cubicBezTo>
                  <a:cubicBezTo>
                    <a:pt x="433" y="4"/>
                    <a:pt x="433" y="4"/>
                    <a:pt x="433" y="4"/>
                  </a:cubicBezTo>
                  <a:cubicBezTo>
                    <a:pt x="429" y="0"/>
                    <a:pt x="423" y="0"/>
                    <a:pt x="419" y="4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14" y="209"/>
                    <a:pt x="212" y="210"/>
                    <a:pt x="209" y="210"/>
                  </a:cubicBezTo>
                  <a:cubicBezTo>
                    <a:pt x="208" y="210"/>
                    <a:pt x="206" y="210"/>
                    <a:pt x="205" y="209"/>
                  </a:cubicBezTo>
                  <a:cubicBezTo>
                    <a:pt x="201" y="204"/>
                    <a:pt x="197" y="200"/>
                    <a:pt x="198" y="193"/>
                  </a:cubicBezTo>
                  <a:cubicBezTo>
                    <a:pt x="199" y="190"/>
                    <a:pt x="200" y="186"/>
                    <a:pt x="201" y="182"/>
                  </a:cubicBezTo>
                  <a:cubicBezTo>
                    <a:pt x="204" y="171"/>
                    <a:pt x="195" y="161"/>
                    <a:pt x="184" y="162"/>
                  </a:cubicBezTo>
                  <a:cubicBezTo>
                    <a:pt x="172" y="163"/>
                    <a:pt x="161" y="170"/>
                    <a:pt x="153" y="179"/>
                  </a:cubicBezTo>
                  <a:cubicBezTo>
                    <a:pt x="144" y="187"/>
                    <a:pt x="137" y="198"/>
                    <a:pt x="136" y="210"/>
                  </a:cubicBezTo>
                  <a:cubicBezTo>
                    <a:pt x="135" y="221"/>
                    <a:pt x="145" y="230"/>
                    <a:pt x="156" y="227"/>
                  </a:cubicBezTo>
                  <a:cubicBezTo>
                    <a:pt x="160" y="226"/>
                    <a:pt x="164" y="225"/>
                    <a:pt x="167" y="224"/>
                  </a:cubicBezTo>
                  <a:cubicBezTo>
                    <a:pt x="174" y="223"/>
                    <a:pt x="178" y="227"/>
                    <a:pt x="183" y="231"/>
                  </a:cubicBezTo>
                  <a:cubicBezTo>
                    <a:pt x="184" y="232"/>
                    <a:pt x="184" y="234"/>
                    <a:pt x="184" y="235"/>
                  </a:cubicBezTo>
                  <a:cubicBezTo>
                    <a:pt x="184" y="237"/>
                    <a:pt x="183" y="240"/>
                    <a:pt x="181" y="242"/>
                  </a:cubicBezTo>
                  <a:cubicBezTo>
                    <a:pt x="4" y="419"/>
                    <a:pt x="4" y="419"/>
                    <a:pt x="4" y="419"/>
                  </a:cubicBezTo>
                  <a:cubicBezTo>
                    <a:pt x="0" y="423"/>
                    <a:pt x="1" y="427"/>
                    <a:pt x="2" y="430"/>
                  </a:cubicBezTo>
                  <a:cubicBezTo>
                    <a:pt x="32" y="483"/>
                    <a:pt x="232" y="420"/>
                    <a:pt x="247" y="435"/>
                  </a:cubicBezTo>
                  <a:cubicBezTo>
                    <a:pt x="274" y="459"/>
                    <a:pt x="244" y="530"/>
                    <a:pt x="258" y="554"/>
                  </a:cubicBezTo>
                  <a:cubicBezTo>
                    <a:pt x="279" y="589"/>
                    <a:pt x="609" y="638"/>
                    <a:pt x="773" y="524"/>
                  </a:cubicBezTo>
                  <a:cubicBezTo>
                    <a:pt x="797" y="507"/>
                    <a:pt x="779" y="460"/>
                    <a:pt x="781" y="357"/>
                  </a:cubicBezTo>
                  <a:cubicBezTo>
                    <a:pt x="781" y="354"/>
                    <a:pt x="780" y="352"/>
                    <a:pt x="779" y="350"/>
                  </a:cubicBezTo>
                  <a:cubicBezTo>
                    <a:pt x="683" y="255"/>
                    <a:pt x="683" y="255"/>
                    <a:pt x="683" y="255"/>
                  </a:cubicBezTo>
                  <a:cubicBezTo>
                    <a:pt x="684" y="265"/>
                    <a:pt x="681" y="274"/>
                    <a:pt x="674" y="28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1071;p48">
              <a:extLst>
                <a:ext uri="{FF2B5EF4-FFF2-40B4-BE49-F238E27FC236}">
                  <a16:creationId xmlns:a16="http://schemas.microsoft.com/office/drawing/2014/main" xmlns="" id="{C992D48D-FF6F-522A-E7E5-AAB8AE5E5659}"/>
                </a:ext>
              </a:extLst>
            </p:cNvPr>
            <p:cNvSpPr/>
            <p:nvPr/>
          </p:nvSpPr>
          <p:spPr>
            <a:xfrm>
              <a:off x="3554761" y="1164199"/>
              <a:ext cx="288366" cy="430478"/>
            </a:xfrm>
            <a:custGeom>
              <a:avLst/>
              <a:gdLst/>
              <a:ahLst/>
              <a:cxnLst/>
              <a:rect l="l" t="t" r="r" b="b"/>
              <a:pathLst>
                <a:path w="520" h="774" extrusionOk="0">
                  <a:moveTo>
                    <a:pt x="2" y="460"/>
                  </a:moveTo>
                  <a:cubicBezTo>
                    <a:pt x="0" y="499"/>
                    <a:pt x="80" y="515"/>
                    <a:pt x="94" y="542"/>
                  </a:cubicBezTo>
                  <a:cubicBezTo>
                    <a:pt x="100" y="554"/>
                    <a:pt x="83" y="580"/>
                    <a:pt x="84" y="597"/>
                  </a:cubicBezTo>
                  <a:cubicBezTo>
                    <a:pt x="86" y="610"/>
                    <a:pt x="125" y="626"/>
                    <a:pt x="125" y="626"/>
                  </a:cubicBezTo>
                  <a:cubicBezTo>
                    <a:pt x="125" y="626"/>
                    <a:pt x="97" y="652"/>
                    <a:pt x="96" y="664"/>
                  </a:cubicBezTo>
                  <a:cubicBezTo>
                    <a:pt x="95" y="679"/>
                    <a:pt x="121" y="701"/>
                    <a:pt x="122" y="716"/>
                  </a:cubicBezTo>
                  <a:cubicBezTo>
                    <a:pt x="122" y="723"/>
                    <a:pt x="116" y="737"/>
                    <a:pt x="111" y="754"/>
                  </a:cubicBezTo>
                  <a:cubicBezTo>
                    <a:pt x="108" y="767"/>
                    <a:pt x="114" y="774"/>
                    <a:pt x="127" y="763"/>
                  </a:cubicBezTo>
                  <a:cubicBezTo>
                    <a:pt x="265" y="624"/>
                    <a:pt x="265" y="624"/>
                    <a:pt x="265" y="624"/>
                  </a:cubicBezTo>
                  <a:cubicBezTo>
                    <a:pt x="255" y="626"/>
                    <a:pt x="246" y="622"/>
                    <a:pt x="239" y="615"/>
                  </a:cubicBezTo>
                  <a:cubicBezTo>
                    <a:pt x="232" y="609"/>
                    <a:pt x="229" y="599"/>
                    <a:pt x="230" y="589"/>
                  </a:cubicBezTo>
                  <a:cubicBezTo>
                    <a:pt x="231" y="575"/>
                    <a:pt x="239" y="561"/>
                    <a:pt x="251" y="549"/>
                  </a:cubicBezTo>
                  <a:cubicBezTo>
                    <a:pt x="263" y="536"/>
                    <a:pt x="277" y="529"/>
                    <a:pt x="292" y="528"/>
                  </a:cubicBezTo>
                  <a:cubicBezTo>
                    <a:pt x="301" y="527"/>
                    <a:pt x="311" y="530"/>
                    <a:pt x="318" y="537"/>
                  </a:cubicBezTo>
                  <a:cubicBezTo>
                    <a:pt x="324" y="544"/>
                    <a:pt x="328" y="553"/>
                    <a:pt x="326" y="563"/>
                  </a:cubicBezTo>
                  <a:cubicBezTo>
                    <a:pt x="516" y="374"/>
                    <a:pt x="516" y="374"/>
                    <a:pt x="516" y="374"/>
                  </a:cubicBezTo>
                  <a:cubicBezTo>
                    <a:pt x="520" y="370"/>
                    <a:pt x="520" y="364"/>
                    <a:pt x="516" y="361"/>
                  </a:cubicBezTo>
                  <a:cubicBezTo>
                    <a:pt x="313" y="157"/>
                    <a:pt x="313" y="157"/>
                    <a:pt x="313" y="157"/>
                  </a:cubicBezTo>
                  <a:cubicBezTo>
                    <a:pt x="311" y="155"/>
                    <a:pt x="310" y="153"/>
                    <a:pt x="310" y="150"/>
                  </a:cubicBezTo>
                  <a:cubicBezTo>
                    <a:pt x="310" y="149"/>
                    <a:pt x="310" y="148"/>
                    <a:pt x="311" y="147"/>
                  </a:cubicBezTo>
                  <a:cubicBezTo>
                    <a:pt x="316" y="142"/>
                    <a:pt x="320" y="138"/>
                    <a:pt x="327" y="139"/>
                  </a:cubicBezTo>
                  <a:cubicBezTo>
                    <a:pt x="330" y="140"/>
                    <a:pt x="334" y="141"/>
                    <a:pt x="338" y="142"/>
                  </a:cubicBezTo>
                  <a:cubicBezTo>
                    <a:pt x="349" y="145"/>
                    <a:pt x="359" y="137"/>
                    <a:pt x="358" y="125"/>
                  </a:cubicBezTo>
                  <a:cubicBezTo>
                    <a:pt x="357" y="114"/>
                    <a:pt x="350" y="102"/>
                    <a:pt x="341" y="94"/>
                  </a:cubicBezTo>
                  <a:cubicBezTo>
                    <a:pt x="333" y="86"/>
                    <a:pt x="322" y="79"/>
                    <a:pt x="310" y="78"/>
                  </a:cubicBezTo>
                  <a:cubicBezTo>
                    <a:pt x="299" y="77"/>
                    <a:pt x="290" y="86"/>
                    <a:pt x="293" y="98"/>
                  </a:cubicBezTo>
                  <a:cubicBezTo>
                    <a:pt x="294" y="101"/>
                    <a:pt x="295" y="105"/>
                    <a:pt x="296" y="109"/>
                  </a:cubicBezTo>
                  <a:cubicBezTo>
                    <a:pt x="297" y="116"/>
                    <a:pt x="293" y="120"/>
                    <a:pt x="289" y="124"/>
                  </a:cubicBezTo>
                  <a:cubicBezTo>
                    <a:pt x="288" y="125"/>
                    <a:pt x="286" y="125"/>
                    <a:pt x="285" y="126"/>
                  </a:cubicBezTo>
                  <a:cubicBezTo>
                    <a:pt x="282" y="126"/>
                    <a:pt x="280" y="125"/>
                    <a:pt x="278" y="123"/>
                  </a:cubicBezTo>
                  <a:cubicBezTo>
                    <a:pt x="161" y="5"/>
                    <a:pt x="161" y="5"/>
                    <a:pt x="161" y="5"/>
                  </a:cubicBezTo>
                  <a:cubicBezTo>
                    <a:pt x="156" y="0"/>
                    <a:pt x="148" y="2"/>
                    <a:pt x="145" y="8"/>
                  </a:cubicBezTo>
                  <a:cubicBezTo>
                    <a:pt x="123" y="60"/>
                    <a:pt x="112" y="112"/>
                    <a:pt x="107" y="154"/>
                  </a:cubicBezTo>
                  <a:cubicBezTo>
                    <a:pt x="101" y="202"/>
                    <a:pt x="132" y="236"/>
                    <a:pt x="129" y="263"/>
                  </a:cubicBezTo>
                  <a:cubicBezTo>
                    <a:pt x="123" y="317"/>
                    <a:pt x="5" y="401"/>
                    <a:pt x="2" y="46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1072;p48">
              <a:extLst>
                <a:ext uri="{FF2B5EF4-FFF2-40B4-BE49-F238E27FC236}">
                  <a16:creationId xmlns:a16="http://schemas.microsoft.com/office/drawing/2014/main" xmlns="" id="{18DE2717-8D8D-9EDC-0CD6-941F7A363279}"/>
                </a:ext>
              </a:extLst>
            </p:cNvPr>
            <p:cNvSpPr/>
            <p:nvPr/>
          </p:nvSpPr>
          <p:spPr>
            <a:xfrm>
              <a:off x="3860350" y="1126940"/>
              <a:ext cx="291937" cy="427110"/>
            </a:xfrm>
            <a:custGeom>
              <a:avLst/>
              <a:gdLst/>
              <a:ahLst/>
              <a:cxnLst/>
              <a:rect l="l" t="t" r="r" b="b"/>
              <a:pathLst>
                <a:path w="527" h="768" extrusionOk="0">
                  <a:moveTo>
                    <a:pt x="281" y="185"/>
                  </a:moveTo>
                  <a:cubicBezTo>
                    <a:pt x="288" y="191"/>
                    <a:pt x="291" y="201"/>
                    <a:pt x="290" y="211"/>
                  </a:cubicBezTo>
                  <a:cubicBezTo>
                    <a:pt x="289" y="225"/>
                    <a:pt x="281" y="239"/>
                    <a:pt x="269" y="251"/>
                  </a:cubicBezTo>
                  <a:cubicBezTo>
                    <a:pt x="257" y="264"/>
                    <a:pt x="242" y="271"/>
                    <a:pt x="228" y="273"/>
                  </a:cubicBezTo>
                  <a:cubicBezTo>
                    <a:pt x="218" y="274"/>
                    <a:pt x="209" y="270"/>
                    <a:pt x="202" y="264"/>
                  </a:cubicBezTo>
                  <a:cubicBezTo>
                    <a:pt x="195" y="257"/>
                    <a:pt x="192" y="247"/>
                    <a:pt x="193" y="237"/>
                  </a:cubicBezTo>
                  <a:cubicBezTo>
                    <a:pt x="4" y="426"/>
                    <a:pt x="4" y="426"/>
                    <a:pt x="4" y="426"/>
                  </a:cubicBezTo>
                  <a:cubicBezTo>
                    <a:pt x="0" y="430"/>
                    <a:pt x="0" y="436"/>
                    <a:pt x="4" y="440"/>
                  </a:cubicBezTo>
                  <a:cubicBezTo>
                    <a:pt x="207" y="643"/>
                    <a:pt x="207" y="643"/>
                    <a:pt x="207" y="643"/>
                  </a:cubicBezTo>
                  <a:cubicBezTo>
                    <a:pt x="209" y="645"/>
                    <a:pt x="210" y="647"/>
                    <a:pt x="210" y="650"/>
                  </a:cubicBezTo>
                  <a:cubicBezTo>
                    <a:pt x="210" y="651"/>
                    <a:pt x="209" y="653"/>
                    <a:pt x="208" y="654"/>
                  </a:cubicBezTo>
                  <a:cubicBezTo>
                    <a:pt x="204" y="658"/>
                    <a:pt x="200" y="662"/>
                    <a:pt x="193" y="661"/>
                  </a:cubicBezTo>
                  <a:cubicBezTo>
                    <a:pt x="189" y="660"/>
                    <a:pt x="186" y="659"/>
                    <a:pt x="182" y="658"/>
                  </a:cubicBezTo>
                  <a:cubicBezTo>
                    <a:pt x="171" y="655"/>
                    <a:pt x="161" y="664"/>
                    <a:pt x="162" y="675"/>
                  </a:cubicBezTo>
                  <a:cubicBezTo>
                    <a:pt x="163" y="687"/>
                    <a:pt x="170" y="698"/>
                    <a:pt x="179" y="706"/>
                  </a:cubicBezTo>
                  <a:cubicBezTo>
                    <a:pt x="187" y="715"/>
                    <a:pt x="198" y="722"/>
                    <a:pt x="209" y="723"/>
                  </a:cubicBezTo>
                  <a:cubicBezTo>
                    <a:pt x="221" y="724"/>
                    <a:pt x="229" y="714"/>
                    <a:pt x="227" y="703"/>
                  </a:cubicBezTo>
                  <a:cubicBezTo>
                    <a:pt x="226" y="699"/>
                    <a:pt x="224" y="695"/>
                    <a:pt x="224" y="691"/>
                  </a:cubicBezTo>
                  <a:cubicBezTo>
                    <a:pt x="222" y="685"/>
                    <a:pt x="226" y="681"/>
                    <a:pt x="231" y="676"/>
                  </a:cubicBezTo>
                  <a:cubicBezTo>
                    <a:pt x="232" y="675"/>
                    <a:pt x="233" y="675"/>
                    <a:pt x="235" y="675"/>
                  </a:cubicBezTo>
                  <a:cubicBezTo>
                    <a:pt x="237" y="675"/>
                    <a:pt x="240" y="676"/>
                    <a:pt x="241" y="677"/>
                  </a:cubicBezTo>
                  <a:cubicBezTo>
                    <a:pt x="326" y="763"/>
                    <a:pt x="326" y="763"/>
                    <a:pt x="326" y="763"/>
                  </a:cubicBezTo>
                  <a:cubicBezTo>
                    <a:pt x="332" y="768"/>
                    <a:pt x="342" y="765"/>
                    <a:pt x="343" y="757"/>
                  </a:cubicBezTo>
                  <a:cubicBezTo>
                    <a:pt x="344" y="735"/>
                    <a:pt x="347" y="712"/>
                    <a:pt x="350" y="686"/>
                  </a:cubicBezTo>
                  <a:cubicBezTo>
                    <a:pt x="365" y="585"/>
                    <a:pt x="409" y="509"/>
                    <a:pt x="453" y="420"/>
                  </a:cubicBezTo>
                  <a:cubicBezTo>
                    <a:pt x="488" y="349"/>
                    <a:pt x="527" y="147"/>
                    <a:pt x="441" y="6"/>
                  </a:cubicBezTo>
                  <a:cubicBezTo>
                    <a:pt x="438" y="1"/>
                    <a:pt x="430" y="0"/>
                    <a:pt x="426" y="4"/>
                  </a:cubicBezTo>
                  <a:cubicBezTo>
                    <a:pt x="254" y="176"/>
                    <a:pt x="254" y="176"/>
                    <a:pt x="254" y="176"/>
                  </a:cubicBezTo>
                  <a:cubicBezTo>
                    <a:pt x="264" y="175"/>
                    <a:pt x="274" y="178"/>
                    <a:pt x="281" y="1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1073;p48">
              <a:extLst>
                <a:ext uri="{FF2B5EF4-FFF2-40B4-BE49-F238E27FC236}">
                  <a16:creationId xmlns:a16="http://schemas.microsoft.com/office/drawing/2014/main" xmlns="" id="{39517E0A-EE75-21AC-BFB8-868E1374CD67}"/>
                </a:ext>
              </a:extLst>
            </p:cNvPr>
            <p:cNvSpPr/>
            <p:nvPr/>
          </p:nvSpPr>
          <p:spPr>
            <a:xfrm>
              <a:off x="3644023" y="1011374"/>
              <a:ext cx="449665" cy="347961"/>
            </a:xfrm>
            <a:custGeom>
              <a:avLst/>
              <a:gdLst/>
              <a:ahLst/>
              <a:cxnLst/>
              <a:rect l="l" t="t" r="r" b="b"/>
              <a:pathLst>
                <a:path w="811" h="626" extrusionOk="0">
                  <a:moveTo>
                    <a:pt x="126" y="345"/>
                  </a:moveTo>
                  <a:cubicBezTo>
                    <a:pt x="132" y="338"/>
                    <a:pt x="142" y="335"/>
                    <a:pt x="151" y="336"/>
                  </a:cubicBezTo>
                  <a:cubicBezTo>
                    <a:pt x="166" y="337"/>
                    <a:pt x="180" y="345"/>
                    <a:pt x="192" y="357"/>
                  </a:cubicBezTo>
                  <a:cubicBezTo>
                    <a:pt x="204" y="369"/>
                    <a:pt x="212" y="384"/>
                    <a:pt x="213" y="398"/>
                  </a:cubicBezTo>
                  <a:cubicBezTo>
                    <a:pt x="214" y="408"/>
                    <a:pt x="211" y="417"/>
                    <a:pt x="204" y="424"/>
                  </a:cubicBezTo>
                  <a:cubicBezTo>
                    <a:pt x="197" y="431"/>
                    <a:pt x="188" y="434"/>
                    <a:pt x="178" y="433"/>
                  </a:cubicBezTo>
                  <a:cubicBezTo>
                    <a:pt x="367" y="622"/>
                    <a:pt x="367" y="622"/>
                    <a:pt x="367" y="622"/>
                  </a:cubicBezTo>
                  <a:cubicBezTo>
                    <a:pt x="371" y="626"/>
                    <a:pt x="377" y="626"/>
                    <a:pt x="380" y="622"/>
                  </a:cubicBezTo>
                  <a:cubicBezTo>
                    <a:pt x="584" y="419"/>
                    <a:pt x="584" y="419"/>
                    <a:pt x="584" y="419"/>
                  </a:cubicBezTo>
                  <a:cubicBezTo>
                    <a:pt x="586" y="417"/>
                    <a:pt x="588" y="416"/>
                    <a:pt x="591" y="416"/>
                  </a:cubicBezTo>
                  <a:cubicBezTo>
                    <a:pt x="592" y="416"/>
                    <a:pt x="593" y="417"/>
                    <a:pt x="594" y="418"/>
                  </a:cubicBezTo>
                  <a:cubicBezTo>
                    <a:pt x="599" y="422"/>
                    <a:pt x="603" y="426"/>
                    <a:pt x="602" y="433"/>
                  </a:cubicBezTo>
                  <a:cubicBezTo>
                    <a:pt x="601" y="437"/>
                    <a:pt x="600" y="440"/>
                    <a:pt x="599" y="444"/>
                  </a:cubicBezTo>
                  <a:cubicBezTo>
                    <a:pt x="596" y="455"/>
                    <a:pt x="604" y="465"/>
                    <a:pt x="616" y="464"/>
                  </a:cubicBezTo>
                  <a:cubicBezTo>
                    <a:pt x="627" y="463"/>
                    <a:pt x="639" y="456"/>
                    <a:pt x="647" y="447"/>
                  </a:cubicBezTo>
                  <a:cubicBezTo>
                    <a:pt x="655" y="439"/>
                    <a:pt x="662" y="428"/>
                    <a:pt x="663" y="417"/>
                  </a:cubicBezTo>
                  <a:cubicBezTo>
                    <a:pt x="664" y="405"/>
                    <a:pt x="655" y="397"/>
                    <a:pt x="643" y="399"/>
                  </a:cubicBezTo>
                  <a:cubicBezTo>
                    <a:pt x="640" y="400"/>
                    <a:pt x="636" y="402"/>
                    <a:pt x="632" y="402"/>
                  </a:cubicBezTo>
                  <a:cubicBezTo>
                    <a:pt x="625" y="404"/>
                    <a:pt x="621" y="400"/>
                    <a:pt x="617" y="395"/>
                  </a:cubicBezTo>
                  <a:cubicBezTo>
                    <a:pt x="616" y="394"/>
                    <a:pt x="616" y="393"/>
                    <a:pt x="615" y="391"/>
                  </a:cubicBezTo>
                  <a:cubicBezTo>
                    <a:pt x="615" y="389"/>
                    <a:pt x="616" y="386"/>
                    <a:pt x="618" y="385"/>
                  </a:cubicBezTo>
                  <a:cubicBezTo>
                    <a:pt x="808" y="195"/>
                    <a:pt x="808" y="195"/>
                    <a:pt x="808" y="195"/>
                  </a:cubicBezTo>
                  <a:cubicBezTo>
                    <a:pt x="811" y="192"/>
                    <a:pt x="811" y="186"/>
                    <a:pt x="808" y="182"/>
                  </a:cubicBezTo>
                  <a:cubicBezTo>
                    <a:pt x="785" y="154"/>
                    <a:pt x="755" y="129"/>
                    <a:pt x="717" y="109"/>
                  </a:cubicBezTo>
                  <a:cubicBezTo>
                    <a:pt x="500" y="0"/>
                    <a:pt x="284" y="20"/>
                    <a:pt x="170" y="80"/>
                  </a:cubicBezTo>
                  <a:cubicBezTo>
                    <a:pt x="88" y="123"/>
                    <a:pt x="36" y="184"/>
                    <a:pt x="2" y="247"/>
                  </a:cubicBezTo>
                  <a:cubicBezTo>
                    <a:pt x="0" y="251"/>
                    <a:pt x="0" y="255"/>
                    <a:pt x="3" y="258"/>
                  </a:cubicBezTo>
                  <a:cubicBezTo>
                    <a:pt x="117" y="372"/>
                    <a:pt x="117" y="372"/>
                    <a:pt x="117" y="372"/>
                  </a:cubicBezTo>
                  <a:cubicBezTo>
                    <a:pt x="115" y="362"/>
                    <a:pt x="119" y="352"/>
                    <a:pt x="126" y="3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" name="Google Shape;1074;p48">
            <a:extLst>
              <a:ext uri="{FF2B5EF4-FFF2-40B4-BE49-F238E27FC236}">
                <a16:creationId xmlns:a16="http://schemas.microsoft.com/office/drawing/2014/main" xmlns="" id="{DBAF2208-AEC2-FF1C-E7CB-7B0637192AD2}"/>
              </a:ext>
            </a:extLst>
          </p:cNvPr>
          <p:cNvGrpSpPr/>
          <p:nvPr/>
        </p:nvGrpSpPr>
        <p:grpSpPr>
          <a:xfrm>
            <a:off x="5310864" y="2019495"/>
            <a:ext cx="278066" cy="334381"/>
            <a:chOff x="4539787" y="1011032"/>
            <a:chExt cx="598958" cy="720261"/>
          </a:xfrm>
        </p:grpSpPr>
        <p:sp>
          <p:nvSpPr>
            <p:cNvPr id="96" name="Google Shape;1075;p48">
              <a:extLst>
                <a:ext uri="{FF2B5EF4-FFF2-40B4-BE49-F238E27FC236}">
                  <a16:creationId xmlns:a16="http://schemas.microsoft.com/office/drawing/2014/main" xmlns="" id="{BADEC0F4-742F-3A6E-3854-4EB2BCCDD531}"/>
                </a:ext>
              </a:extLst>
            </p:cNvPr>
            <p:cNvSpPr/>
            <p:nvPr/>
          </p:nvSpPr>
          <p:spPr>
            <a:xfrm>
              <a:off x="4849480" y="1011032"/>
              <a:ext cx="289264" cy="340491"/>
            </a:xfrm>
            <a:custGeom>
              <a:avLst/>
              <a:gdLst/>
              <a:ahLst/>
              <a:cxnLst/>
              <a:rect l="l" t="t" r="r" b="b"/>
              <a:pathLst>
                <a:path w="518" h="610" extrusionOk="0">
                  <a:moveTo>
                    <a:pt x="26" y="275"/>
                  </a:moveTo>
                  <a:cubicBezTo>
                    <a:pt x="36" y="275"/>
                    <a:pt x="45" y="280"/>
                    <a:pt x="51" y="287"/>
                  </a:cubicBezTo>
                  <a:cubicBezTo>
                    <a:pt x="61" y="299"/>
                    <a:pt x="66" y="315"/>
                    <a:pt x="65" y="332"/>
                  </a:cubicBezTo>
                  <a:cubicBezTo>
                    <a:pt x="66" y="350"/>
                    <a:pt x="61" y="366"/>
                    <a:pt x="51" y="377"/>
                  </a:cubicBezTo>
                  <a:cubicBezTo>
                    <a:pt x="45" y="384"/>
                    <a:pt x="36" y="389"/>
                    <a:pt x="26" y="389"/>
                  </a:cubicBezTo>
                  <a:cubicBezTo>
                    <a:pt x="16" y="389"/>
                    <a:pt x="7" y="384"/>
                    <a:pt x="0" y="376"/>
                  </a:cubicBezTo>
                  <a:cubicBezTo>
                    <a:pt x="0" y="603"/>
                    <a:pt x="0" y="603"/>
                    <a:pt x="0" y="603"/>
                  </a:cubicBezTo>
                  <a:cubicBezTo>
                    <a:pt x="0" y="607"/>
                    <a:pt x="5" y="610"/>
                    <a:pt x="9" y="609"/>
                  </a:cubicBezTo>
                  <a:cubicBezTo>
                    <a:pt x="244" y="532"/>
                    <a:pt x="244" y="532"/>
                    <a:pt x="244" y="532"/>
                  </a:cubicBezTo>
                  <a:cubicBezTo>
                    <a:pt x="245" y="532"/>
                    <a:pt x="247" y="532"/>
                    <a:pt x="248" y="532"/>
                  </a:cubicBezTo>
                  <a:cubicBezTo>
                    <a:pt x="250" y="533"/>
                    <a:pt x="252" y="534"/>
                    <a:pt x="253" y="537"/>
                  </a:cubicBezTo>
                  <a:cubicBezTo>
                    <a:pt x="256" y="543"/>
                    <a:pt x="257" y="548"/>
                    <a:pt x="253" y="554"/>
                  </a:cubicBezTo>
                  <a:cubicBezTo>
                    <a:pt x="251" y="557"/>
                    <a:pt x="248" y="560"/>
                    <a:pt x="245" y="563"/>
                  </a:cubicBezTo>
                  <a:cubicBezTo>
                    <a:pt x="237" y="572"/>
                    <a:pt x="240" y="584"/>
                    <a:pt x="252" y="589"/>
                  </a:cubicBezTo>
                  <a:cubicBezTo>
                    <a:pt x="263" y="593"/>
                    <a:pt x="276" y="592"/>
                    <a:pt x="287" y="588"/>
                  </a:cubicBezTo>
                  <a:cubicBezTo>
                    <a:pt x="299" y="584"/>
                    <a:pt x="310" y="578"/>
                    <a:pt x="317" y="568"/>
                  </a:cubicBezTo>
                  <a:cubicBezTo>
                    <a:pt x="323" y="557"/>
                    <a:pt x="318" y="545"/>
                    <a:pt x="306" y="543"/>
                  </a:cubicBezTo>
                  <a:cubicBezTo>
                    <a:pt x="303" y="542"/>
                    <a:pt x="299" y="541"/>
                    <a:pt x="295" y="540"/>
                  </a:cubicBezTo>
                  <a:cubicBezTo>
                    <a:pt x="288" y="538"/>
                    <a:pt x="286" y="533"/>
                    <a:pt x="285" y="526"/>
                  </a:cubicBezTo>
                  <a:cubicBezTo>
                    <a:pt x="284" y="524"/>
                    <a:pt x="285" y="521"/>
                    <a:pt x="287" y="520"/>
                  </a:cubicBezTo>
                  <a:cubicBezTo>
                    <a:pt x="287" y="519"/>
                    <a:pt x="288" y="518"/>
                    <a:pt x="289" y="518"/>
                  </a:cubicBezTo>
                  <a:cubicBezTo>
                    <a:pt x="505" y="448"/>
                    <a:pt x="505" y="448"/>
                    <a:pt x="505" y="448"/>
                  </a:cubicBezTo>
                  <a:cubicBezTo>
                    <a:pt x="507" y="447"/>
                    <a:pt x="509" y="445"/>
                    <a:pt x="509" y="442"/>
                  </a:cubicBezTo>
                  <a:cubicBezTo>
                    <a:pt x="518" y="313"/>
                    <a:pt x="487" y="155"/>
                    <a:pt x="341" y="81"/>
                  </a:cubicBezTo>
                  <a:cubicBezTo>
                    <a:pt x="224" y="22"/>
                    <a:pt x="108" y="0"/>
                    <a:pt x="7" y="2"/>
                  </a:cubicBezTo>
                  <a:cubicBezTo>
                    <a:pt x="3" y="2"/>
                    <a:pt x="0" y="5"/>
                    <a:pt x="0" y="8"/>
                  </a:cubicBezTo>
                  <a:cubicBezTo>
                    <a:pt x="0" y="288"/>
                    <a:pt x="0" y="288"/>
                    <a:pt x="0" y="288"/>
                  </a:cubicBezTo>
                  <a:cubicBezTo>
                    <a:pt x="7" y="280"/>
                    <a:pt x="16" y="275"/>
                    <a:pt x="26" y="2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1076;p48">
              <a:extLst>
                <a:ext uri="{FF2B5EF4-FFF2-40B4-BE49-F238E27FC236}">
                  <a16:creationId xmlns:a16="http://schemas.microsoft.com/office/drawing/2014/main" xmlns="" id="{7E8B645D-3EA6-E8E3-F206-B53300985D86}"/>
                </a:ext>
              </a:extLst>
            </p:cNvPr>
            <p:cNvSpPr/>
            <p:nvPr/>
          </p:nvSpPr>
          <p:spPr>
            <a:xfrm>
              <a:off x="4599335" y="1012768"/>
              <a:ext cx="277094" cy="339188"/>
            </a:xfrm>
            <a:custGeom>
              <a:avLst/>
              <a:gdLst/>
              <a:ahLst/>
              <a:cxnLst/>
              <a:rect l="l" t="t" r="r" b="b"/>
              <a:pathLst>
                <a:path w="496" h="608" extrusionOk="0">
                  <a:moveTo>
                    <a:pt x="118" y="481"/>
                  </a:moveTo>
                  <a:cubicBezTo>
                    <a:pt x="121" y="472"/>
                    <a:pt x="128" y="464"/>
                    <a:pt x="137" y="461"/>
                  </a:cubicBezTo>
                  <a:cubicBezTo>
                    <a:pt x="151" y="455"/>
                    <a:pt x="168" y="455"/>
                    <a:pt x="184" y="461"/>
                  </a:cubicBezTo>
                  <a:cubicBezTo>
                    <a:pt x="201" y="466"/>
                    <a:pt x="215" y="476"/>
                    <a:pt x="222" y="488"/>
                  </a:cubicBezTo>
                  <a:cubicBezTo>
                    <a:pt x="228" y="497"/>
                    <a:pt x="229" y="507"/>
                    <a:pt x="226" y="516"/>
                  </a:cubicBezTo>
                  <a:cubicBezTo>
                    <a:pt x="223" y="526"/>
                    <a:pt x="216" y="533"/>
                    <a:pt x="206" y="536"/>
                  </a:cubicBezTo>
                  <a:cubicBezTo>
                    <a:pt x="421" y="606"/>
                    <a:pt x="421" y="606"/>
                    <a:pt x="421" y="606"/>
                  </a:cubicBezTo>
                  <a:cubicBezTo>
                    <a:pt x="426" y="608"/>
                    <a:pt x="430" y="605"/>
                    <a:pt x="430" y="600"/>
                  </a:cubicBezTo>
                  <a:cubicBezTo>
                    <a:pt x="430" y="353"/>
                    <a:pt x="430" y="353"/>
                    <a:pt x="430" y="353"/>
                  </a:cubicBezTo>
                  <a:cubicBezTo>
                    <a:pt x="430" y="352"/>
                    <a:pt x="430" y="351"/>
                    <a:pt x="431" y="350"/>
                  </a:cubicBezTo>
                  <a:cubicBezTo>
                    <a:pt x="432" y="347"/>
                    <a:pt x="434" y="346"/>
                    <a:pt x="437" y="345"/>
                  </a:cubicBezTo>
                  <a:cubicBezTo>
                    <a:pt x="443" y="345"/>
                    <a:pt x="449" y="345"/>
                    <a:pt x="453" y="351"/>
                  </a:cubicBezTo>
                  <a:cubicBezTo>
                    <a:pt x="455" y="354"/>
                    <a:pt x="457" y="358"/>
                    <a:pt x="459" y="361"/>
                  </a:cubicBezTo>
                  <a:cubicBezTo>
                    <a:pt x="465" y="371"/>
                    <a:pt x="478" y="373"/>
                    <a:pt x="486" y="363"/>
                  </a:cubicBezTo>
                  <a:cubicBezTo>
                    <a:pt x="493" y="354"/>
                    <a:pt x="496" y="341"/>
                    <a:pt x="496" y="329"/>
                  </a:cubicBezTo>
                  <a:cubicBezTo>
                    <a:pt x="496" y="317"/>
                    <a:pt x="493" y="304"/>
                    <a:pt x="486" y="295"/>
                  </a:cubicBezTo>
                  <a:cubicBezTo>
                    <a:pt x="478" y="286"/>
                    <a:pt x="465" y="287"/>
                    <a:pt x="459" y="297"/>
                  </a:cubicBezTo>
                  <a:cubicBezTo>
                    <a:pt x="457" y="300"/>
                    <a:pt x="455" y="304"/>
                    <a:pt x="453" y="307"/>
                  </a:cubicBezTo>
                  <a:cubicBezTo>
                    <a:pt x="449" y="313"/>
                    <a:pt x="443" y="313"/>
                    <a:pt x="437" y="313"/>
                  </a:cubicBezTo>
                  <a:cubicBezTo>
                    <a:pt x="434" y="313"/>
                    <a:pt x="432" y="311"/>
                    <a:pt x="431" y="309"/>
                  </a:cubicBezTo>
                  <a:cubicBezTo>
                    <a:pt x="430" y="308"/>
                    <a:pt x="430" y="307"/>
                    <a:pt x="430" y="305"/>
                  </a:cubicBezTo>
                  <a:cubicBezTo>
                    <a:pt x="430" y="7"/>
                    <a:pt x="430" y="7"/>
                    <a:pt x="430" y="7"/>
                  </a:cubicBezTo>
                  <a:cubicBezTo>
                    <a:pt x="430" y="3"/>
                    <a:pt x="427" y="0"/>
                    <a:pt x="423" y="0"/>
                  </a:cubicBezTo>
                  <a:cubicBezTo>
                    <a:pt x="346" y="5"/>
                    <a:pt x="279" y="23"/>
                    <a:pt x="231" y="49"/>
                  </a:cubicBezTo>
                  <a:cubicBezTo>
                    <a:pt x="64" y="136"/>
                    <a:pt x="15" y="299"/>
                    <a:pt x="3" y="405"/>
                  </a:cubicBezTo>
                  <a:cubicBezTo>
                    <a:pt x="0" y="431"/>
                    <a:pt x="7" y="453"/>
                    <a:pt x="14" y="472"/>
                  </a:cubicBezTo>
                  <a:cubicBezTo>
                    <a:pt x="15" y="473"/>
                    <a:pt x="16" y="475"/>
                    <a:pt x="18" y="475"/>
                  </a:cubicBezTo>
                  <a:cubicBezTo>
                    <a:pt x="122" y="509"/>
                    <a:pt x="122" y="509"/>
                    <a:pt x="122" y="509"/>
                  </a:cubicBezTo>
                  <a:cubicBezTo>
                    <a:pt x="117" y="501"/>
                    <a:pt x="115" y="490"/>
                    <a:pt x="118" y="48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1077;p48">
              <a:extLst>
                <a:ext uri="{FF2B5EF4-FFF2-40B4-BE49-F238E27FC236}">
                  <a16:creationId xmlns:a16="http://schemas.microsoft.com/office/drawing/2014/main" xmlns="" id="{C389CDD6-3E29-CDF1-972E-B4D040DC2791}"/>
                </a:ext>
              </a:extLst>
            </p:cNvPr>
            <p:cNvSpPr/>
            <p:nvPr/>
          </p:nvSpPr>
          <p:spPr>
            <a:xfrm>
              <a:off x="4539787" y="1276220"/>
              <a:ext cx="295350" cy="349606"/>
            </a:xfrm>
            <a:custGeom>
              <a:avLst/>
              <a:gdLst/>
              <a:ahLst/>
              <a:cxnLst/>
              <a:rect l="l" t="t" r="r" b="b"/>
              <a:pathLst>
                <a:path w="529" h="627" extrusionOk="0">
                  <a:moveTo>
                    <a:pt x="313" y="412"/>
                  </a:moveTo>
                  <a:cubicBezTo>
                    <a:pt x="306" y="406"/>
                    <a:pt x="301" y="397"/>
                    <a:pt x="300" y="387"/>
                  </a:cubicBezTo>
                  <a:cubicBezTo>
                    <a:pt x="299" y="373"/>
                    <a:pt x="305" y="357"/>
                    <a:pt x="315" y="343"/>
                  </a:cubicBezTo>
                  <a:cubicBezTo>
                    <a:pt x="325" y="329"/>
                    <a:pt x="339" y="319"/>
                    <a:pt x="353" y="315"/>
                  </a:cubicBezTo>
                  <a:cubicBezTo>
                    <a:pt x="362" y="313"/>
                    <a:pt x="372" y="314"/>
                    <a:pt x="380" y="320"/>
                  </a:cubicBezTo>
                  <a:cubicBezTo>
                    <a:pt x="388" y="326"/>
                    <a:pt x="393" y="335"/>
                    <a:pt x="394" y="345"/>
                  </a:cubicBezTo>
                  <a:cubicBezTo>
                    <a:pt x="527" y="162"/>
                    <a:pt x="527" y="162"/>
                    <a:pt x="527" y="162"/>
                  </a:cubicBezTo>
                  <a:cubicBezTo>
                    <a:pt x="529" y="159"/>
                    <a:pt x="528" y="153"/>
                    <a:pt x="523" y="152"/>
                  </a:cubicBezTo>
                  <a:cubicBezTo>
                    <a:pt x="288" y="76"/>
                    <a:pt x="288" y="76"/>
                    <a:pt x="288" y="76"/>
                  </a:cubicBezTo>
                  <a:cubicBezTo>
                    <a:pt x="287" y="75"/>
                    <a:pt x="286" y="75"/>
                    <a:pt x="285" y="74"/>
                  </a:cubicBezTo>
                  <a:cubicBezTo>
                    <a:pt x="284" y="72"/>
                    <a:pt x="282" y="70"/>
                    <a:pt x="283" y="67"/>
                  </a:cubicBezTo>
                  <a:cubicBezTo>
                    <a:pt x="285" y="61"/>
                    <a:pt x="287" y="55"/>
                    <a:pt x="294" y="53"/>
                  </a:cubicBezTo>
                  <a:cubicBezTo>
                    <a:pt x="297" y="52"/>
                    <a:pt x="301" y="52"/>
                    <a:pt x="305" y="51"/>
                  </a:cubicBezTo>
                  <a:cubicBezTo>
                    <a:pt x="317" y="48"/>
                    <a:pt x="322" y="36"/>
                    <a:pt x="315" y="26"/>
                  </a:cubicBezTo>
                  <a:cubicBezTo>
                    <a:pt x="309" y="16"/>
                    <a:pt x="297" y="9"/>
                    <a:pt x="286" y="6"/>
                  </a:cubicBezTo>
                  <a:cubicBezTo>
                    <a:pt x="274" y="2"/>
                    <a:pt x="261" y="0"/>
                    <a:pt x="250" y="5"/>
                  </a:cubicBezTo>
                  <a:cubicBezTo>
                    <a:pt x="239" y="9"/>
                    <a:pt x="236" y="22"/>
                    <a:pt x="244" y="31"/>
                  </a:cubicBezTo>
                  <a:cubicBezTo>
                    <a:pt x="246" y="34"/>
                    <a:pt x="249" y="37"/>
                    <a:pt x="252" y="40"/>
                  </a:cubicBezTo>
                  <a:cubicBezTo>
                    <a:pt x="256" y="45"/>
                    <a:pt x="254" y="51"/>
                    <a:pt x="252" y="57"/>
                  </a:cubicBezTo>
                  <a:cubicBezTo>
                    <a:pt x="251" y="59"/>
                    <a:pt x="249" y="61"/>
                    <a:pt x="246" y="61"/>
                  </a:cubicBezTo>
                  <a:cubicBezTo>
                    <a:pt x="245" y="61"/>
                    <a:pt x="244" y="61"/>
                    <a:pt x="243" y="61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36" y="26"/>
                    <a:pt x="131" y="30"/>
                    <a:pt x="132" y="35"/>
                  </a:cubicBezTo>
                  <a:cubicBezTo>
                    <a:pt x="132" y="38"/>
                    <a:pt x="132" y="41"/>
                    <a:pt x="132" y="44"/>
                  </a:cubicBezTo>
                  <a:cubicBezTo>
                    <a:pt x="125" y="99"/>
                    <a:pt x="5" y="184"/>
                    <a:pt x="2" y="244"/>
                  </a:cubicBezTo>
                  <a:cubicBezTo>
                    <a:pt x="0" y="285"/>
                    <a:pt x="82" y="301"/>
                    <a:pt x="96" y="329"/>
                  </a:cubicBezTo>
                  <a:cubicBezTo>
                    <a:pt x="103" y="341"/>
                    <a:pt x="85" y="368"/>
                    <a:pt x="87" y="384"/>
                  </a:cubicBezTo>
                  <a:cubicBezTo>
                    <a:pt x="88" y="398"/>
                    <a:pt x="128" y="414"/>
                    <a:pt x="128" y="414"/>
                  </a:cubicBezTo>
                  <a:cubicBezTo>
                    <a:pt x="128" y="414"/>
                    <a:pt x="99" y="441"/>
                    <a:pt x="98" y="453"/>
                  </a:cubicBezTo>
                  <a:cubicBezTo>
                    <a:pt x="97" y="468"/>
                    <a:pt x="124" y="491"/>
                    <a:pt x="125" y="506"/>
                  </a:cubicBezTo>
                  <a:cubicBezTo>
                    <a:pt x="125" y="521"/>
                    <a:pt x="101" y="558"/>
                    <a:pt x="112" y="598"/>
                  </a:cubicBezTo>
                  <a:cubicBezTo>
                    <a:pt x="119" y="621"/>
                    <a:pt x="149" y="627"/>
                    <a:pt x="186" y="626"/>
                  </a:cubicBezTo>
                  <a:cubicBezTo>
                    <a:pt x="188" y="626"/>
                    <a:pt x="190" y="625"/>
                    <a:pt x="191" y="624"/>
                  </a:cubicBezTo>
                  <a:cubicBezTo>
                    <a:pt x="342" y="417"/>
                    <a:pt x="342" y="417"/>
                    <a:pt x="342" y="417"/>
                  </a:cubicBezTo>
                  <a:cubicBezTo>
                    <a:pt x="332" y="420"/>
                    <a:pt x="322" y="418"/>
                    <a:pt x="313" y="41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1078;p48">
              <a:extLst>
                <a:ext uri="{FF2B5EF4-FFF2-40B4-BE49-F238E27FC236}">
                  <a16:creationId xmlns:a16="http://schemas.microsoft.com/office/drawing/2014/main" xmlns="" id="{81EDE6B4-ED85-FBC9-F847-5EAF32A6EC46}"/>
                </a:ext>
              </a:extLst>
            </p:cNvPr>
            <p:cNvSpPr/>
            <p:nvPr/>
          </p:nvSpPr>
          <p:spPr>
            <a:xfrm>
              <a:off x="4854479" y="1272314"/>
              <a:ext cx="277529" cy="353078"/>
            </a:xfrm>
            <a:custGeom>
              <a:avLst/>
              <a:gdLst/>
              <a:ahLst/>
              <a:cxnLst/>
              <a:rect l="l" t="t" r="r" b="b"/>
              <a:pathLst>
                <a:path w="497" h="633" extrusionOk="0">
                  <a:moveTo>
                    <a:pt x="326" y="81"/>
                  </a:moveTo>
                  <a:cubicBezTo>
                    <a:pt x="328" y="91"/>
                    <a:pt x="327" y="101"/>
                    <a:pt x="322" y="109"/>
                  </a:cubicBezTo>
                  <a:cubicBezTo>
                    <a:pt x="314" y="122"/>
                    <a:pt x="300" y="131"/>
                    <a:pt x="284" y="136"/>
                  </a:cubicBezTo>
                  <a:cubicBezTo>
                    <a:pt x="267" y="142"/>
                    <a:pt x="250" y="142"/>
                    <a:pt x="237" y="137"/>
                  </a:cubicBezTo>
                  <a:cubicBezTo>
                    <a:pt x="227" y="133"/>
                    <a:pt x="220" y="126"/>
                    <a:pt x="217" y="117"/>
                  </a:cubicBezTo>
                  <a:cubicBezTo>
                    <a:pt x="214" y="107"/>
                    <a:pt x="216" y="97"/>
                    <a:pt x="222" y="88"/>
                  </a:cubicBezTo>
                  <a:cubicBezTo>
                    <a:pt x="6" y="158"/>
                    <a:pt x="6" y="158"/>
                    <a:pt x="6" y="158"/>
                  </a:cubicBezTo>
                  <a:cubicBezTo>
                    <a:pt x="2" y="160"/>
                    <a:pt x="0" y="165"/>
                    <a:pt x="3" y="168"/>
                  </a:cubicBezTo>
                  <a:cubicBezTo>
                    <a:pt x="148" y="368"/>
                    <a:pt x="148" y="368"/>
                    <a:pt x="148" y="368"/>
                  </a:cubicBezTo>
                  <a:cubicBezTo>
                    <a:pt x="149" y="369"/>
                    <a:pt x="149" y="370"/>
                    <a:pt x="150" y="372"/>
                  </a:cubicBezTo>
                  <a:cubicBezTo>
                    <a:pt x="150" y="374"/>
                    <a:pt x="149" y="377"/>
                    <a:pt x="147" y="378"/>
                  </a:cubicBezTo>
                  <a:cubicBezTo>
                    <a:pt x="142" y="382"/>
                    <a:pt x="137" y="386"/>
                    <a:pt x="131" y="383"/>
                  </a:cubicBezTo>
                  <a:cubicBezTo>
                    <a:pt x="127" y="382"/>
                    <a:pt x="124" y="380"/>
                    <a:pt x="120" y="379"/>
                  </a:cubicBezTo>
                  <a:cubicBezTo>
                    <a:pt x="109" y="374"/>
                    <a:pt x="98" y="381"/>
                    <a:pt x="97" y="393"/>
                  </a:cubicBezTo>
                  <a:cubicBezTo>
                    <a:pt x="96" y="404"/>
                    <a:pt x="102" y="417"/>
                    <a:pt x="109" y="426"/>
                  </a:cubicBezTo>
                  <a:cubicBezTo>
                    <a:pt x="116" y="436"/>
                    <a:pt x="126" y="445"/>
                    <a:pt x="137" y="448"/>
                  </a:cubicBezTo>
                  <a:cubicBezTo>
                    <a:pt x="149" y="451"/>
                    <a:pt x="159" y="443"/>
                    <a:pt x="158" y="431"/>
                  </a:cubicBezTo>
                  <a:cubicBezTo>
                    <a:pt x="158" y="427"/>
                    <a:pt x="157" y="423"/>
                    <a:pt x="157" y="419"/>
                  </a:cubicBezTo>
                  <a:cubicBezTo>
                    <a:pt x="156" y="412"/>
                    <a:pt x="161" y="408"/>
                    <a:pt x="167" y="405"/>
                  </a:cubicBezTo>
                  <a:cubicBezTo>
                    <a:pt x="169" y="403"/>
                    <a:pt x="171" y="404"/>
                    <a:pt x="174" y="405"/>
                  </a:cubicBezTo>
                  <a:cubicBezTo>
                    <a:pt x="175" y="405"/>
                    <a:pt x="176" y="406"/>
                    <a:pt x="176" y="407"/>
                  </a:cubicBezTo>
                  <a:cubicBezTo>
                    <a:pt x="336" y="627"/>
                    <a:pt x="336" y="627"/>
                    <a:pt x="336" y="627"/>
                  </a:cubicBezTo>
                  <a:cubicBezTo>
                    <a:pt x="340" y="633"/>
                    <a:pt x="349" y="630"/>
                    <a:pt x="348" y="623"/>
                  </a:cubicBezTo>
                  <a:cubicBezTo>
                    <a:pt x="345" y="577"/>
                    <a:pt x="342" y="510"/>
                    <a:pt x="356" y="414"/>
                  </a:cubicBezTo>
                  <a:cubicBezTo>
                    <a:pt x="372" y="311"/>
                    <a:pt x="417" y="234"/>
                    <a:pt x="461" y="143"/>
                  </a:cubicBezTo>
                  <a:cubicBezTo>
                    <a:pt x="475" y="114"/>
                    <a:pt x="489" y="66"/>
                    <a:pt x="497" y="9"/>
                  </a:cubicBezTo>
                  <a:cubicBezTo>
                    <a:pt x="497" y="4"/>
                    <a:pt x="493" y="0"/>
                    <a:pt x="488" y="2"/>
                  </a:cubicBezTo>
                  <a:cubicBezTo>
                    <a:pt x="305" y="61"/>
                    <a:pt x="305" y="61"/>
                    <a:pt x="305" y="61"/>
                  </a:cubicBezTo>
                  <a:cubicBezTo>
                    <a:pt x="315" y="64"/>
                    <a:pt x="322" y="72"/>
                    <a:pt x="326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79;p48">
              <a:extLst>
                <a:ext uri="{FF2B5EF4-FFF2-40B4-BE49-F238E27FC236}">
                  <a16:creationId xmlns:a16="http://schemas.microsoft.com/office/drawing/2014/main" xmlns="" id="{D88A0C95-FB06-8765-7B38-6089E2AAC639}"/>
                </a:ext>
              </a:extLst>
            </p:cNvPr>
            <p:cNvSpPr/>
            <p:nvPr/>
          </p:nvSpPr>
          <p:spPr>
            <a:xfrm>
              <a:off x="4661491" y="1370403"/>
              <a:ext cx="388584" cy="360890"/>
            </a:xfrm>
            <a:custGeom>
              <a:avLst/>
              <a:gdLst/>
              <a:ahLst/>
              <a:cxnLst/>
              <a:rect l="l" t="t" r="r" b="b"/>
              <a:pathLst>
                <a:path w="696" h="647" extrusionOk="0">
                  <a:moveTo>
                    <a:pt x="506" y="283"/>
                  </a:moveTo>
                  <a:cubicBezTo>
                    <a:pt x="498" y="289"/>
                    <a:pt x="488" y="291"/>
                    <a:pt x="478" y="288"/>
                  </a:cubicBezTo>
                  <a:cubicBezTo>
                    <a:pt x="464" y="285"/>
                    <a:pt x="451" y="275"/>
                    <a:pt x="441" y="261"/>
                  </a:cubicBezTo>
                  <a:cubicBezTo>
                    <a:pt x="430" y="246"/>
                    <a:pt x="425" y="231"/>
                    <a:pt x="426" y="216"/>
                  </a:cubicBezTo>
                  <a:cubicBezTo>
                    <a:pt x="427" y="206"/>
                    <a:pt x="432" y="197"/>
                    <a:pt x="439" y="192"/>
                  </a:cubicBezTo>
                  <a:cubicBezTo>
                    <a:pt x="447" y="186"/>
                    <a:pt x="458" y="184"/>
                    <a:pt x="468" y="187"/>
                  </a:cubicBezTo>
                  <a:cubicBezTo>
                    <a:pt x="334" y="4"/>
                    <a:pt x="334" y="4"/>
                    <a:pt x="334" y="4"/>
                  </a:cubicBezTo>
                  <a:cubicBezTo>
                    <a:pt x="332" y="0"/>
                    <a:pt x="326" y="0"/>
                    <a:pt x="324" y="4"/>
                  </a:cubicBezTo>
                  <a:cubicBezTo>
                    <a:pt x="178" y="204"/>
                    <a:pt x="178" y="204"/>
                    <a:pt x="178" y="204"/>
                  </a:cubicBezTo>
                  <a:cubicBezTo>
                    <a:pt x="178" y="205"/>
                    <a:pt x="177" y="205"/>
                    <a:pt x="176" y="206"/>
                  </a:cubicBezTo>
                  <a:cubicBezTo>
                    <a:pt x="173" y="207"/>
                    <a:pt x="171" y="207"/>
                    <a:pt x="169" y="206"/>
                  </a:cubicBezTo>
                  <a:cubicBezTo>
                    <a:pt x="163" y="202"/>
                    <a:pt x="159" y="199"/>
                    <a:pt x="159" y="192"/>
                  </a:cubicBezTo>
                  <a:cubicBezTo>
                    <a:pt x="159" y="188"/>
                    <a:pt x="160" y="184"/>
                    <a:pt x="160" y="180"/>
                  </a:cubicBezTo>
                  <a:cubicBezTo>
                    <a:pt x="161" y="168"/>
                    <a:pt x="151" y="159"/>
                    <a:pt x="139" y="162"/>
                  </a:cubicBezTo>
                  <a:cubicBezTo>
                    <a:pt x="128" y="165"/>
                    <a:pt x="118" y="174"/>
                    <a:pt x="111" y="184"/>
                  </a:cubicBezTo>
                  <a:cubicBezTo>
                    <a:pt x="104" y="194"/>
                    <a:pt x="98" y="206"/>
                    <a:pt x="99" y="218"/>
                  </a:cubicBezTo>
                  <a:cubicBezTo>
                    <a:pt x="100" y="230"/>
                    <a:pt x="111" y="236"/>
                    <a:pt x="122" y="232"/>
                  </a:cubicBezTo>
                  <a:cubicBezTo>
                    <a:pt x="126" y="230"/>
                    <a:pt x="129" y="228"/>
                    <a:pt x="133" y="227"/>
                  </a:cubicBezTo>
                  <a:cubicBezTo>
                    <a:pt x="140" y="225"/>
                    <a:pt x="144" y="228"/>
                    <a:pt x="149" y="232"/>
                  </a:cubicBezTo>
                  <a:cubicBezTo>
                    <a:pt x="152" y="234"/>
                    <a:pt x="152" y="236"/>
                    <a:pt x="152" y="239"/>
                  </a:cubicBezTo>
                  <a:cubicBezTo>
                    <a:pt x="152" y="240"/>
                    <a:pt x="151" y="241"/>
                    <a:pt x="151" y="242"/>
                  </a:cubicBezTo>
                  <a:cubicBezTo>
                    <a:pt x="4" y="444"/>
                    <a:pt x="4" y="444"/>
                    <a:pt x="4" y="444"/>
                  </a:cubicBezTo>
                  <a:cubicBezTo>
                    <a:pt x="0" y="449"/>
                    <a:pt x="4" y="455"/>
                    <a:pt x="10" y="455"/>
                  </a:cubicBezTo>
                  <a:cubicBezTo>
                    <a:pt x="72" y="448"/>
                    <a:pt x="138" y="432"/>
                    <a:pt x="147" y="440"/>
                  </a:cubicBezTo>
                  <a:cubicBezTo>
                    <a:pt x="174" y="465"/>
                    <a:pt x="143" y="537"/>
                    <a:pt x="158" y="561"/>
                  </a:cubicBezTo>
                  <a:cubicBezTo>
                    <a:pt x="180" y="598"/>
                    <a:pt x="517" y="647"/>
                    <a:pt x="683" y="531"/>
                  </a:cubicBezTo>
                  <a:cubicBezTo>
                    <a:pt x="691" y="525"/>
                    <a:pt x="695" y="517"/>
                    <a:pt x="696" y="504"/>
                  </a:cubicBezTo>
                  <a:cubicBezTo>
                    <a:pt x="696" y="502"/>
                    <a:pt x="696" y="501"/>
                    <a:pt x="695" y="500"/>
                  </a:cubicBezTo>
                  <a:cubicBezTo>
                    <a:pt x="519" y="258"/>
                    <a:pt x="519" y="258"/>
                    <a:pt x="519" y="258"/>
                  </a:cubicBezTo>
                  <a:cubicBezTo>
                    <a:pt x="519" y="268"/>
                    <a:pt x="514" y="278"/>
                    <a:pt x="506" y="28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80;p48">
            <a:extLst>
              <a:ext uri="{FF2B5EF4-FFF2-40B4-BE49-F238E27FC236}">
                <a16:creationId xmlns:a16="http://schemas.microsoft.com/office/drawing/2014/main" xmlns="" id="{7135CD9E-7250-297B-AA6D-34361FA5D648}"/>
              </a:ext>
            </a:extLst>
          </p:cNvPr>
          <p:cNvGrpSpPr/>
          <p:nvPr/>
        </p:nvGrpSpPr>
        <p:grpSpPr>
          <a:xfrm>
            <a:off x="5768826" y="2019573"/>
            <a:ext cx="275188" cy="334300"/>
            <a:chOff x="5526246" y="1011207"/>
            <a:chExt cx="592758" cy="720086"/>
          </a:xfrm>
        </p:grpSpPr>
        <p:sp>
          <p:nvSpPr>
            <p:cNvPr id="102" name="Google Shape;1081;p48">
              <a:extLst>
                <a:ext uri="{FF2B5EF4-FFF2-40B4-BE49-F238E27FC236}">
                  <a16:creationId xmlns:a16="http://schemas.microsoft.com/office/drawing/2014/main" xmlns="" id="{1223A6C0-64C0-DFE3-BE7A-B80282F940AF}"/>
                </a:ext>
              </a:extLst>
            </p:cNvPr>
            <p:cNvSpPr/>
            <p:nvPr/>
          </p:nvSpPr>
          <p:spPr>
            <a:xfrm>
              <a:off x="5632379" y="1011207"/>
              <a:ext cx="311420" cy="340347"/>
            </a:xfrm>
            <a:custGeom>
              <a:avLst/>
              <a:gdLst/>
              <a:ahLst/>
              <a:cxnLst/>
              <a:rect l="l" t="t" r="r" b="b"/>
              <a:pathLst>
                <a:path w="518" h="567" extrusionOk="0">
                  <a:moveTo>
                    <a:pt x="144" y="322"/>
                  </a:moveTo>
                  <a:cubicBezTo>
                    <a:pt x="151" y="316"/>
                    <a:pt x="160" y="314"/>
                    <a:pt x="169" y="316"/>
                  </a:cubicBezTo>
                  <a:cubicBezTo>
                    <a:pt x="182" y="318"/>
                    <a:pt x="195" y="327"/>
                    <a:pt x="205" y="339"/>
                  </a:cubicBezTo>
                  <a:cubicBezTo>
                    <a:pt x="215" y="352"/>
                    <a:pt x="221" y="366"/>
                    <a:pt x="220" y="379"/>
                  </a:cubicBezTo>
                  <a:cubicBezTo>
                    <a:pt x="220" y="388"/>
                    <a:pt x="216" y="397"/>
                    <a:pt x="209" y="402"/>
                  </a:cubicBezTo>
                  <a:cubicBezTo>
                    <a:pt x="202" y="408"/>
                    <a:pt x="193" y="410"/>
                    <a:pt x="184" y="408"/>
                  </a:cubicBezTo>
                  <a:cubicBezTo>
                    <a:pt x="308" y="562"/>
                    <a:pt x="308" y="562"/>
                    <a:pt x="308" y="562"/>
                  </a:cubicBezTo>
                  <a:cubicBezTo>
                    <a:pt x="312" y="567"/>
                    <a:pt x="321" y="565"/>
                    <a:pt x="323" y="559"/>
                  </a:cubicBezTo>
                  <a:cubicBezTo>
                    <a:pt x="400" y="358"/>
                    <a:pt x="400" y="358"/>
                    <a:pt x="400" y="358"/>
                  </a:cubicBezTo>
                  <a:cubicBezTo>
                    <a:pt x="401" y="356"/>
                    <a:pt x="403" y="354"/>
                    <a:pt x="405" y="353"/>
                  </a:cubicBezTo>
                  <a:cubicBezTo>
                    <a:pt x="406" y="353"/>
                    <a:pt x="407" y="353"/>
                    <a:pt x="409" y="353"/>
                  </a:cubicBezTo>
                  <a:cubicBezTo>
                    <a:pt x="414" y="355"/>
                    <a:pt x="419" y="357"/>
                    <a:pt x="421" y="363"/>
                  </a:cubicBezTo>
                  <a:cubicBezTo>
                    <a:pt x="422" y="367"/>
                    <a:pt x="422" y="370"/>
                    <a:pt x="422" y="374"/>
                  </a:cubicBezTo>
                  <a:cubicBezTo>
                    <a:pt x="425" y="384"/>
                    <a:pt x="435" y="390"/>
                    <a:pt x="445" y="384"/>
                  </a:cubicBezTo>
                  <a:cubicBezTo>
                    <a:pt x="454" y="379"/>
                    <a:pt x="461" y="369"/>
                    <a:pt x="465" y="358"/>
                  </a:cubicBezTo>
                  <a:cubicBezTo>
                    <a:pt x="469" y="348"/>
                    <a:pt x="471" y="336"/>
                    <a:pt x="467" y="326"/>
                  </a:cubicBezTo>
                  <a:cubicBezTo>
                    <a:pt x="464" y="315"/>
                    <a:pt x="452" y="312"/>
                    <a:pt x="444" y="319"/>
                  </a:cubicBezTo>
                  <a:cubicBezTo>
                    <a:pt x="441" y="321"/>
                    <a:pt x="438" y="323"/>
                    <a:pt x="435" y="326"/>
                  </a:cubicBezTo>
                  <a:cubicBezTo>
                    <a:pt x="430" y="329"/>
                    <a:pt x="425" y="327"/>
                    <a:pt x="419" y="325"/>
                  </a:cubicBezTo>
                  <a:cubicBezTo>
                    <a:pt x="418" y="324"/>
                    <a:pt x="417" y="324"/>
                    <a:pt x="417" y="322"/>
                  </a:cubicBezTo>
                  <a:cubicBezTo>
                    <a:pt x="416" y="320"/>
                    <a:pt x="416" y="318"/>
                    <a:pt x="416" y="316"/>
                  </a:cubicBezTo>
                  <a:cubicBezTo>
                    <a:pt x="517" y="54"/>
                    <a:pt x="517" y="54"/>
                    <a:pt x="517" y="54"/>
                  </a:cubicBezTo>
                  <a:cubicBezTo>
                    <a:pt x="518" y="49"/>
                    <a:pt x="516" y="44"/>
                    <a:pt x="511" y="43"/>
                  </a:cubicBezTo>
                  <a:cubicBezTo>
                    <a:pt x="356" y="0"/>
                    <a:pt x="213" y="22"/>
                    <a:pt x="130" y="66"/>
                  </a:cubicBezTo>
                  <a:cubicBezTo>
                    <a:pt x="74" y="95"/>
                    <a:pt x="33" y="133"/>
                    <a:pt x="3" y="174"/>
                  </a:cubicBezTo>
                  <a:cubicBezTo>
                    <a:pt x="0" y="178"/>
                    <a:pt x="0" y="182"/>
                    <a:pt x="3" y="185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36"/>
                    <a:pt x="137" y="327"/>
                    <a:pt x="144" y="3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82;p48">
              <a:extLst>
                <a:ext uri="{FF2B5EF4-FFF2-40B4-BE49-F238E27FC236}">
                  <a16:creationId xmlns:a16="http://schemas.microsoft.com/office/drawing/2014/main" xmlns="" id="{26FAD1E1-1122-AE73-F150-7A11F4E079A0}"/>
                </a:ext>
              </a:extLst>
            </p:cNvPr>
            <p:cNvSpPr/>
            <p:nvPr/>
          </p:nvSpPr>
          <p:spPr>
            <a:xfrm>
              <a:off x="5835019" y="1041711"/>
              <a:ext cx="283984" cy="330260"/>
            </a:xfrm>
            <a:custGeom>
              <a:avLst/>
              <a:gdLst/>
              <a:ahLst/>
              <a:cxnLst/>
              <a:rect l="l" t="t" r="r" b="b"/>
              <a:pathLst>
                <a:path w="473" h="550" extrusionOk="0">
                  <a:moveTo>
                    <a:pt x="128" y="252"/>
                  </a:moveTo>
                  <a:cubicBezTo>
                    <a:pt x="136" y="255"/>
                    <a:pt x="142" y="262"/>
                    <a:pt x="145" y="270"/>
                  </a:cubicBezTo>
                  <a:cubicBezTo>
                    <a:pt x="149" y="283"/>
                    <a:pt x="148" y="298"/>
                    <a:pt x="143" y="313"/>
                  </a:cubicBezTo>
                  <a:cubicBezTo>
                    <a:pt x="137" y="328"/>
                    <a:pt x="128" y="340"/>
                    <a:pt x="116" y="347"/>
                  </a:cubicBezTo>
                  <a:cubicBezTo>
                    <a:pt x="108" y="351"/>
                    <a:pt x="99" y="352"/>
                    <a:pt x="90" y="349"/>
                  </a:cubicBezTo>
                  <a:cubicBezTo>
                    <a:pt x="82" y="345"/>
                    <a:pt x="75" y="338"/>
                    <a:pt x="73" y="329"/>
                  </a:cubicBezTo>
                  <a:cubicBezTo>
                    <a:pt x="2" y="514"/>
                    <a:pt x="2" y="514"/>
                    <a:pt x="2" y="514"/>
                  </a:cubicBezTo>
                  <a:cubicBezTo>
                    <a:pt x="0" y="520"/>
                    <a:pt x="5" y="527"/>
                    <a:pt x="12" y="526"/>
                  </a:cubicBezTo>
                  <a:cubicBezTo>
                    <a:pt x="224" y="492"/>
                    <a:pt x="224" y="492"/>
                    <a:pt x="224" y="492"/>
                  </a:cubicBezTo>
                  <a:cubicBezTo>
                    <a:pt x="227" y="491"/>
                    <a:pt x="229" y="492"/>
                    <a:pt x="231" y="493"/>
                  </a:cubicBezTo>
                  <a:cubicBezTo>
                    <a:pt x="232" y="494"/>
                    <a:pt x="233" y="495"/>
                    <a:pt x="233" y="497"/>
                  </a:cubicBezTo>
                  <a:cubicBezTo>
                    <a:pt x="234" y="502"/>
                    <a:pt x="235" y="508"/>
                    <a:pt x="230" y="512"/>
                  </a:cubicBezTo>
                  <a:cubicBezTo>
                    <a:pt x="228" y="515"/>
                    <a:pt x="225" y="516"/>
                    <a:pt x="222" y="519"/>
                  </a:cubicBezTo>
                  <a:cubicBezTo>
                    <a:pt x="214" y="526"/>
                    <a:pt x="214" y="538"/>
                    <a:pt x="224" y="543"/>
                  </a:cubicBezTo>
                  <a:cubicBezTo>
                    <a:pt x="233" y="549"/>
                    <a:pt x="245" y="550"/>
                    <a:pt x="256" y="548"/>
                  </a:cubicBezTo>
                  <a:cubicBezTo>
                    <a:pt x="267" y="546"/>
                    <a:pt x="279" y="542"/>
                    <a:pt x="286" y="534"/>
                  </a:cubicBezTo>
                  <a:cubicBezTo>
                    <a:pt x="293" y="525"/>
                    <a:pt x="290" y="514"/>
                    <a:pt x="280" y="510"/>
                  </a:cubicBezTo>
                  <a:cubicBezTo>
                    <a:pt x="277" y="508"/>
                    <a:pt x="273" y="507"/>
                    <a:pt x="270" y="506"/>
                  </a:cubicBezTo>
                  <a:cubicBezTo>
                    <a:pt x="264" y="503"/>
                    <a:pt x="263" y="498"/>
                    <a:pt x="263" y="492"/>
                  </a:cubicBezTo>
                  <a:cubicBezTo>
                    <a:pt x="262" y="490"/>
                    <a:pt x="263" y="489"/>
                    <a:pt x="263" y="488"/>
                  </a:cubicBezTo>
                  <a:cubicBezTo>
                    <a:pt x="265" y="486"/>
                    <a:pt x="267" y="485"/>
                    <a:pt x="269" y="485"/>
                  </a:cubicBezTo>
                  <a:cubicBezTo>
                    <a:pt x="439" y="458"/>
                    <a:pt x="439" y="458"/>
                    <a:pt x="439" y="458"/>
                  </a:cubicBezTo>
                  <a:cubicBezTo>
                    <a:pt x="442" y="457"/>
                    <a:pt x="445" y="454"/>
                    <a:pt x="446" y="451"/>
                  </a:cubicBezTo>
                  <a:cubicBezTo>
                    <a:pt x="473" y="328"/>
                    <a:pt x="470" y="126"/>
                    <a:pt x="304" y="42"/>
                  </a:cubicBezTo>
                  <a:cubicBezTo>
                    <a:pt x="271" y="25"/>
                    <a:pt x="239" y="12"/>
                    <a:pt x="207" y="2"/>
                  </a:cubicBezTo>
                  <a:cubicBezTo>
                    <a:pt x="203" y="0"/>
                    <a:pt x="198" y="3"/>
                    <a:pt x="196" y="7"/>
                  </a:cubicBezTo>
                  <a:cubicBezTo>
                    <a:pt x="101" y="254"/>
                    <a:pt x="101" y="254"/>
                    <a:pt x="101" y="254"/>
                  </a:cubicBezTo>
                  <a:cubicBezTo>
                    <a:pt x="109" y="249"/>
                    <a:pt x="119" y="248"/>
                    <a:pt x="128" y="25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83;p48">
              <a:extLst>
                <a:ext uri="{FF2B5EF4-FFF2-40B4-BE49-F238E27FC236}">
                  <a16:creationId xmlns:a16="http://schemas.microsoft.com/office/drawing/2014/main" xmlns="" id="{45C9FCE1-DC40-88C1-1721-C29C7143124A}"/>
                </a:ext>
              </a:extLst>
            </p:cNvPr>
            <p:cNvSpPr/>
            <p:nvPr/>
          </p:nvSpPr>
          <p:spPr>
            <a:xfrm>
              <a:off x="5837907" y="1326815"/>
              <a:ext cx="260158" cy="268291"/>
            </a:xfrm>
            <a:custGeom>
              <a:avLst/>
              <a:gdLst/>
              <a:ahLst/>
              <a:cxnLst/>
              <a:rect l="l" t="t" r="r" b="b"/>
              <a:pathLst>
                <a:path w="433" h="447" extrusionOk="0">
                  <a:moveTo>
                    <a:pt x="299" y="45"/>
                  </a:moveTo>
                  <a:cubicBezTo>
                    <a:pt x="301" y="53"/>
                    <a:pt x="298" y="62"/>
                    <a:pt x="292" y="69"/>
                  </a:cubicBezTo>
                  <a:cubicBezTo>
                    <a:pt x="283" y="79"/>
                    <a:pt x="270" y="86"/>
                    <a:pt x="254" y="88"/>
                  </a:cubicBezTo>
                  <a:cubicBezTo>
                    <a:pt x="238" y="91"/>
                    <a:pt x="223" y="89"/>
                    <a:pt x="211" y="82"/>
                  </a:cubicBezTo>
                  <a:cubicBezTo>
                    <a:pt x="203" y="77"/>
                    <a:pt x="198" y="70"/>
                    <a:pt x="197" y="61"/>
                  </a:cubicBezTo>
                  <a:cubicBezTo>
                    <a:pt x="195" y="52"/>
                    <a:pt x="198" y="43"/>
                    <a:pt x="205" y="36"/>
                  </a:cubicBezTo>
                  <a:cubicBezTo>
                    <a:pt x="10" y="67"/>
                    <a:pt x="10" y="67"/>
                    <a:pt x="10" y="67"/>
                  </a:cubicBezTo>
                  <a:cubicBezTo>
                    <a:pt x="3" y="68"/>
                    <a:pt x="0" y="76"/>
                    <a:pt x="4" y="81"/>
                  </a:cubicBezTo>
                  <a:cubicBezTo>
                    <a:pt x="140" y="249"/>
                    <a:pt x="140" y="249"/>
                    <a:pt x="140" y="249"/>
                  </a:cubicBezTo>
                  <a:cubicBezTo>
                    <a:pt x="141" y="250"/>
                    <a:pt x="142" y="253"/>
                    <a:pt x="142" y="255"/>
                  </a:cubicBezTo>
                  <a:cubicBezTo>
                    <a:pt x="142" y="256"/>
                    <a:pt x="141" y="258"/>
                    <a:pt x="140" y="258"/>
                  </a:cubicBezTo>
                  <a:cubicBezTo>
                    <a:pt x="136" y="262"/>
                    <a:pt x="131" y="266"/>
                    <a:pt x="125" y="264"/>
                  </a:cubicBezTo>
                  <a:cubicBezTo>
                    <a:pt x="122" y="263"/>
                    <a:pt x="119" y="261"/>
                    <a:pt x="115" y="260"/>
                  </a:cubicBezTo>
                  <a:cubicBezTo>
                    <a:pt x="105" y="256"/>
                    <a:pt x="95" y="263"/>
                    <a:pt x="95" y="274"/>
                  </a:cubicBezTo>
                  <a:cubicBezTo>
                    <a:pt x="95" y="285"/>
                    <a:pt x="100" y="296"/>
                    <a:pt x="107" y="304"/>
                  </a:cubicBezTo>
                  <a:cubicBezTo>
                    <a:pt x="114" y="313"/>
                    <a:pt x="124" y="321"/>
                    <a:pt x="134" y="323"/>
                  </a:cubicBezTo>
                  <a:cubicBezTo>
                    <a:pt x="145" y="325"/>
                    <a:pt x="154" y="317"/>
                    <a:pt x="152" y="306"/>
                  </a:cubicBezTo>
                  <a:cubicBezTo>
                    <a:pt x="152" y="302"/>
                    <a:pt x="151" y="299"/>
                    <a:pt x="151" y="295"/>
                  </a:cubicBezTo>
                  <a:cubicBezTo>
                    <a:pt x="150" y="289"/>
                    <a:pt x="154" y="285"/>
                    <a:pt x="159" y="282"/>
                  </a:cubicBezTo>
                  <a:cubicBezTo>
                    <a:pt x="160" y="281"/>
                    <a:pt x="161" y="281"/>
                    <a:pt x="162" y="281"/>
                  </a:cubicBezTo>
                  <a:cubicBezTo>
                    <a:pt x="165" y="281"/>
                    <a:pt x="167" y="282"/>
                    <a:pt x="168" y="284"/>
                  </a:cubicBezTo>
                  <a:cubicBezTo>
                    <a:pt x="295" y="440"/>
                    <a:pt x="295" y="440"/>
                    <a:pt x="295" y="440"/>
                  </a:cubicBezTo>
                  <a:cubicBezTo>
                    <a:pt x="301" y="447"/>
                    <a:pt x="311" y="443"/>
                    <a:pt x="311" y="435"/>
                  </a:cubicBezTo>
                  <a:cubicBezTo>
                    <a:pt x="311" y="399"/>
                    <a:pt x="312" y="354"/>
                    <a:pt x="321" y="300"/>
                  </a:cubicBezTo>
                  <a:cubicBezTo>
                    <a:pt x="335" y="205"/>
                    <a:pt x="376" y="134"/>
                    <a:pt x="417" y="51"/>
                  </a:cubicBezTo>
                  <a:cubicBezTo>
                    <a:pt x="422" y="41"/>
                    <a:pt x="427" y="28"/>
                    <a:pt x="431" y="13"/>
                  </a:cubicBezTo>
                  <a:cubicBezTo>
                    <a:pt x="433" y="7"/>
                    <a:pt x="428" y="0"/>
                    <a:pt x="422" y="1"/>
                  </a:cubicBezTo>
                  <a:cubicBezTo>
                    <a:pt x="284" y="23"/>
                    <a:pt x="284" y="23"/>
                    <a:pt x="284" y="23"/>
                  </a:cubicBezTo>
                  <a:cubicBezTo>
                    <a:pt x="292" y="28"/>
                    <a:pt x="298" y="36"/>
                    <a:pt x="299" y="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84;p48">
              <a:extLst>
                <a:ext uri="{FF2B5EF4-FFF2-40B4-BE49-F238E27FC236}">
                  <a16:creationId xmlns:a16="http://schemas.microsoft.com/office/drawing/2014/main" xmlns="" id="{07481BFC-8BE6-3881-7CE0-5D6443EF01D5}"/>
                </a:ext>
              </a:extLst>
            </p:cNvPr>
            <p:cNvSpPr/>
            <p:nvPr/>
          </p:nvSpPr>
          <p:spPr>
            <a:xfrm>
              <a:off x="5725035" y="1379176"/>
              <a:ext cx="304441" cy="352116"/>
            </a:xfrm>
            <a:custGeom>
              <a:avLst/>
              <a:gdLst/>
              <a:ahLst/>
              <a:cxnLst/>
              <a:rect l="l" t="t" r="r" b="b"/>
              <a:pathLst>
                <a:path w="507" h="587" extrusionOk="0">
                  <a:moveTo>
                    <a:pt x="344" y="245"/>
                  </a:moveTo>
                  <a:cubicBezTo>
                    <a:pt x="337" y="251"/>
                    <a:pt x="328" y="253"/>
                    <a:pt x="319" y="251"/>
                  </a:cubicBezTo>
                  <a:cubicBezTo>
                    <a:pt x="306" y="248"/>
                    <a:pt x="293" y="240"/>
                    <a:pt x="283" y="227"/>
                  </a:cubicBezTo>
                  <a:cubicBezTo>
                    <a:pt x="273" y="215"/>
                    <a:pt x="267" y="201"/>
                    <a:pt x="267" y="187"/>
                  </a:cubicBezTo>
                  <a:cubicBezTo>
                    <a:pt x="267" y="178"/>
                    <a:pt x="271" y="170"/>
                    <a:pt x="278" y="164"/>
                  </a:cubicBezTo>
                  <a:cubicBezTo>
                    <a:pt x="285" y="158"/>
                    <a:pt x="295" y="156"/>
                    <a:pt x="304" y="158"/>
                  </a:cubicBezTo>
                  <a:cubicBezTo>
                    <a:pt x="179" y="5"/>
                    <a:pt x="179" y="5"/>
                    <a:pt x="179" y="5"/>
                  </a:cubicBezTo>
                  <a:cubicBezTo>
                    <a:pt x="175" y="0"/>
                    <a:pt x="167" y="1"/>
                    <a:pt x="164" y="8"/>
                  </a:cubicBezTo>
                  <a:cubicBezTo>
                    <a:pt x="87" y="209"/>
                    <a:pt x="87" y="209"/>
                    <a:pt x="87" y="209"/>
                  </a:cubicBezTo>
                  <a:cubicBezTo>
                    <a:pt x="86" y="211"/>
                    <a:pt x="85" y="213"/>
                    <a:pt x="83" y="214"/>
                  </a:cubicBezTo>
                  <a:cubicBezTo>
                    <a:pt x="81" y="214"/>
                    <a:pt x="80" y="214"/>
                    <a:pt x="79" y="214"/>
                  </a:cubicBezTo>
                  <a:cubicBezTo>
                    <a:pt x="73" y="212"/>
                    <a:pt x="68" y="210"/>
                    <a:pt x="67" y="204"/>
                  </a:cubicBezTo>
                  <a:cubicBezTo>
                    <a:pt x="66" y="200"/>
                    <a:pt x="66" y="196"/>
                    <a:pt x="65" y="193"/>
                  </a:cubicBezTo>
                  <a:cubicBezTo>
                    <a:pt x="63" y="182"/>
                    <a:pt x="52" y="177"/>
                    <a:pt x="43" y="182"/>
                  </a:cubicBezTo>
                  <a:cubicBezTo>
                    <a:pt x="33" y="188"/>
                    <a:pt x="27" y="198"/>
                    <a:pt x="23" y="208"/>
                  </a:cubicBezTo>
                  <a:cubicBezTo>
                    <a:pt x="19" y="219"/>
                    <a:pt x="17" y="231"/>
                    <a:pt x="20" y="241"/>
                  </a:cubicBezTo>
                  <a:cubicBezTo>
                    <a:pt x="24" y="251"/>
                    <a:pt x="35" y="255"/>
                    <a:pt x="44" y="248"/>
                  </a:cubicBezTo>
                  <a:cubicBezTo>
                    <a:pt x="47" y="246"/>
                    <a:pt x="49" y="243"/>
                    <a:pt x="52" y="241"/>
                  </a:cubicBezTo>
                  <a:cubicBezTo>
                    <a:pt x="58" y="238"/>
                    <a:pt x="63" y="239"/>
                    <a:pt x="68" y="242"/>
                  </a:cubicBezTo>
                  <a:cubicBezTo>
                    <a:pt x="69" y="242"/>
                    <a:pt x="70" y="243"/>
                    <a:pt x="71" y="244"/>
                  </a:cubicBezTo>
                  <a:cubicBezTo>
                    <a:pt x="72" y="246"/>
                    <a:pt x="72" y="249"/>
                    <a:pt x="71" y="251"/>
                  </a:cubicBezTo>
                  <a:cubicBezTo>
                    <a:pt x="10" y="410"/>
                    <a:pt x="10" y="410"/>
                    <a:pt x="10" y="410"/>
                  </a:cubicBezTo>
                  <a:cubicBezTo>
                    <a:pt x="10" y="412"/>
                    <a:pt x="9" y="414"/>
                    <a:pt x="10" y="415"/>
                  </a:cubicBezTo>
                  <a:cubicBezTo>
                    <a:pt x="16" y="445"/>
                    <a:pt x="0" y="490"/>
                    <a:pt x="10" y="508"/>
                  </a:cubicBezTo>
                  <a:cubicBezTo>
                    <a:pt x="30" y="542"/>
                    <a:pt x="339" y="587"/>
                    <a:pt x="491" y="480"/>
                  </a:cubicBezTo>
                  <a:cubicBezTo>
                    <a:pt x="507" y="469"/>
                    <a:pt x="504" y="446"/>
                    <a:pt x="501" y="402"/>
                  </a:cubicBezTo>
                  <a:cubicBezTo>
                    <a:pt x="355" y="221"/>
                    <a:pt x="355" y="221"/>
                    <a:pt x="355" y="221"/>
                  </a:cubicBezTo>
                  <a:cubicBezTo>
                    <a:pt x="355" y="230"/>
                    <a:pt x="351" y="239"/>
                    <a:pt x="344" y="2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85;p48">
              <a:extLst>
                <a:ext uri="{FF2B5EF4-FFF2-40B4-BE49-F238E27FC236}">
                  <a16:creationId xmlns:a16="http://schemas.microsoft.com/office/drawing/2014/main" xmlns="" id="{15F197AF-6116-CC24-D2C4-73D33567D863}"/>
                </a:ext>
              </a:extLst>
            </p:cNvPr>
            <p:cNvSpPr/>
            <p:nvPr/>
          </p:nvSpPr>
          <p:spPr>
            <a:xfrm>
              <a:off x="5526246" y="1358760"/>
              <a:ext cx="289521" cy="285105"/>
            </a:xfrm>
            <a:custGeom>
              <a:avLst/>
              <a:gdLst/>
              <a:ahLst/>
              <a:cxnLst/>
              <a:rect l="l" t="t" r="r" b="b"/>
              <a:pathLst>
                <a:path w="482" h="475" extrusionOk="0">
                  <a:moveTo>
                    <a:pt x="354" y="298"/>
                  </a:moveTo>
                  <a:cubicBezTo>
                    <a:pt x="346" y="295"/>
                    <a:pt x="339" y="288"/>
                    <a:pt x="336" y="279"/>
                  </a:cubicBezTo>
                  <a:cubicBezTo>
                    <a:pt x="332" y="267"/>
                    <a:pt x="333" y="252"/>
                    <a:pt x="339" y="237"/>
                  </a:cubicBezTo>
                  <a:cubicBezTo>
                    <a:pt x="345" y="222"/>
                    <a:pt x="354" y="210"/>
                    <a:pt x="366" y="203"/>
                  </a:cubicBezTo>
                  <a:cubicBezTo>
                    <a:pt x="374" y="199"/>
                    <a:pt x="383" y="198"/>
                    <a:pt x="391" y="201"/>
                  </a:cubicBezTo>
                  <a:cubicBezTo>
                    <a:pt x="400" y="204"/>
                    <a:pt x="406" y="211"/>
                    <a:pt x="409" y="220"/>
                  </a:cubicBezTo>
                  <a:cubicBezTo>
                    <a:pt x="480" y="36"/>
                    <a:pt x="480" y="36"/>
                    <a:pt x="480" y="36"/>
                  </a:cubicBezTo>
                  <a:cubicBezTo>
                    <a:pt x="482" y="30"/>
                    <a:pt x="477" y="23"/>
                    <a:pt x="470" y="24"/>
                  </a:cubicBezTo>
                  <a:cubicBezTo>
                    <a:pt x="257" y="58"/>
                    <a:pt x="257" y="58"/>
                    <a:pt x="257" y="58"/>
                  </a:cubicBezTo>
                  <a:cubicBezTo>
                    <a:pt x="255" y="58"/>
                    <a:pt x="252" y="58"/>
                    <a:pt x="251" y="56"/>
                  </a:cubicBezTo>
                  <a:cubicBezTo>
                    <a:pt x="250" y="56"/>
                    <a:pt x="249" y="54"/>
                    <a:pt x="249" y="53"/>
                  </a:cubicBezTo>
                  <a:cubicBezTo>
                    <a:pt x="248" y="47"/>
                    <a:pt x="247" y="42"/>
                    <a:pt x="251" y="38"/>
                  </a:cubicBezTo>
                  <a:cubicBezTo>
                    <a:pt x="254" y="35"/>
                    <a:pt x="257" y="33"/>
                    <a:pt x="260" y="31"/>
                  </a:cubicBezTo>
                  <a:cubicBezTo>
                    <a:pt x="268" y="24"/>
                    <a:pt x="267" y="12"/>
                    <a:pt x="258" y="6"/>
                  </a:cubicBezTo>
                  <a:cubicBezTo>
                    <a:pt x="248" y="1"/>
                    <a:pt x="236" y="0"/>
                    <a:pt x="225" y="2"/>
                  </a:cubicBezTo>
                  <a:cubicBezTo>
                    <a:pt x="214" y="3"/>
                    <a:pt x="203" y="8"/>
                    <a:pt x="196" y="16"/>
                  </a:cubicBezTo>
                  <a:cubicBezTo>
                    <a:pt x="189" y="24"/>
                    <a:pt x="192" y="36"/>
                    <a:pt x="202" y="40"/>
                  </a:cubicBezTo>
                  <a:cubicBezTo>
                    <a:pt x="205" y="42"/>
                    <a:pt x="208" y="42"/>
                    <a:pt x="212" y="44"/>
                  </a:cubicBezTo>
                  <a:cubicBezTo>
                    <a:pt x="217" y="47"/>
                    <a:pt x="218" y="52"/>
                    <a:pt x="219" y="58"/>
                  </a:cubicBezTo>
                  <a:cubicBezTo>
                    <a:pt x="219" y="59"/>
                    <a:pt x="219" y="60"/>
                    <a:pt x="218" y="61"/>
                  </a:cubicBezTo>
                  <a:cubicBezTo>
                    <a:pt x="217" y="64"/>
                    <a:pt x="215" y="65"/>
                    <a:pt x="212" y="65"/>
                  </a:cubicBezTo>
                  <a:cubicBezTo>
                    <a:pt x="9" y="98"/>
                    <a:pt x="9" y="98"/>
                    <a:pt x="9" y="98"/>
                  </a:cubicBezTo>
                  <a:cubicBezTo>
                    <a:pt x="3" y="98"/>
                    <a:pt x="0" y="104"/>
                    <a:pt x="2" y="109"/>
                  </a:cubicBezTo>
                  <a:cubicBezTo>
                    <a:pt x="14" y="138"/>
                    <a:pt x="74" y="153"/>
                    <a:pt x="86" y="175"/>
                  </a:cubicBezTo>
                  <a:cubicBezTo>
                    <a:pt x="92" y="186"/>
                    <a:pt x="75" y="210"/>
                    <a:pt x="77" y="226"/>
                  </a:cubicBezTo>
                  <a:cubicBezTo>
                    <a:pt x="78" y="239"/>
                    <a:pt x="115" y="253"/>
                    <a:pt x="115" y="253"/>
                  </a:cubicBezTo>
                  <a:cubicBezTo>
                    <a:pt x="115" y="253"/>
                    <a:pt x="89" y="277"/>
                    <a:pt x="88" y="289"/>
                  </a:cubicBezTo>
                  <a:cubicBezTo>
                    <a:pt x="86" y="302"/>
                    <a:pt x="111" y="323"/>
                    <a:pt x="112" y="337"/>
                  </a:cubicBezTo>
                  <a:cubicBezTo>
                    <a:pt x="112" y="350"/>
                    <a:pt x="90" y="385"/>
                    <a:pt x="101" y="421"/>
                  </a:cubicBezTo>
                  <a:cubicBezTo>
                    <a:pt x="116" y="475"/>
                    <a:pt x="280" y="428"/>
                    <a:pt x="323" y="429"/>
                  </a:cubicBezTo>
                  <a:cubicBezTo>
                    <a:pt x="326" y="429"/>
                    <a:pt x="330" y="427"/>
                    <a:pt x="331" y="423"/>
                  </a:cubicBezTo>
                  <a:cubicBezTo>
                    <a:pt x="380" y="296"/>
                    <a:pt x="380" y="296"/>
                    <a:pt x="380" y="296"/>
                  </a:cubicBezTo>
                  <a:cubicBezTo>
                    <a:pt x="372" y="300"/>
                    <a:pt x="363" y="301"/>
                    <a:pt x="354" y="2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86;p48">
              <a:extLst>
                <a:ext uri="{FF2B5EF4-FFF2-40B4-BE49-F238E27FC236}">
                  <a16:creationId xmlns:a16="http://schemas.microsoft.com/office/drawing/2014/main" xmlns="" id="{4941F686-A8A7-7519-CB59-C7BC73B5CD91}"/>
                </a:ext>
              </a:extLst>
            </p:cNvPr>
            <p:cNvSpPr/>
            <p:nvPr/>
          </p:nvSpPr>
          <p:spPr>
            <a:xfrm>
              <a:off x="5530337" y="1130580"/>
              <a:ext cx="282300" cy="276217"/>
            </a:xfrm>
            <a:custGeom>
              <a:avLst/>
              <a:gdLst/>
              <a:ahLst/>
              <a:cxnLst/>
              <a:rect l="l" t="t" r="r" b="b"/>
              <a:pathLst>
                <a:path w="470" h="460" extrusionOk="0">
                  <a:moveTo>
                    <a:pt x="170" y="410"/>
                  </a:moveTo>
                  <a:cubicBezTo>
                    <a:pt x="169" y="401"/>
                    <a:pt x="171" y="392"/>
                    <a:pt x="178" y="385"/>
                  </a:cubicBezTo>
                  <a:cubicBezTo>
                    <a:pt x="186" y="375"/>
                    <a:pt x="200" y="369"/>
                    <a:pt x="216" y="366"/>
                  </a:cubicBezTo>
                  <a:cubicBezTo>
                    <a:pt x="232" y="364"/>
                    <a:pt x="247" y="366"/>
                    <a:pt x="258" y="373"/>
                  </a:cubicBezTo>
                  <a:cubicBezTo>
                    <a:pt x="266" y="377"/>
                    <a:pt x="271" y="385"/>
                    <a:pt x="273" y="394"/>
                  </a:cubicBezTo>
                  <a:cubicBezTo>
                    <a:pt x="274" y="403"/>
                    <a:pt x="271" y="412"/>
                    <a:pt x="265" y="419"/>
                  </a:cubicBezTo>
                  <a:cubicBezTo>
                    <a:pt x="460" y="388"/>
                    <a:pt x="460" y="388"/>
                    <a:pt x="460" y="388"/>
                  </a:cubicBezTo>
                  <a:cubicBezTo>
                    <a:pt x="467" y="387"/>
                    <a:pt x="470" y="379"/>
                    <a:pt x="465" y="373"/>
                  </a:cubicBezTo>
                  <a:cubicBezTo>
                    <a:pt x="330" y="206"/>
                    <a:pt x="330" y="206"/>
                    <a:pt x="330" y="206"/>
                  </a:cubicBezTo>
                  <a:cubicBezTo>
                    <a:pt x="328" y="204"/>
                    <a:pt x="327" y="202"/>
                    <a:pt x="328" y="200"/>
                  </a:cubicBezTo>
                  <a:cubicBezTo>
                    <a:pt x="328" y="198"/>
                    <a:pt x="329" y="197"/>
                    <a:pt x="330" y="196"/>
                  </a:cubicBezTo>
                  <a:cubicBezTo>
                    <a:pt x="334" y="192"/>
                    <a:pt x="338" y="189"/>
                    <a:pt x="344" y="191"/>
                  </a:cubicBezTo>
                  <a:cubicBezTo>
                    <a:pt x="348" y="192"/>
                    <a:pt x="351" y="194"/>
                    <a:pt x="354" y="195"/>
                  </a:cubicBezTo>
                  <a:cubicBezTo>
                    <a:pt x="365" y="198"/>
                    <a:pt x="375" y="192"/>
                    <a:pt x="375" y="181"/>
                  </a:cubicBezTo>
                  <a:cubicBezTo>
                    <a:pt x="375" y="170"/>
                    <a:pt x="369" y="159"/>
                    <a:pt x="362" y="150"/>
                  </a:cubicBezTo>
                  <a:cubicBezTo>
                    <a:pt x="355" y="142"/>
                    <a:pt x="346" y="134"/>
                    <a:pt x="335" y="132"/>
                  </a:cubicBezTo>
                  <a:cubicBezTo>
                    <a:pt x="325" y="130"/>
                    <a:pt x="316" y="138"/>
                    <a:pt x="317" y="149"/>
                  </a:cubicBezTo>
                  <a:cubicBezTo>
                    <a:pt x="318" y="153"/>
                    <a:pt x="319" y="156"/>
                    <a:pt x="319" y="160"/>
                  </a:cubicBezTo>
                  <a:cubicBezTo>
                    <a:pt x="320" y="166"/>
                    <a:pt x="315" y="169"/>
                    <a:pt x="311" y="173"/>
                  </a:cubicBezTo>
                  <a:cubicBezTo>
                    <a:pt x="310" y="174"/>
                    <a:pt x="308" y="174"/>
                    <a:pt x="307" y="174"/>
                  </a:cubicBezTo>
                  <a:cubicBezTo>
                    <a:pt x="305" y="174"/>
                    <a:pt x="303" y="173"/>
                    <a:pt x="301" y="171"/>
                  </a:cubicBezTo>
                  <a:cubicBezTo>
                    <a:pt x="167" y="5"/>
                    <a:pt x="167" y="5"/>
                    <a:pt x="167" y="5"/>
                  </a:cubicBezTo>
                  <a:cubicBezTo>
                    <a:pt x="163" y="0"/>
                    <a:pt x="155" y="1"/>
                    <a:pt x="152" y="6"/>
                  </a:cubicBezTo>
                  <a:cubicBezTo>
                    <a:pt x="113" y="70"/>
                    <a:pt x="97" y="139"/>
                    <a:pt x="91" y="193"/>
                  </a:cubicBezTo>
                  <a:cubicBezTo>
                    <a:pt x="86" y="237"/>
                    <a:pt x="114" y="268"/>
                    <a:pt x="111" y="294"/>
                  </a:cubicBezTo>
                  <a:cubicBezTo>
                    <a:pt x="106" y="335"/>
                    <a:pt x="32" y="395"/>
                    <a:pt x="4" y="446"/>
                  </a:cubicBezTo>
                  <a:cubicBezTo>
                    <a:pt x="0" y="452"/>
                    <a:pt x="5" y="460"/>
                    <a:pt x="13" y="459"/>
                  </a:cubicBezTo>
                  <a:cubicBezTo>
                    <a:pt x="185" y="431"/>
                    <a:pt x="185" y="431"/>
                    <a:pt x="185" y="431"/>
                  </a:cubicBezTo>
                  <a:cubicBezTo>
                    <a:pt x="177" y="427"/>
                    <a:pt x="172" y="419"/>
                    <a:pt x="170" y="41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7;p48">
            <a:extLst>
              <a:ext uri="{FF2B5EF4-FFF2-40B4-BE49-F238E27FC236}">
                <a16:creationId xmlns:a16="http://schemas.microsoft.com/office/drawing/2014/main" xmlns="" id="{F16F061A-265D-2151-B21A-F252441BBE1E}"/>
              </a:ext>
            </a:extLst>
          </p:cNvPr>
          <p:cNvGrpSpPr/>
          <p:nvPr/>
        </p:nvGrpSpPr>
        <p:grpSpPr>
          <a:xfrm>
            <a:off x="3484906" y="2019571"/>
            <a:ext cx="273221" cy="334305"/>
            <a:chOff x="606645" y="1011196"/>
            <a:chExt cx="588520" cy="720096"/>
          </a:xfrm>
        </p:grpSpPr>
        <p:sp>
          <p:nvSpPr>
            <p:cNvPr id="109" name="Google Shape;1088;p48">
              <a:extLst>
                <a:ext uri="{FF2B5EF4-FFF2-40B4-BE49-F238E27FC236}">
                  <a16:creationId xmlns:a16="http://schemas.microsoft.com/office/drawing/2014/main" xmlns="" id="{3842EC13-90D6-D623-9F8A-2D786F8F1FB7}"/>
                </a:ext>
              </a:extLst>
            </p:cNvPr>
            <p:cNvSpPr/>
            <p:nvPr/>
          </p:nvSpPr>
          <p:spPr>
            <a:xfrm>
              <a:off x="659316" y="1517469"/>
              <a:ext cx="456722" cy="213824"/>
            </a:xfrm>
            <a:custGeom>
              <a:avLst/>
              <a:gdLst/>
              <a:ahLst/>
              <a:cxnLst/>
              <a:rect l="l" t="t" r="r" b="b"/>
              <a:pathLst>
                <a:path w="763" h="358" extrusionOk="0">
                  <a:moveTo>
                    <a:pt x="1" y="27"/>
                  </a:moveTo>
                  <a:cubicBezTo>
                    <a:pt x="0" y="41"/>
                    <a:pt x="25" y="62"/>
                    <a:pt x="25" y="75"/>
                  </a:cubicBezTo>
                  <a:cubicBezTo>
                    <a:pt x="26" y="89"/>
                    <a:pt x="4" y="123"/>
                    <a:pt x="14" y="160"/>
                  </a:cubicBezTo>
                  <a:cubicBezTo>
                    <a:pt x="32" y="219"/>
                    <a:pt x="230" y="155"/>
                    <a:pt x="245" y="169"/>
                  </a:cubicBezTo>
                  <a:cubicBezTo>
                    <a:pt x="269" y="192"/>
                    <a:pt x="241" y="258"/>
                    <a:pt x="255" y="280"/>
                  </a:cubicBezTo>
                  <a:cubicBezTo>
                    <a:pt x="275" y="313"/>
                    <a:pt x="582" y="358"/>
                    <a:pt x="735" y="252"/>
                  </a:cubicBezTo>
                  <a:cubicBezTo>
                    <a:pt x="763" y="232"/>
                    <a:pt x="729" y="168"/>
                    <a:pt x="749" y="8"/>
                  </a:cubicBezTo>
                  <a:cubicBezTo>
                    <a:pt x="749" y="4"/>
                    <a:pt x="746" y="0"/>
                    <a:pt x="74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2" y="0"/>
                    <a:pt x="19" y="1"/>
                    <a:pt x="17" y="3"/>
                  </a:cubicBezTo>
                  <a:cubicBezTo>
                    <a:pt x="10" y="11"/>
                    <a:pt x="2" y="21"/>
                    <a:pt x="1" y="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089;p48">
              <a:extLst>
                <a:ext uri="{FF2B5EF4-FFF2-40B4-BE49-F238E27FC236}">
                  <a16:creationId xmlns:a16="http://schemas.microsoft.com/office/drawing/2014/main" xmlns="" id="{54AAC96B-7053-F219-A63F-D72ECE32CB9A}"/>
                </a:ext>
              </a:extLst>
            </p:cNvPr>
            <p:cNvSpPr/>
            <p:nvPr/>
          </p:nvSpPr>
          <p:spPr>
            <a:xfrm>
              <a:off x="606645" y="1354464"/>
              <a:ext cx="561583" cy="154615"/>
            </a:xfrm>
            <a:custGeom>
              <a:avLst/>
              <a:gdLst/>
              <a:ahLst/>
              <a:cxnLst/>
              <a:rect l="l" t="t" r="r" b="b"/>
              <a:pathLst>
                <a:path w="938" h="259" extrusionOk="0">
                  <a:moveTo>
                    <a:pt x="2" y="109"/>
                  </a:moveTo>
                  <a:cubicBezTo>
                    <a:pt x="0" y="146"/>
                    <a:pt x="74" y="161"/>
                    <a:pt x="88" y="186"/>
                  </a:cubicBezTo>
                  <a:cubicBezTo>
                    <a:pt x="93" y="197"/>
                    <a:pt x="77" y="222"/>
                    <a:pt x="79" y="237"/>
                  </a:cubicBezTo>
                  <a:cubicBezTo>
                    <a:pt x="79" y="244"/>
                    <a:pt x="91" y="252"/>
                    <a:pt x="101" y="257"/>
                  </a:cubicBezTo>
                  <a:cubicBezTo>
                    <a:pt x="103" y="258"/>
                    <a:pt x="104" y="259"/>
                    <a:pt x="106" y="259"/>
                  </a:cubicBezTo>
                  <a:cubicBezTo>
                    <a:pt x="840" y="259"/>
                    <a:pt x="840" y="259"/>
                    <a:pt x="840" y="259"/>
                  </a:cubicBezTo>
                  <a:cubicBezTo>
                    <a:pt x="840" y="258"/>
                    <a:pt x="840" y="258"/>
                    <a:pt x="840" y="258"/>
                  </a:cubicBezTo>
                  <a:cubicBezTo>
                    <a:pt x="854" y="164"/>
                    <a:pt x="895" y="93"/>
                    <a:pt x="936" y="10"/>
                  </a:cubicBezTo>
                  <a:cubicBezTo>
                    <a:pt x="936" y="10"/>
                    <a:pt x="936" y="10"/>
                    <a:pt x="936" y="10"/>
                  </a:cubicBezTo>
                  <a:cubicBezTo>
                    <a:pt x="938" y="5"/>
                    <a:pt x="935" y="0"/>
                    <a:pt x="929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5" y="0"/>
                    <a:pt x="73" y="1"/>
                    <a:pt x="71" y="3"/>
                  </a:cubicBezTo>
                  <a:cubicBezTo>
                    <a:pt x="39" y="39"/>
                    <a:pt x="3" y="78"/>
                    <a:pt x="2" y="10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090;p48">
              <a:extLst>
                <a:ext uri="{FF2B5EF4-FFF2-40B4-BE49-F238E27FC236}">
                  <a16:creationId xmlns:a16="http://schemas.microsoft.com/office/drawing/2014/main" xmlns="" id="{2BEA3FDF-386D-0A60-FCD2-3F4DC055A3E2}"/>
                </a:ext>
              </a:extLst>
            </p:cNvPr>
            <p:cNvSpPr/>
            <p:nvPr/>
          </p:nvSpPr>
          <p:spPr>
            <a:xfrm>
              <a:off x="661721" y="1191460"/>
              <a:ext cx="533444" cy="154135"/>
            </a:xfrm>
            <a:custGeom>
              <a:avLst/>
              <a:gdLst/>
              <a:ahLst/>
              <a:cxnLst/>
              <a:rect l="l" t="t" r="r" b="b"/>
              <a:pathLst>
                <a:path w="891" h="258" extrusionOk="0">
                  <a:moveTo>
                    <a:pt x="8" y="98"/>
                  </a:moveTo>
                  <a:cubicBezTo>
                    <a:pt x="2" y="142"/>
                    <a:pt x="31" y="174"/>
                    <a:pt x="28" y="199"/>
                  </a:cubicBezTo>
                  <a:cubicBezTo>
                    <a:pt x="26" y="213"/>
                    <a:pt x="17" y="230"/>
                    <a:pt x="3" y="247"/>
                  </a:cubicBezTo>
                  <a:cubicBezTo>
                    <a:pt x="0" y="252"/>
                    <a:pt x="3" y="258"/>
                    <a:pt x="9" y="258"/>
                  </a:cubicBezTo>
                  <a:cubicBezTo>
                    <a:pt x="849" y="258"/>
                    <a:pt x="849" y="258"/>
                    <a:pt x="849" y="258"/>
                  </a:cubicBezTo>
                  <a:cubicBezTo>
                    <a:pt x="852" y="258"/>
                    <a:pt x="855" y="256"/>
                    <a:pt x="856" y="254"/>
                  </a:cubicBezTo>
                  <a:cubicBezTo>
                    <a:pt x="875" y="195"/>
                    <a:pt x="891" y="98"/>
                    <a:pt x="873" y="5"/>
                  </a:cubicBezTo>
                  <a:cubicBezTo>
                    <a:pt x="872" y="2"/>
                    <a:pt x="869" y="0"/>
                    <a:pt x="866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1" y="0"/>
                    <a:pt x="28" y="2"/>
                    <a:pt x="27" y="5"/>
                  </a:cubicBezTo>
                  <a:cubicBezTo>
                    <a:pt x="17" y="38"/>
                    <a:pt x="11" y="70"/>
                    <a:pt x="8" y="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091;p48">
              <a:extLst>
                <a:ext uri="{FF2B5EF4-FFF2-40B4-BE49-F238E27FC236}">
                  <a16:creationId xmlns:a16="http://schemas.microsoft.com/office/drawing/2014/main" xmlns="" id="{9E24E8C8-01FE-A1EB-B1B0-1DF339301EC7}"/>
                </a:ext>
              </a:extLst>
            </p:cNvPr>
            <p:cNvSpPr/>
            <p:nvPr/>
          </p:nvSpPr>
          <p:spPr>
            <a:xfrm>
              <a:off x="683367" y="1011196"/>
              <a:ext cx="497368" cy="171394"/>
            </a:xfrm>
            <a:custGeom>
              <a:avLst/>
              <a:gdLst/>
              <a:ahLst/>
              <a:cxnLst/>
              <a:rect l="l" t="t" r="r" b="b"/>
              <a:pathLst>
                <a:path w="831" h="287" extrusionOk="0">
                  <a:moveTo>
                    <a:pt x="690" y="102"/>
                  </a:moveTo>
                  <a:cubicBezTo>
                    <a:pt x="488" y="0"/>
                    <a:pt x="287" y="19"/>
                    <a:pt x="180" y="75"/>
                  </a:cubicBezTo>
                  <a:cubicBezTo>
                    <a:pt x="84" y="125"/>
                    <a:pt x="31" y="203"/>
                    <a:pt x="2" y="278"/>
                  </a:cubicBezTo>
                  <a:cubicBezTo>
                    <a:pt x="0" y="282"/>
                    <a:pt x="3" y="287"/>
                    <a:pt x="8" y="287"/>
                  </a:cubicBezTo>
                  <a:cubicBezTo>
                    <a:pt x="823" y="287"/>
                    <a:pt x="823" y="287"/>
                    <a:pt x="823" y="287"/>
                  </a:cubicBezTo>
                  <a:cubicBezTo>
                    <a:pt x="828" y="287"/>
                    <a:pt x="831" y="283"/>
                    <a:pt x="830" y="278"/>
                  </a:cubicBezTo>
                  <a:cubicBezTo>
                    <a:pt x="810" y="207"/>
                    <a:pt x="768" y="141"/>
                    <a:pt x="690" y="1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" name="Google Shape;1092;p48">
            <a:extLst>
              <a:ext uri="{FF2B5EF4-FFF2-40B4-BE49-F238E27FC236}">
                <a16:creationId xmlns:a16="http://schemas.microsoft.com/office/drawing/2014/main" xmlns="" id="{31389598-EF5C-5287-5FB6-307A6667BBC4}"/>
              </a:ext>
            </a:extLst>
          </p:cNvPr>
          <p:cNvGrpSpPr/>
          <p:nvPr/>
        </p:nvGrpSpPr>
        <p:grpSpPr>
          <a:xfrm>
            <a:off x="8325615" y="2019550"/>
            <a:ext cx="223804" cy="334322"/>
            <a:chOff x="11033597" y="1011159"/>
            <a:chExt cx="482075" cy="720133"/>
          </a:xfrm>
        </p:grpSpPr>
        <p:sp>
          <p:nvSpPr>
            <p:cNvPr id="114" name="Google Shape;1093;p48">
              <a:extLst>
                <a:ext uri="{FF2B5EF4-FFF2-40B4-BE49-F238E27FC236}">
                  <a16:creationId xmlns:a16="http://schemas.microsoft.com/office/drawing/2014/main" xmlns="" id="{881AEE6C-3317-015C-96A9-518461D816D3}"/>
                </a:ext>
              </a:extLst>
            </p:cNvPr>
            <p:cNvSpPr/>
            <p:nvPr/>
          </p:nvSpPr>
          <p:spPr>
            <a:xfrm>
              <a:off x="11033597" y="1414369"/>
              <a:ext cx="482075" cy="151349"/>
            </a:xfrm>
            <a:custGeom>
              <a:avLst/>
              <a:gdLst/>
              <a:ahLst/>
              <a:cxnLst/>
              <a:rect l="l" t="t" r="r" b="b"/>
              <a:pathLst>
                <a:path w="724" h="227" extrusionOk="0">
                  <a:moveTo>
                    <a:pt x="0" y="112"/>
                  </a:moveTo>
                  <a:cubicBezTo>
                    <a:pt x="0" y="149"/>
                    <a:pt x="5" y="185"/>
                    <a:pt x="16" y="219"/>
                  </a:cubicBezTo>
                  <a:cubicBezTo>
                    <a:pt x="17" y="224"/>
                    <a:pt x="22" y="227"/>
                    <a:pt x="27" y="227"/>
                  </a:cubicBezTo>
                  <a:cubicBezTo>
                    <a:pt x="697" y="227"/>
                    <a:pt x="697" y="227"/>
                    <a:pt x="697" y="227"/>
                  </a:cubicBezTo>
                  <a:cubicBezTo>
                    <a:pt x="702" y="227"/>
                    <a:pt x="707" y="224"/>
                    <a:pt x="708" y="219"/>
                  </a:cubicBezTo>
                  <a:cubicBezTo>
                    <a:pt x="719" y="185"/>
                    <a:pt x="724" y="149"/>
                    <a:pt x="724" y="112"/>
                  </a:cubicBezTo>
                  <a:cubicBezTo>
                    <a:pt x="724" y="76"/>
                    <a:pt x="719" y="41"/>
                    <a:pt x="709" y="8"/>
                  </a:cubicBezTo>
                  <a:cubicBezTo>
                    <a:pt x="708" y="3"/>
                    <a:pt x="703" y="0"/>
                    <a:pt x="698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1" y="0"/>
                    <a:pt x="16" y="3"/>
                    <a:pt x="15" y="8"/>
                  </a:cubicBezTo>
                  <a:cubicBezTo>
                    <a:pt x="5" y="41"/>
                    <a:pt x="0" y="76"/>
                    <a:pt x="0" y="11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094;p48">
              <a:extLst>
                <a:ext uri="{FF2B5EF4-FFF2-40B4-BE49-F238E27FC236}">
                  <a16:creationId xmlns:a16="http://schemas.microsoft.com/office/drawing/2014/main" xmlns="" id="{044CC891-99EE-5F59-8221-6C4988566584}"/>
                </a:ext>
              </a:extLst>
            </p:cNvPr>
            <p:cNvSpPr/>
            <p:nvPr/>
          </p:nvSpPr>
          <p:spPr>
            <a:xfrm>
              <a:off x="11142821" y="1011159"/>
              <a:ext cx="263627" cy="229006"/>
            </a:xfrm>
            <a:custGeom>
              <a:avLst/>
              <a:gdLst/>
              <a:ahLst/>
              <a:cxnLst/>
              <a:rect l="l" t="t" r="r" b="b"/>
              <a:pathLst>
                <a:path w="396" h="343" extrusionOk="0">
                  <a:moveTo>
                    <a:pt x="357" y="266"/>
                  </a:moveTo>
                  <a:cubicBezTo>
                    <a:pt x="208" y="7"/>
                    <a:pt x="208" y="7"/>
                    <a:pt x="208" y="7"/>
                  </a:cubicBezTo>
                  <a:cubicBezTo>
                    <a:pt x="203" y="0"/>
                    <a:pt x="193" y="0"/>
                    <a:pt x="188" y="7"/>
                  </a:cubicBezTo>
                  <a:cubicBezTo>
                    <a:pt x="39" y="266"/>
                    <a:pt x="39" y="266"/>
                    <a:pt x="39" y="266"/>
                  </a:cubicBezTo>
                  <a:cubicBezTo>
                    <a:pt x="4" y="326"/>
                    <a:pt x="4" y="326"/>
                    <a:pt x="4" y="326"/>
                  </a:cubicBezTo>
                  <a:cubicBezTo>
                    <a:pt x="0" y="334"/>
                    <a:pt x="5" y="343"/>
                    <a:pt x="14" y="343"/>
                  </a:cubicBezTo>
                  <a:cubicBezTo>
                    <a:pt x="382" y="343"/>
                    <a:pt x="382" y="343"/>
                    <a:pt x="382" y="343"/>
                  </a:cubicBezTo>
                  <a:cubicBezTo>
                    <a:pt x="391" y="343"/>
                    <a:pt x="396" y="334"/>
                    <a:pt x="392" y="326"/>
                  </a:cubicBezTo>
                  <a:lnTo>
                    <a:pt x="357" y="2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095;p48">
              <a:extLst>
                <a:ext uri="{FF2B5EF4-FFF2-40B4-BE49-F238E27FC236}">
                  <a16:creationId xmlns:a16="http://schemas.microsoft.com/office/drawing/2014/main" xmlns="" id="{700FF018-6895-636B-3FA4-DE6D2F3E57C9}"/>
                </a:ext>
              </a:extLst>
            </p:cNvPr>
            <p:cNvSpPr/>
            <p:nvPr/>
          </p:nvSpPr>
          <p:spPr>
            <a:xfrm>
              <a:off x="11052228" y="1576445"/>
              <a:ext cx="444813" cy="154847"/>
            </a:xfrm>
            <a:custGeom>
              <a:avLst/>
              <a:gdLst/>
              <a:ahLst/>
              <a:cxnLst/>
              <a:rect l="l" t="t" r="r" b="b"/>
              <a:pathLst>
                <a:path w="668" h="232" extrusionOk="0">
                  <a:moveTo>
                    <a:pt x="334" y="232"/>
                  </a:moveTo>
                  <a:cubicBezTo>
                    <a:pt x="482" y="232"/>
                    <a:pt x="609" y="143"/>
                    <a:pt x="665" y="17"/>
                  </a:cubicBezTo>
                  <a:cubicBezTo>
                    <a:pt x="668" y="9"/>
                    <a:pt x="663" y="0"/>
                    <a:pt x="655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5" y="0"/>
                    <a:pt x="0" y="9"/>
                    <a:pt x="3" y="17"/>
                  </a:cubicBezTo>
                  <a:cubicBezTo>
                    <a:pt x="59" y="143"/>
                    <a:pt x="186" y="232"/>
                    <a:pt x="334" y="23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096;p48">
              <a:extLst>
                <a:ext uri="{FF2B5EF4-FFF2-40B4-BE49-F238E27FC236}">
                  <a16:creationId xmlns:a16="http://schemas.microsoft.com/office/drawing/2014/main" xmlns="" id="{AD8DE58D-B5FB-20C6-9EA2-2FAB20FA2FED}"/>
                </a:ext>
              </a:extLst>
            </p:cNvPr>
            <p:cNvSpPr/>
            <p:nvPr/>
          </p:nvSpPr>
          <p:spPr>
            <a:xfrm>
              <a:off x="11051762" y="1251592"/>
              <a:ext cx="446676" cy="151349"/>
            </a:xfrm>
            <a:custGeom>
              <a:avLst/>
              <a:gdLst/>
              <a:ahLst/>
              <a:cxnLst/>
              <a:rect l="l" t="t" r="r" b="b"/>
              <a:pathLst>
                <a:path w="671" h="227" extrusionOk="0">
                  <a:moveTo>
                    <a:pt x="654" y="183"/>
                  </a:moveTo>
                  <a:cubicBezTo>
                    <a:pt x="653" y="182"/>
                    <a:pt x="653" y="182"/>
                    <a:pt x="653" y="182"/>
                  </a:cubicBezTo>
                  <a:cubicBezTo>
                    <a:pt x="552" y="5"/>
                    <a:pt x="552" y="5"/>
                    <a:pt x="552" y="5"/>
                  </a:cubicBezTo>
                  <a:cubicBezTo>
                    <a:pt x="550" y="2"/>
                    <a:pt x="546" y="0"/>
                    <a:pt x="542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24" y="0"/>
                    <a:pt x="120" y="2"/>
                    <a:pt x="118" y="5"/>
                  </a:cubicBezTo>
                  <a:cubicBezTo>
                    <a:pt x="17" y="182"/>
                    <a:pt x="17" y="182"/>
                    <a:pt x="17" y="182"/>
                  </a:cubicBezTo>
                  <a:cubicBezTo>
                    <a:pt x="16" y="185"/>
                    <a:pt x="16" y="185"/>
                    <a:pt x="16" y="185"/>
                  </a:cubicBezTo>
                  <a:cubicBezTo>
                    <a:pt x="11" y="194"/>
                    <a:pt x="7" y="202"/>
                    <a:pt x="3" y="211"/>
                  </a:cubicBezTo>
                  <a:cubicBezTo>
                    <a:pt x="0" y="219"/>
                    <a:pt x="5" y="227"/>
                    <a:pt x="13" y="227"/>
                  </a:cubicBezTo>
                  <a:cubicBezTo>
                    <a:pt x="657" y="227"/>
                    <a:pt x="657" y="227"/>
                    <a:pt x="657" y="227"/>
                  </a:cubicBezTo>
                  <a:cubicBezTo>
                    <a:pt x="665" y="227"/>
                    <a:pt x="671" y="219"/>
                    <a:pt x="667" y="211"/>
                  </a:cubicBezTo>
                  <a:cubicBezTo>
                    <a:pt x="663" y="202"/>
                    <a:pt x="659" y="193"/>
                    <a:pt x="654" y="1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" name="Google Shape;1097;p48">
            <a:extLst>
              <a:ext uri="{FF2B5EF4-FFF2-40B4-BE49-F238E27FC236}">
                <a16:creationId xmlns:a16="http://schemas.microsoft.com/office/drawing/2014/main" xmlns="" id="{DEDE3CE1-5E60-45A4-D287-365DA198F795}"/>
              </a:ext>
            </a:extLst>
          </p:cNvPr>
          <p:cNvGrpSpPr/>
          <p:nvPr/>
        </p:nvGrpSpPr>
        <p:grpSpPr>
          <a:xfrm>
            <a:off x="7274767" y="1985285"/>
            <a:ext cx="345529" cy="368591"/>
            <a:chOff x="8770051" y="937343"/>
            <a:chExt cx="744273" cy="793950"/>
          </a:xfrm>
        </p:grpSpPr>
        <p:sp>
          <p:nvSpPr>
            <p:cNvPr id="119" name="Google Shape;1098;p48">
              <a:extLst>
                <a:ext uri="{FF2B5EF4-FFF2-40B4-BE49-F238E27FC236}">
                  <a16:creationId xmlns:a16="http://schemas.microsoft.com/office/drawing/2014/main" xmlns="" id="{1C732283-B766-D502-DC88-EA55134C2851}"/>
                </a:ext>
              </a:extLst>
            </p:cNvPr>
            <p:cNvSpPr/>
            <p:nvPr/>
          </p:nvSpPr>
          <p:spPr>
            <a:xfrm>
              <a:off x="8968558" y="1402926"/>
              <a:ext cx="348361" cy="98539"/>
            </a:xfrm>
            <a:custGeom>
              <a:avLst/>
              <a:gdLst/>
              <a:ahLst/>
              <a:cxnLst/>
              <a:rect l="l" t="t" r="r" b="b"/>
              <a:pathLst>
                <a:path w="1741804" h="492696" extrusionOk="0">
                  <a:moveTo>
                    <a:pt x="1741805" y="0"/>
                  </a:moveTo>
                  <a:lnTo>
                    <a:pt x="0" y="0"/>
                  </a:lnTo>
                  <a:cubicBezTo>
                    <a:pt x="100902" y="166370"/>
                    <a:pt x="219266" y="316611"/>
                    <a:pt x="295529" y="492696"/>
                  </a:cubicBezTo>
                  <a:lnTo>
                    <a:pt x="1444625" y="492696"/>
                  </a:lnTo>
                  <a:cubicBezTo>
                    <a:pt x="1518222" y="307785"/>
                    <a:pt x="1639761" y="160655"/>
                    <a:pt x="17418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099;p48">
              <a:extLst>
                <a:ext uri="{FF2B5EF4-FFF2-40B4-BE49-F238E27FC236}">
                  <a16:creationId xmlns:a16="http://schemas.microsoft.com/office/drawing/2014/main" xmlns="" id="{BCB3E114-2045-E160-775A-A9B130BFED78}"/>
                </a:ext>
              </a:extLst>
            </p:cNvPr>
            <p:cNvSpPr/>
            <p:nvPr/>
          </p:nvSpPr>
          <p:spPr>
            <a:xfrm>
              <a:off x="8960465" y="1079360"/>
              <a:ext cx="362496" cy="102351"/>
            </a:xfrm>
            <a:custGeom>
              <a:avLst/>
              <a:gdLst/>
              <a:ahLst/>
              <a:cxnLst/>
              <a:rect l="l" t="t" r="r" b="b"/>
              <a:pathLst>
                <a:path w="1812480" h="511754" extrusionOk="0">
                  <a:moveTo>
                    <a:pt x="1812481" y="511755"/>
                  </a:moveTo>
                  <a:cubicBezTo>
                    <a:pt x="1623568" y="198445"/>
                    <a:pt x="1277493" y="-1453"/>
                    <a:pt x="899922" y="8"/>
                  </a:cubicBezTo>
                  <a:cubicBezTo>
                    <a:pt x="549593" y="1341"/>
                    <a:pt x="194628" y="214066"/>
                    <a:pt x="0" y="511755"/>
                  </a:cubicBezTo>
                  <a:lnTo>
                    <a:pt x="1812481" y="5117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100;p48">
              <a:extLst>
                <a:ext uri="{FF2B5EF4-FFF2-40B4-BE49-F238E27FC236}">
                  <a16:creationId xmlns:a16="http://schemas.microsoft.com/office/drawing/2014/main" xmlns="" id="{549B6D35-EC6A-9F03-560C-E8EC55C1E3BB}"/>
                </a:ext>
              </a:extLst>
            </p:cNvPr>
            <p:cNvSpPr/>
            <p:nvPr/>
          </p:nvSpPr>
          <p:spPr>
            <a:xfrm>
              <a:off x="8930121" y="1189758"/>
              <a:ext cx="422643" cy="98539"/>
            </a:xfrm>
            <a:custGeom>
              <a:avLst/>
              <a:gdLst/>
              <a:ahLst/>
              <a:cxnLst/>
              <a:rect l="l" t="t" r="r" b="b"/>
              <a:pathLst>
                <a:path w="2113216" h="492696" extrusionOk="0">
                  <a:moveTo>
                    <a:pt x="2113217" y="492696"/>
                  </a:moveTo>
                  <a:cubicBezTo>
                    <a:pt x="2110994" y="311595"/>
                    <a:pt x="2064639" y="144717"/>
                    <a:pt x="1985582" y="0"/>
                  </a:cubicBezTo>
                  <a:lnTo>
                    <a:pt x="127445" y="0"/>
                  </a:lnTo>
                  <a:cubicBezTo>
                    <a:pt x="47307" y="135065"/>
                    <a:pt x="0" y="285687"/>
                    <a:pt x="0" y="440944"/>
                  </a:cubicBezTo>
                  <a:cubicBezTo>
                    <a:pt x="0" y="458534"/>
                    <a:pt x="508" y="475742"/>
                    <a:pt x="1270" y="492696"/>
                  </a:cubicBezTo>
                  <a:lnTo>
                    <a:pt x="2113217" y="49269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101;p48">
              <a:extLst>
                <a:ext uri="{FF2B5EF4-FFF2-40B4-BE49-F238E27FC236}">
                  <a16:creationId xmlns:a16="http://schemas.microsoft.com/office/drawing/2014/main" xmlns="" id="{3D6CF09C-3045-0E62-BFB9-C215671BAF79}"/>
                </a:ext>
              </a:extLst>
            </p:cNvPr>
            <p:cNvSpPr/>
            <p:nvPr/>
          </p:nvSpPr>
          <p:spPr>
            <a:xfrm>
              <a:off x="8930847" y="1296342"/>
              <a:ext cx="421894" cy="98539"/>
            </a:xfrm>
            <a:custGeom>
              <a:avLst/>
              <a:gdLst/>
              <a:ahLst/>
              <a:cxnLst/>
              <a:rect l="l" t="t" r="r" b="b"/>
              <a:pathLst>
                <a:path w="2109469" h="492696" extrusionOk="0">
                  <a:moveTo>
                    <a:pt x="0" y="0"/>
                  </a:moveTo>
                  <a:cubicBezTo>
                    <a:pt x="16002" y="194564"/>
                    <a:pt x="82868" y="350457"/>
                    <a:pt x="165291" y="492696"/>
                  </a:cubicBezTo>
                  <a:lnTo>
                    <a:pt x="1953324" y="492696"/>
                  </a:lnTo>
                  <a:cubicBezTo>
                    <a:pt x="2038096" y="352425"/>
                    <a:pt x="2104454" y="199073"/>
                    <a:pt x="210947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102;p48">
              <a:extLst>
                <a:ext uri="{FF2B5EF4-FFF2-40B4-BE49-F238E27FC236}">
                  <a16:creationId xmlns:a16="http://schemas.microsoft.com/office/drawing/2014/main" xmlns="" id="{10309F9F-79D5-2D96-3FC6-EC49D9A8F3CC}"/>
                </a:ext>
              </a:extLst>
            </p:cNvPr>
            <p:cNvSpPr/>
            <p:nvPr/>
          </p:nvSpPr>
          <p:spPr>
            <a:xfrm>
              <a:off x="9031006" y="1509510"/>
              <a:ext cx="223837" cy="102349"/>
            </a:xfrm>
            <a:custGeom>
              <a:avLst/>
              <a:gdLst/>
              <a:ahLst/>
              <a:cxnLst/>
              <a:rect l="l" t="t" r="r" b="b"/>
              <a:pathLst>
                <a:path w="1119187" h="511746" extrusionOk="0">
                  <a:moveTo>
                    <a:pt x="0" y="0"/>
                  </a:moveTo>
                  <a:cubicBezTo>
                    <a:pt x="38989" y="100267"/>
                    <a:pt x="63690" y="209423"/>
                    <a:pt x="63690" y="334899"/>
                  </a:cubicBezTo>
                  <a:cubicBezTo>
                    <a:pt x="63690" y="432562"/>
                    <a:pt x="142875" y="511747"/>
                    <a:pt x="240538" y="511747"/>
                  </a:cubicBezTo>
                  <a:lnTo>
                    <a:pt x="889889" y="511747"/>
                  </a:lnTo>
                  <a:cubicBezTo>
                    <a:pt x="987552" y="511747"/>
                    <a:pt x="1066737" y="432562"/>
                    <a:pt x="1066737" y="334899"/>
                  </a:cubicBezTo>
                  <a:lnTo>
                    <a:pt x="1066737" y="311658"/>
                  </a:lnTo>
                  <a:cubicBezTo>
                    <a:pt x="1066737" y="194183"/>
                    <a:pt x="1086803" y="92265"/>
                    <a:pt x="111918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4" name="Google Shape;1103;p48">
              <a:extLst>
                <a:ext uri="{FF2B5EF4-FFF2-40B4-BE49-F238E27FC236}">
                  <a16:creationId xmlns:a16="http://schemas.microsoft.com/office/drawing/2014/main" xmlns="" id="{939F309C-1583-0A87-0366-257875EB705F}"/>
                </a:ext>
              </a:extLst>
            </p:cNvPr>
            <p:cNvGrpSpPr/>
            <p:nvPr/>
          </p:nvGrpSpPr>
          <p:grpSpPr>
            <a:xfrm>
              <a:off x="8770051" y="937343"/>
              <a:ext cx="744273" cy="793950"/>
              <a:chOff x="6565437" y="1588001"/>
              <a:chExt cx="744273" cy="793950"/>
            </a:xfrm>
          </p:grpSpPr>
          <p:sp>
            <p:nvSpPr>
              <p:cNvPr id="125" name="Google Shape;1104;p48">
                <a:extLst>
                  <a:ext uri="{FF2B5EF4-FFF2-40B4-BE49-F238E27FC236}">
                    <a16:creationId xmlns:a16="http://schemas.microsoft.com/office/drawing/2014/main" xmlns="" id="{BBF52047-DBAB-07DF-BE2F-43D8AF3D2BC6}"/>
                  </a:ext>
                </a:extLst>
              </p:cNvPr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105;p48">
                <a:extLst>
                  <a:ext uri="{FF2B5EF4-FFF2-40B4-BE49-F238E27FC236}">
                    <a16:creationId xmlns:a16="http://schemas.microsoft.com/office/drawing/2014/main" xmlns="" id="{B773AB4E-210D-7FFE-0E7A-6481A89F0646}"/>
                  </a:ext>
                </a:extLst>
              </p:cNvPr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106;p48">
                <a:extLst>
                  <a:ext uri="{FF2B5EF4-FFF2-40B4-BE49-F238E27FC236}">
                    <a16:creationId xmlns:a16="http://schemas.microsoft.com/office/drawing/2014/main" xmlns="" id="{CEC825DC-04D8-417E-CD82-526A4138E386}"/>
                  </a:ext>
                </a:extLst>
              </p:cNvPr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107;p48">
                <a:extLst>
                  <a:ext uri="{FF2B5EF4-FFF2-40B4-BE49-F238E27FC236}">
                    <a16:creationId xmlns:a16="http://schemas.microsoft.com/office/drawing/2014/main" xmlns="" id="{53204BB2-008C-3C47-AB79-DFE6EAC30B4A}"/>
                  </a:ext>
                </a:extLst>
              </p:cNvPr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108;p48">
                <a:extLst>
                  <a:ext uri="{FF2B5EF4-FFF2-40B4-BE49-F238E27FC236}">
                    <a16:creationId xmlns:a16="http://schemas.microsoft.com/office/drawing/2014/main" xmlns="" id="{1E7408FA-AC1E-94AF-9E86-63B16CF746F1}"/>
                  </a:ext>
                </a:extLst>
              </p:cNvPr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109;p48">
                <a:extLst>
                  <a:ext uri="{FF2B5EF4-FFF2-40B4-BE49-F238E27FC236}">
                    <a16:creationId xmlns:a16="http://schemas.microsoft.com/office/drawing/2014/main" xmlns="" id="{062015F3-D1B3-FFDA-768B-2AF8E2952E91}"/>
                  </a:ext>
                </a:extLst>
              </p:cNvPr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1" extrusionOk="0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110;p48">
                <a:extLst>
                  <a:ext uri="{FF2B5EF4-FFF2-40B4-BE49-F238E27FC236}">
                    <a16:creationId xmlns:a16="http://schemas.microsoft.com/office/drawing/2014/main" xmlns="" id="{F585A9AA-A173-B0EE-52AD-38DA7D0601A7}"/>
                  </a:ext>
                </a:extLst>
              </p:cNvPr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75" extrusionOk="0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111;p48">
                <a:extLst>
                  <a:ext uri="{FF2B5EF4-FFF2-40B4-BE49-F238E27FC236}">
                    <a16:creationId xmlns:a16="http://schemas.microsoft.com/office/drawing/2014/main" xmlns="" id="{14EA576D-ADF8-575A-C135-10DF3AAD7C41}"/>
                  </a:ext>
                </a:extLst>
              </p:cNvPr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112;p48">
                <a:extLst>
                  <a:ext uri="{FF2B5EF4-FFF2-40B4-BE49-F238E27FC236}">
                    <a16:creationId xmlns:a16="http://schemas.microsoft.com/office/drawing/2014/main" xmlns="" id="{690A2625-63C3-B6B1-1EC9-2097293D4E88}"/>
                  </a:ext>
                </a:extLst>
              </p:cNvPr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99" h="45" extrusionOk="0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113;p48">
                <a:extLst>
                  <a:ext uri="{FF2B5EF4-FFF2-40B4-BE49-F238E27FC236}">
                    <a16:creationId xmlns:a16="http://schemas.microsoft.com/office/drawing/2014/main" xmlns="" id="{639B36BF-8B68-8953-31C2-AB550F1CCE2C}"/>
                  </a:ext>
                </a:extLst>
              </p:cNvPr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5" name="Google Shape;1114;p48">
            <a:extLst>
              <a:ext uri="{FF2B5EF4-FFF2-40B4-BE49-F238E27FC236}">
                <a16:creationId xmlns:a16="http://schemas.microsoft.com/office/drawing/2014/main" xmlns="" id="{577B43A2-7BE6-5577-7B1F-C0FA4889DED7}"/>
              </a:ext>
            </a:extLst>
          </p:cNvPr>
          <p:cNvGrpSpPr/>
          <p:nvPr/>
        </p:nvGrpSpPr>
        <p:grpSpPr>
          <a:xfrm>
            <a:off x="6223915" y="1985285"/>
            <a:ext cx="345529" cy="368591"/>
            <a:chOff x="6506504" y="937343"/>
            <a:chExt cx="744273" cy="793950"/>
          </a:xfrm>
        </p:grpSpPr>
        <p:sp>
          <p:nvSpPr>
            <p:cNvPr id="136" name="Google Shape;1115;p48">
              <a:extLst>
                <a:ext uri="{FF2B5EF4-FFF2-40B4-BE49-F238E27FC236}">
                  <a16:creationId xmlns:a16="http://schemas.microsoft.com/office/drawing/2014/main" xmlns="" id="{76C99E3C-BAD4-EF60-968E-B3182B96E350}"/>
                </a:ext>
              </a:extLst>
            </p:cNvPr>
            <p:cNvSpPr/>
            <p:nvPr/>
          </p:nvSpPr>
          <p:spPr>
            <a:xfrm>
              <a:off x="6666683" y="1079385"/>
              <a:ext cx="422268" cy="171940"/>
            </a:xfrm>
            <a:custGeom>
              <a:avLst/>
              <a:gdLst/>
              <a:ahLst/>
              <a:cxnLst/>
              <a:rect l="l" t="t" r="r" b="b"/>
              <a:pathLst>
                <a:path w="2085276" h="859701" extrusionOk="0">
                  <a:moveTo>
                    <a:pt x="2085276" y="859701"/>
                  </a:moveTo>
                  <a:cubicBezTo>
                    <a:pt x="2064893" y="746925"/>
                    <a:pt x="2027047" y="641516"/>
                    <a:pt x="1974723" y="545821"/>
                  </a:cubicBezTo>
                  <a:lnTo>
                    <a:pt x="1952816" y="507721"/>
                  </a:lnTo>
                  <a:cubicBezTo>
                    <a:pt x="1535303" y="-176492"/>
                    <a:pt x="577914" y="-161950"/>
                    <a:pt x="140271" y="507721"/>
                  </a:cubicBezTo>
                  <a:lnTo>
                    <a:pt x="116523" y="545821"/>
                  </a:lnTo>
                  <a:cubicBezTo>
                    <a:pt x="57721" y="643421"/>
                    <a:pt x="18098" y="749783"/>
                    <a:pt x="0" y="859701"/>
                  </a:cubicBezTo>
                  <a:lnTo>
                    <a:pt x="2085276" y="8597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116;p48">
              <a:extLst>
                <a:ext uri="{FF2B5EF4-FFF2-40B4-BE49-F238E27FC236}">
                  <a16:creationId xmlns:a16="http://schemas.microsoft.com/office/drawing/2014/main" xmlns="" id="{816915C2-9C9C-C3A7-116F-AF1E4E5133D9}"/>
                </a:ext>
              </a:extLst>
            </p:cNvPr>
            <p:cNvSpPr/>
            <p:nvPr/>
          </p:nvSpPr>
          <p:spPr>
            <a:xfrm>
              <a:off x="6664423" y="1259933"/>
              <a:ext cx="427985" cy="171450"/>
            </a:xfrm>
            <a:custGeom>
              <a:avLst/>
              <a:gdLst/>
              <a:ahLst/>
              <a:cxnLst/>
              <a:rect l="l" t="t" r="r" b="b"/>
              <a:pathLst>
                <a:path w="2113506" h="857250" extrusionOk="0">
                  <a:moveTo>
                    <a:pt x="3910" y="178753"/>
                  </a:moveTo>
                  <a:cubicBezTo>
                    <a:pt x="22706" y="451485"/>
                    <a:pt x="153833" y="652844"/>
                    <a:pt x="287056" y="857250"/>
                  </a:cubicBezTo>
                  <a:lnTo>
                    <a:pt x="1834170" y="857250"/>
                  </a:lnTo>
                  <a:cubicBezTo>
                    <a:pt x="1971457" y="654495"/>
                    <a:pt x="2109316" y="461137"/>
                    <a:pt x="2113316" y="178753"/>
                  </a:cubicBezTo>
                  <a:lnTo>
                    <a:pt x="2113507" y="140653"/>
                  </a:lnTo>
                  <a:cubicBezTo>
                    <a:pt x="2112935" y="92710"/>
                    <a:pt x="2109125" y="45784"/>
                    <a:pt x="2102585" y="0"/>
                  </a:cubicBezTo>
                  <a:lnTo>
                    <a:pt x="5815" y="0"/>
                  </a:lnTo>
                  <a:cubicBezTo>
                    <a:pt x="-1170" y="58991"/>
                    <a:pt x="-1932" y="118872"/>
                    <a:pt x="3910" y="1787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117;p48">
              <a:extLst>
                <a:ext uri="{FF2B5EF4-FFF2-40B4-BE49-F238E27FC236}">
                  <a16:creationId xmlns:a16="http://schemas.microsoft.com/office/drawing/2014/main" xmlns="" id="{0981BE8E-C011-1F94-ACD1-4EB2CB9E27CC}"/>
                </a:ext>
              </a:extLst>
            </p:cNvPr>
            <p:cNvSpPr/>
            <p:nvPr/>
          </p:nvSpPr>
          <p:spPr>
            <a:xfrm>
              <a:off x="6727642" y="1439988"/>
              <a:ext cx="303068" cy="171348"/>
            </a:xfrm>
            <a:custGeom>
              <a:avLst/>
              <a:gdLst/>
              <a:ahLst/>
              <a:cxnLst/>
              <a:rect l="l" t="t" r="r" b="b"/>
              <a:pathLst>
                <a:path w="1496631" h="856741" extrusionOk="0">
                  <a:moveTo>
                    <a:pt x="0" y="0"/>
                  </a:moveTo>
                  <a:cubicBezTo>
                    <a:pt x="63500" y="97853"/>
                    <a:pt x="125984" y="197485"/>
                    <a:pt x="175451" y="306896"/>
                  </a:cubicBezTo>
                  <a:lnTo>
                    <a:pt x="191071" y="344996"/>
                  </a:lnTo>
                  <a:cubicBezTo>
                    <a:pt x="230060" y="445262"/>
                    <a:pt x="254762" y="554419"/>
                    <a:pt x="254762" y="679895"/>
                  </a:cubicBezTo>
                  <a:cubicBezTo>
                    <a:pt x="254762" y="777558"/>
                    <a:pt x="333946" y="856742"/>
                    <a:pt x="431610" y="856742"/>
                  </a:cubicBezTo>
                  <a:lnTo>
                    <a:pt x="1080960" y="856742"/>
                  </a:lnTo>
                  <a:cubicBezTo>
                    <a:pt x="1189609" y="856488"/>
                    <a:pt x="1267206" y="763143"/>
                    <a:pt x="1257808" y="656653"/>
                  </a:cubicBezTo>
                  <a:cubicBezTo>
                    <a:pt x="1257808" y="539178"/>
                    <a:pt x="1277874" y="437261"/>
                    <a:pt x="1310259" y="344996"/>
                  </a:cubicBezTo>
                  <a:lnTo>
                    <a:pt x="1324483" y="306896"/>
                  </a:lnTo>
                  <a:cubicBezTo>
                    <a:pt x="1370775" y="194501"/>
                    <a:pt x="1432687" y="95567"/>
                    <a:pt x="149663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9" name="Google Shape;1118;p48">
              <a:extLst>
                <a:ext uri="{FF2B5EF4-FFF2-40B4-BE49-F238E27FC236}">
                  <a16:creationId xmlns:a16="http://schemas.microsoft.com/office/drawing/2014/main" xmlns="" id="{65030A01-CC01-A89B-36C6-110E4314075D}"/>
                </a:ext>
              </a:extLst>
            </p:cNvPr>
            <p:cNvGrpSpPr/>
            <p:nvPr/>
          </p:nvGrpSpPr>
          <p:grpSpPr>
            <a:xfrm>
              <a:off x="6506504" y="937343"/>
              <a:ext cx="744273" cy="793950"/>
              <a:chOff x="6565437" y="1588001"/>
              <a:chExt cx="744273" cy="793950"/>
            </a:xfrm>
          </p:grpSpPr>
          <p:sp>
            <p:nvSpPr>
              <p:cNvPr id="140" name="Google Shape;1119;p48">
                <a:extLst>
                  <a:ext uri="{FF2B5EF4-FFF2-40B4-BE49-F238E27FC236}">
                    <a16:creationId xmlns:a16="http://schemas.microsoft.com/office/drawing/2014/main" xmlns="" id="{9E8203EC-E241-FAA9-1DEC-19DA74CF27CB}"/>
                  </a:ext>
                </a:extLst>
              </p:cNvPr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120;p48">
                <a:extLst>
                  <a:ext uri="{FF2B5EF4-FFF2-40B4-BE49-F238E27FC236}">
                    <a16:creationId xmlns:a16="http://schemas.microsoft.com/office/drawing/2014/main" xmlns="" id="{BDC89CDC-A6F1-CC2B-2C7A-5A9E5E9E3AB2}"/>
                  </a:ext>
                </a:extLst>
              </p:cNvPr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121;p48">
                <a:extLst>
                  <a:ext uri="{FF2B5EF4-FFF2-40B4-BE49-F238E27FC236}">
                    <a16:creationId xmlns:a16="http://schemas.microsoft.com/office/drawing/2014/main" xmlns="" id="{B9D01AAF-DFC5-DDEE-C396-B60A03C8BCBB}"/>
                  </a:ext>
                </a:extLst>
              </p:cNvPr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122;p48">
                <a:extLst>
                  <a:ext uri="{FF2B5EF4-FFF2-40B4-BE49-F238E27FC236}">
                    <a16:creationId xmlns:a16="http://schemas.microsoft.com/office/drawing/2014/main" xmlns="" id="{83B9D080-6A64-F649-51FB-AC8D413985C2}"/>
                  </a:ext>
                </a:extLst>
              </p:cNvPr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123;p48">
                <a:extLst>
                  <a:ext uri="{FF2B5EF4-FFF2-40B4-BE49-F238E27FC236}">
                    <a16:creationId xmlns:a16="http://schemas.microsoft.com/office/drawing/2014/main" xmlns="" id="{35C5E368-8CA8-E230-E849-833B43CC918E}"/>
                  </a:ext>
                </a:extLst>
              </p:cNvPr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124;p48">
                <a:extLst>
                  <a:ext uri="{FF2B5EF4-FFF2-40B4-BE49-F238E27FC236}">
                    <a16:creationId xmlns:a16="http://schemas.microsoft.com/office/drawing/2014/main" xmlns="" id="{149CA4EA-E566-DD17-E0CA-EB9D4E5CA135}"/>
                  </a:ext>
                </a:extLst>
              </p:cNvPr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1" extrusionOk="0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125;p48">
                <a:extLst>
                  <a:ext uri="{FF2B5EF4-FFF2-40B4-BE49-F238E27FC236}">
                    <a16:creationId xmlns:a16="http://schemas.microsoft.com/office/drawing/2014/main" xmlns="" id="{15C53363-DBD5-96B4-FB12-8599464AC467}"/>
                  </a:ext>
                </a:extLst>
              </p:cNvPr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75" extrusionOk="0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126;p48">
                <a:extLst>
                  <a:ext uri="{FF2B5EF4-FFF2-40B4-BE49-F238E27FC236}">
                    <a16:creationId xmlns:a16="http://schemas.microsoft.com/office/drawing/2014/main" xmlns="" id="{305605D6-4562-8270-64AF-1C075176306F}"/>
                  </a:ext>
                </a:extLst>
              </p:cNvPr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127;p48">
                <a:extLst>
                  <a:ext uri="{FF2B5EF4-FFF2-40B4-BE49-F238E27FC236}">
                    <a16:creationId xmlns:a16="http://schemas.microsoft.com/office/drawing/2014/main" xmlns="" id="{E4511C57-6F85-60F5-F4BD-9FDA126FD60D}"/>
                  </a:ext>
                </a:extLst>
              </p:cNvPr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99" h="45" extrusionOk="0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128;p48">
                <a:extLst>
                  <a:ext uri="{FF2B5EF4-FFF2-40B4-BE49-F238E27FC236}">
                    <a16:creationId xmlns:a16="http://schemas.microsoft.com/office/drawing/2014/main" xmlns="" id="{CF667D29-0A6A-3FC1-3E5E-77297737BE69}"/>
                  </a:ext>
                </a:extLst>
              </p:cNvPr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0" name="Google Shape;1129;p48">
            <a:extLst>
              <a:ext uri="{FF2B5EF4-FFF2-40B4-BE49-F238E27FC236}">
                <a16:creationId xmlns:a16="http://schemas.microsoft.com/office/drawing/2014/main" xmlns="" id="{B24B5B30-2564-7DBE-C38F-B4EA17E1B88F}"/>
              </a:ext>
            </a:extLst>
          </p:cNvPr>
          <p:cNvGrpSpPr/>
          <p:nvPr/>
        </p:nvGrpSpPr>
        <p:grpSpPr>
          <a:xfrm>
            <a:off x="6749341" y="1985285"/>
            <a:ext cx="345529" cy="368591"/>
            <a:chOff x="7638277" y="937343"/>
            <a:chExt cx="744273" cy="793950"/>
          </a:xfrm>
        </p:grpSpPr>
        <p:sp>
          <p:nvSpPr>
            <p:cNvPr id="151" name="Google Shape;1130;p48">
              <a:extLst>
                <a:ext uri="{FF2B5EF4-FFF2-40B4-BE49-F238E27FC236}">
                  <a16:creationId xmlns:a16="http://schemas.microsoft.com/office/drawing/2014/main" xmlns="" id="{EB8EA5E7-94CF-09EE-4345-1FAC56AB5186}"/>
                </a:ext>
              </a:extLst>
            </p:cNvPr>
            <p:cNvSpPr/>
            <p:nvPr/>
          </p:nvSpPr>
          <p:spPr>
            <a:xfrm>
              <a:off x="8012931" y="1079385"/>
              <a:ext cx="217151" cy="253479"/>
            </a:xfrm>
            <a:custGeom>
              <a:avLst/>
              <a:gdLst/>
              <a:ahLst/>
              <a:cxnLst/>
              <a:rect l="l" t="t" r="r" b="b"/>
              <a:pathLst>
                <a:path w="1085755" h="1267396" extrusionOk="0">
                  <a:moveTo>
                    <a:pt x="1058482" y="714947"/>
                  </a:moveTo>
                  <a:cubicBezTo>
                    <a:pt x="1013714" y="538416"/>
                    <a:pt x="885190" y="361632"/>
                    <a:pt x="705993" y="229870"/>
                  </a:cubicBezTo>
                  <a:cubicBezTo>
                    <a:pt x="565277" y="126492"/>
                    <a:pt x="329184" y="3365"/>
                    <a:pt x="0" y="0"/>
                  </a:cubicBezTo>
                  <a:lnTo>
                    <a:pt x="0" y="1267397"/>
                  </a:lnTo>
                  <a:lnTo>
                    <a:pt x="1025144" y="1267397"/>
                  </a:lnTo>
                  <a:cubicBezTo>
                    <a:pt x="1092772" y="1073722"/>
                    <a:pt x="1103694" y="892810"/>
                    <a:pt x="1058482" y="7149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131;p48">
              <a:extLst>
                <a:ext uri="{FF2B5EF4-FFF2-40B4-BE49-F238E27FC236}">
                  <a16:creationId xmlns:a16="http://schemas.microsoft.com/office/drawing/2014/main" xmlns="" id="{7846BC34-53BB-9439-2FC0-43A5B06DB04E}"/>
                </a:ext>
              </a:extLst>
            </p:cNvPr>
            <p:cNvSpPr/>
            <p:nvPr/>
          </p:nvSpPr>
          <p:spPr>
            <a:xfrm>
              <a:off x="7789628" y="1079436"/>
              <a:ext cx="214318" cy="253428"/>
            </a:xfrm>
            <a:custGeom>
              <a:avLst/>
              <a:gdLst/>
              <a:ahLst/>
              <a:cxnLst/>
              <a:rect l="l" t="t" r="r" b="b"/>
              <a:pathLst>
                <a:path w="1071591" h="1267142" extrusionOk="0">
                  <a:moveTo>
                    <a:pt x="377536" y="231331"/>
                  </a:moveTo>
                  <a:cubicBezTo>
                    <a:pt x="199609" y="362839"/>
                    <a:pt x="71910" y="538988"/>
                    <a:pt x="27270" y="714693"/>
                  </a:cubicBezTo>
                  <a:cubicBezTo>
                    <a:pt x="-17942" y="892556"/>
                    <a:pt x="-7020" y="1073404"/>
                    <a:pt x="60671" y="1267143"/>
                  </a:cubicBezTo>
                  <a:lnTo>
                    <a:pt x="1071591" y="1267143"/>
                  </a:lnTo>
                  <a:lnTo>
                    <a:pt x="1071591" y="0"/>
                  </a:lnTo>
                  <a:cubicBezTo>
                    <a:pt x="748249" y="6794"/>
                    <a:pt x="516220" y="128905"/>
                    <a:pt x="377536" y="2313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132;p48">
              <a:extLst>
                <a:ext uri="{FF2B5EF4-FFF2-40B4-BE49-F238E27FC236}">
                  <a16:creationId xmlns:a16="http://schemas.microsoft.com/office/drawing/2014/main" xmlns="" id="{614DCEFF-1C89-39A7-9ECF-FF477BBE8E4C}"/>
                </a:ext>
              </a:extLst>
            </p:cNvPr>
            <p:cNvSpPr/>
            <p:nvPr/>
          </p:nvSpPr>
          <p:spPr>
            <a:xfrm>
              <a:off x="8012931" y="1341261"/>
              <a:ext cx="202133" cy="270446"/>
            </a:xfrm>
            <a:custGeom>
              <a:avLst/>
              <a:gdLst/>
              <a:ahLst/>
              <a:cxnLst/>
              <a:rect l="l" t="t" r="r" b="b"/>
              <a:pathLst>
                <a:path w="1010666" h="1352232" extrusionOk="0">
                  <a:moveTo>
                    <a:pt x="326390" y="1351915"/>
                  </a:moveTo>
                  <a:cubicBezTo>
                    <a:pt x="447929" y="1351090"/>
                    <a:pt x="476758" y="1318387"/>
                    <a:pt x="497142" y="1226757"/>
                  </a:cubicBezTo>
                  <a:cubicBezTo>
                    <a:pt x="505079" y="1190943"/>
                    <a:pt x="512382" y="1152208"/>
                    <a:pt x="520129" y="1111187"/>
                  </a:cubicBezTo>
                  <a:cubicBezTo>
                    <a:pt x="540004" y="1005586"/>
                    <a:pt x="562610" y="885888"/>
                    <a:pt x="602869" y="793750"/>
                  </a:cubicBezTo>
                  <a:cubicBezTo>
                    <a:pt x="721932" y="514413"/>
                    <a:pt x="897255" y="279463"/>
                    <a:pt x="1010666" y="0"/>
                  </a:cubicBezTo>
                  <a:lnTo>
                    <a:pt x="0" y="0"/>
                  </a:lnTo>
                  <a:lnTo>
                    <a:pt x="0" y="1351725"/>
                  </a:lnTo>
                  <a:lnTo>
                    <a:pt x="12573" y="1351598"/>
                  </a:lnTo>
                  <a:lnTo>
                    <a:pt x="12573" y="1352169"/>
                  </a:lnTo>
                  <a:cubicBezTo>
                    <a:pt x="41974" y="1352169"/>
                    <a:pt x="71438" y="1352169"/>
                    <a:pt x="100838" y="1352233"/>
                  </a:cubicBezTo>
                  <a:lnTo>
                    <a:pt x="118364" y="1351915"/>
                  </a:lnTo>
                  <a:cubicBezTo>
                    <a:pt x="162116" y="1351979"/>
                    <a:pt x="284671" y="1352487"/>
                    <a:pt x="326390" y="13519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133;p48">
              <a:extLst>
                <a:ext uri="{FF2B5EF4-FFF2-40B4-BE49-F238E27FC236}">
                  <a16:creationId xmlns:a16="http://schemas.microsoft.com/office/drawing/2014/main" xmlns="" id="{C5CC7813-1F15-B367-A10A-66FB8C60C224}"/>
                </a:ext>
              </a:extLst>
            </p:cNvPr>
            <p:cNvSpPr/>
            <p:nvPr/>
          </p:nvSpPr>
          <p:spPr>
            <a:xfrm>
              <a:off x="7804733" y="1341261"/>
              <a:ext cx="199288" cy="270439"/>
            </a:xfrm>
            <a:custGeom>
              <a:avLst/>
              <a:gdLst/>
              <a:ahLst/>
              <a:cxnLst/>
              <a:rect l="l" t="t" r="r" b="b"/>
              <a:pathLst>
                <a:path w="996442" h="1352197" extrusionOk="0">
                  <a:moveTo>
                    <a:pt x="996442" y="1352169"/>
                  </a:moveTo>
                  <a:lnTo>
                    <a:pt x="996442" y="0"/>
                  </a:lnTo>
                  <a:lnTo>
                    <a:pt x="0" y="0"/>
                  </a:lnTo>
                  <a:cubicBezTo>
                    <a:pt x="113538" y="279591"/>
                    <a:pt x="288671" y="514287"/>
                    <a:pt x="407797" y="793750"/>
                  </a:cubicBezTo>
                  <a:cubicBezTo>
                    <a:pt x="448056" y="885888"/>
                    <a:pt x="470662" y="1005586"/>
                    <a:pt x="490601" y="1111250"/>
                  </a:cubicBezTo>
                  <a:cubicBezTo>
                    <a:pt x="498348" y="1152208"/>
                    <a:pt x="505651" y="1190943"/>
                    <a:pt x="513588" y="1226757"/>
                  </a:cubicBezTo>
                  <a:cubicBezTo>
                    <a:pt x="533908" y="1329246"/>
                    <a:pt x="580580" y="1351153"/>
                    <a:pt x="682561" y="1352169"/>
                  </a:cubicBezTo>
                  <a:cubicBezTo>
                    <a:pt x="774002" y="1352169"/>
                    <a:pt x="905256" y="1352233"/>
                    <a:pt x="996442" y="135216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5" name="Google Shape;1134;p48">
              <a:extLst>
                <a:ext uri="{FF2B5EF4-FFF2-40B4-BE49-F238E27FC236}">
                  <a16:creationId xmlns:a16="http://schemas.microsoft.com/office/drawing/2014/main" xmlns="" id="{C97DAB0B-40B8-DA6F-F4F8-B00E23C69134}"/>
                </a:ext>
              </a:extLst>
            </p:cNvPr>
            <p:cNvGrpSpPr/>
            <p:nvPr/>
          </p:nvGrpSpPr>
          <p:grpSpPr>
            <a:xfrm>
              <a:off x="7638277" y="937343"/>
              <a:ext cx="744273" cy="793950"/>
              <a:chOff x="6565437" y="1588001"/>
              <a:chExt cx="744273" cy="793950"/>
            </a:xfrm>
          </p:grpSpPr>
          <p:sp>
            <p:nvSpPr>
              <p:cNvPr id="156" name="Google Shape;1135;p48">
                <a:extLst>
                  <a:ext uri="{FF2B5EF4-FFF2-40B4-BE49-F238E27FC236}">
                    <a16:creationId xmlns:a16="http://schemas.microsoft.com/office/drawing/2014/main" xmlns="" id="{B8650EBB-7BFE-1924-603C-2250FBC1E51F}"/>
                  </a:ext>
                </a:extLst>
              </p:cNvPr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136;p48">
                <a:extLst>
                  <a:ext uri="{FF2B5EF4-FFF2-40B4-BE49-F238E27FC236}">
                    <a16:creationId xmlns:a16="http://schemas.microsoft.com/office/drawing/2014/main" xmlns="" id="{FA8C07D9-C1F5-CECA-5D1B-B0FF07A9B24A}"/>
                  </a:ext>
                </a:extLst>
              </p:cNvPr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137;p48">
                <a:extLst>
                  <a:ext uri="{FF2B5EF4-FFF2-40B4-BE49-F238E27FC236}">
                    <a16:creationId xmlns:a16="http://schemas.microsoft.com/office/drawing/2014/main" xmlns="" id="{1C9CE2FA-21E7-A7A9-2D86-96C07A9E3500}"/>
                  </a:ext>
                </a:extLst>
              </p:cNvPr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138;p48">
                <a:extLst>
                  <a:ext uri="{FF2B5EF4-FFF2-40B4-BE49-F238E27FC236}">
                    <a16:creationId xmlns:a16="http://schemas.microsoft.com/office/drawing/2014/main" xmlns="" id="{9EA1062A-4289-A8F0-2099-B0339067B10B}"/>
                  </a:ext>
                </a:extLst>
              </p:cNvPr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139;p48">
                <a:extLst>
                  <a:ext uri="{FF2B5EF4-FFF2-40B4-BE49-F238E27FC236}">
                    <a16:creationId xmlns:a16="http://schemas.microsoft.com/office/drawing/2014/main" xmlns="" id="{8AE26CCA-4206-EE23-3883-18B3C8EBF170}"/>
                  </a:ext>
                </a:extLst>
              </p:cNvPr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140;p48">
                <a:extLst>
                  <a:ext uri="{FF2B5EF4-FFF2-40B4-BE49-F238E27FC236}">
                    <a16:creationId xmlns:a16="http://schemas.microsoft.com/office/drawing/2014/main" xmlns="" id="{891FC27C-8550-F18D-D6F7-0224F6CA362A}"/>
                  </a:ext>
                </a:extLst>
              </p:cNvPr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1" extrusionOk="0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141;p48">
                <a:extLst>
                  <a:ext uri="{FF2B5EF4-FFF2-40B4-BE49-F238E27FC236}">
                    <a16:creationId xmlns:a16="http://schemas.microsoft.com/office/drawing/2014/main" xmlns="" id="{00F52A0D-F3E1-3BD7-5BE5-BD272B2B7292}"/>
                  </a:ext>
                </a:extLst>
              </p:cNvPr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75" extrusionOk="0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142;p48">
                <a:extLst>
                  <a:ext uri="{FF2B5EF4-FFF2-40B4-BE49-F238E27FC236}">
                    <a16:creationId xmlns:a16="http://schemas.microsoft.com/office/drawing/2014/main" xmlns="" id="{893DCF7D-8489-ACFF-AFE3-86576DDB9CD3}"/>
                  </a:ext>
                </a:extLst>
              </p:cNvPr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143;p48">
                <a:extLst>
                  <a:ext uri="{FF2B5EF4-FFF2-40B4-BE49-F238E27FC236}">
                    <a16:creationId xmlns:a16="http://schemas.microsoft.com/office/drawing/2014/main" xmlns="" id="{35920A54-D795-9DC4-72B6-43AD98D6A6B5}"/>
                  </a:ext>
                </a:extLst>
              </p:cNvPr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99" h="45" extrusionOk="0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144;p48">
                <a:extLst>
                  <a:ext uri="{FF2B5EF4-FFF2-40B4-BE49-F238E27FC236}">
                    <a16:creationId xmlns:a16="http://schemas.microsoft.com/office/drawing/2014/main" xmlns="" id="{2529881A-6A64-FCC8-D694-314168660C48}"/>
                  </a:ext>
                </a:extLst>
              </p:cNvPr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6" name="Google Shape;1145;p48">
            <a:extLst>
              <a:ext uri="{FF2B5EF4-FFF2-40B4-BE49-F238E27FC236}">
                <a16:creationId xmlns:a16="http://schemas.microsoft.com/office/drawing/2014/main" xmlns="" id="{041CDB0E-A466-E703-AF51-02B3E9D1A14C}"/>
              </a:ext>
            </a:extLst>
          </p:cNvPr>
          <p:cNvGrpSpPr/>
          <p:nvPr/>
        </p:nvGrpSpPr>
        <p:grpSpPr>
          <a:xfrm>
            <a:off x="4904421" y="3627449"/>
            <a:ext cx="334334" cy="300573"/>
            <a:chOff x="3778727" y="4460423"/>
            <a:chExt cx="720160" cy="647438"/>
          </a:xfrm>
        </p:grpSpPr>
        <p:sp>
          <p:nvSpPr>
            <p:cNvPr id="167" name="Google Shape;1146;p48">
              <a:extLst>
                <a:ext uri="{FF2B5EF4-FFF2-40B4-BE49-F238E27FC236}">
                  <a16:creationId xmlns:a16="http://schemas.microsoft.com/office/drawing/2014/main" xmlns="" id="{7AFAAE23-6909-0B58-440C-A4E5C88B57DE}"/>
                </a:ext>
              </a:extLst>
            </p:cNvPr>
            <p:cNvSpPr/>
            <p:nvPr/>
          </p:nvSpPr>
          <p:spPr>
            <a:xfrm>
              <a:off x="3957011" y="4902228"/>
              <a:ext cx="364723" cy="110621"/>
            </a:xfrm>
            <a:custGeom>
              <a:avLst/>
              <a:gdLst/>
              <a:ahLst/>
              <a:cxnLst/>
              <a:rect l="l" t="t" r="r" b="b"/>
              <a:pathLst>
                <a:path w="640" h="194" extrusionOk="0">
                  <a:moveTo>
                    <a:pt x="0" y="0"/>
                  </a:moveTo>
                  <a:cubicBezTo>
                    <a:pt x="63" y="130"/>
                    <a:pt x="63" y="130"/>
                    <a:pt x="63" y="130"/>
                  </a:cubicBezTo>
                  <a:cubicBezTo>
                    <a:pt x="64" y="130"/>
                    <a:pt x="64" y="130"/>
                    <a:pt x="64" y="130"/>
                  </a:cubicBezTo>
                  <a:cubicBezTo>
                    <a:pt x="64" y="130"/>
                    <a:pt x="64" y="130"/>
                    <a:pt x="64" y="131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93" y="170"/>
                    <a:pt x="188" y="194"/>
                    <a:pt x="320" y="194"/>
                  </a:cubicBezTo>
                  <a:cubicBezTo>
                    <a:pt x="452" y="194"/>
                    <a:pt x="547" y="170"/>
                    <a:pt x="571" y="143"/>
                  </a:cubicBezTo>
                  <a:cubicBezTo>
                    <a:pt x="577" y="131"/>
                    <a:pt x="577" y="131"/>
                    <a:pt x="577" y="131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587" y="29"/>
                    <a:pt x="452" y="46"/>
                    <a:pt x="320" y="46"/>
                  </a:cubicBezTo>
                  <a:cubicBezTo>
                    <a:pt x="189" y="46"/>
                    <a:pt x="53" y="29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147;p48">
              <a:extLst>
                <a:ext uri="{FF2B5EF4-FFF2-40B4-BE49-F238E27FC236}">
                  <a16:creationId xmlns:a16="http://schemas.microsoft.com/office/drawing/2014/main" xmlns="" id="{A7BF4628-6F9B-66CE-F2A9-625816C1104E}"/>
                </a:ext>
              </a:extLst>
            </p:cNvPr>
            <p:cNvSpPr/>
            <p:nvPr/>
          </p:nvSpPr>
          <p:spPr>
            <a:xfrm>
              <a:off x="4002092" y="4999728"/>
              <a:ext cx="275015" cy="108132"/>
            </a:xfrm>
            <a:custGeom>
              <a:avLst/>
              <a:gdLst/>
              <a:ahLst/>
              <a:cxnLst/>
              <a:rect l="l" t="t" r="r" b="b"/>
              <a:pathLst>
                <a:path w="483" h="190" extrusionOk="0">
                  <a:moveTo>
                    <a:pt x="0" y="0"/>
                  </a:moveTo>
                  <a:cubicBezTo>
                    <a:pt x="61" y="125"/>
                    <a:pt x="61" y="125"/>
                    <a:pt x="61" y="125"/>
                  </a:cubicBezTo>
                  <a:cubicBezTo>
                    <a:pt x="62" y="126"/>
                    <a:pt x="62" y="127"/>
                    <a:pt x="63" y="128"/>
                  </a:cubicBezTo>
                  <a:cubicBezTo>
                    <a:pt x="70" y="144"/>
                    <a:pt x="70" y="144"/>
                    <a:pt x="70" y="144"/>
                  </a:cubicBezTo>
                  <a:cubicBezTo>
                    <a:pt x="93" y="170"/>
                    <a:pt x="162" y="190"/>
                    <a:pt x="241" y="190"/>
                  </a:cubicBezTo>
                  <a:cubicBezTo>
                    <a:pt x="320" y="190"/>
                    <a:pt x="389" y="170"/>
                    <a:pt x="412" y="144"/>
                  </a:cubicBezTo>
                  <a:cubicBezTo>
                    <a:pt x="420" y="128"/>
                    <a:pt x="420" y="128"/>
                    <a:pt x="420" y="128"/>
                  </a:cubicBezTo>
                  <a:cubicBezTo>
                    <a:pt x="421" y="127"/>
                    <a:pt x="421" y="126"/>
                    <a:pt x="421" y="125"/>
                  </a:cubicBezTo>
                  <a:cubicBezTo>
                    <a:pt x="483" y="0"/>
                    <a:pt x="483" y="0"/>
                    <a:pt x="483" y="0"/>
                  </a:cubicBezTo>
                  <a:cubicBezTo>
                    <a:pt x="437" y="26"/>
                    <a:pt x="338" y="41"/>
                    <a:pt x="241" y="41"/>
                  </a:cubicBezTo>
                  <a:cubicBezTo>
                    <a:pt x="144" y="41"/>
                    <a:pt x="45" y="2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148;p48">
              <a:extLst>
                <a:ext uri="{FF2B5EF4-FFF2-40B4-BE49-F238E27FC236}">
                  <a16:creationId xmlns:a16="http://schemas.microsoft.com/office/drawing/2014/main" xmlns="" id="{B9E5D3A7-5C6D-D650-C55F-5040490E68AF}"/>
                </a:ext>
              </a:extLst>
            </p:cNvPr>
            <p:cNvSpPr/>
            <p:nvPr/>
          </p:nvSpPr>
          <p:spPr>
            <a:xfrm>
              <a:off x="3780312" y="4519014"/>
              <a:ext cx="718575" cy="115145"/>
            </a:xfrm>
            <a:custGeom>
              <a:avLst/>
              <a:gdLst/>
              <a:ahLst/>
              <a:cxnLst/>
              <a:rect l="l" t="t" r="r" b="b"/>
              <a:pathLst>
                <a:path w="1261" h="202" extrusionOk="0">
                  <a:moveTo>
                    <a:pt x="630" y="53"/>
                  </a:moveTo>
                  <a:cubicBezTo>
                    <a:pt x="363" y="53"/>
                    <a:pt x="82" y="34"/>
                    <a:pt x="0" y="0"/>
                  </a:cubicBezTo>
                  <a:cubicBezTo>
                    <a:pt x="71" y="146"/>
                    <a:pt x="71" y="146"/>
                    <a:pt x="71" y="146"/>
                  </a:cubicBezTo>
                  <a:cubicBezTo>
                    <a:pt x="88" y="157"/>
                    <a:pt x="134" y="170"/>
                    <a:pt x="227" y="181"/>
                  </a:cubicBezTo>
                  <a:cubicBezTo>
                    <a:pt x="334" y="194"/>
                    <a:pt x="478" y="202"/>
                    <a:pt x="630" y="202"/>
                  </a:cubicBezTo>
                  <a:cubicBezTo>
                    <a:pt x="630" y="202"/>
                    <a:pt x="630" y="202"/>
                    <a:pt x="630" y="202"/>
                  </a:cubicBezTo>
                  <a:cubicBezTo>
                    <a:pt x="929" y="202"/>
                    <a:pt x="1147" y="174"/>
                    <a:pt x="1189" y="146"/>
                  </a:cubicBezTo>
                  <a:cubicBezTo>
                    <a:pt x="1261" y="0"/>
                    <a:pt x="1261" y="0"/>
                    <a:pt x="1261" y="0"/>
                  </a:cubicBezTo>
                  <a:cubicBezTo>
                    <a:pt x="1179" y="34"/>
                    <a:pt x="897" y="53"/>
                    <a:pt x="630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149;p48">
              <a:extLst>
                <a:ext uri="{FF2B5EF4-FFF2-40B4-BE49-F238E27FC236}">
                  <a16:creationId xmlns:a16="http://schemas.microsoft.com/office/drawing/2014/main" xmlns="" id="{9B1A98FA-98A1-61D5-7321-92C13EEB9D0E}"/>
                </a:ext>
              </a:extLst>
            </p:cNvPr>
            <p:cNvSpPr/>
            <p:nvPr/>
          </p:nvSpPr>
          <p:spPr>
            <a:xfrm>
              <a:off x="3868662" y="4710395"/>
              <a:ext cx="541875" cy="112657"/>
            </a:xfrm>
            <a:custGeom>
              <a:avLst/>
              <a:gdLst/>
              <a:ahLst/>
              <a:cxnLst/>
              <a:rect l="l" t="t" r="r" b="b"/>
              <a:pathLst>
                <a:path w="951" h="198" extrusionOk="0">
                  <a:moveTo>
                    <a:pt x="0" y="0"/>
                  </a:moveTo>
                  <a:cubicBezTo>
                    <a:pt x="70" y="144"/>
                    <a:pt x="70" y="144"/>
                    <a:pt x="70" y="144"/>
                  </a:cubicBezTo>
                  <a:cubicBezTo>
                    <a:pt x="101" y="171"/>
                    <a:pt x="259" y="198"/>
                    <a:pt x="475" y="198"/>
                  </a:cubicBezTo>
                  <a:cubicBezTo>
                    <a:pt x="692" y="198"/>
                    <a:pt x="849" y="171"/>
                    <a:pt x="881" y="144"/>
                  </a:cubicBezTo>
                  <a:cubicBezTo>
                    <a:pt x="951" y="0"/>
                    <a:pt x="951" y="0"/>
                    <a:pt x="951" y="0"/>
                  </a:cubicBezTo>
                  <a:cubicBezTo>
                    <a:pt x="881" y="32"/>
                    <a:pt x="673" y="50"/>
                    <a:pt x="475" y="50"/>
                  </a:cubicBezTo>
                  <a:cubicBezTo>
                    <a:pt x="277" y="50"/>
                    <a:pt x="69" y="3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150;p48">
              <a:extLst>
                <a:ext uri="{FF2B5EF4-FFF2-40B4-BE49-F238E27FC236}">
                  <a16:creationId xmlns:a16="http://schemas.microsoft.com/office/drawing/2014/main" xmlns="" id="{AB955CC6-EB44-228B-BC08-8B34AEF76385}"/>
                </a:ext>
              </a:extLst>
            </p:cNvPr>
            <p:cNvSpPr/>
            <p:nvPr/>
          </p:nvSpPr>
          <p:spPr>
            <a:xfrm>
              <a:off x="3824940" y="4614704"/>
              <a:ext cx="629543" cy="114014"/>
            </a:xfrm>
            <a:custGeom>
              <a:avLst/>
              <a:gdLst/>
              <a:ahLst/>
              <a:cxnLst/>
              <a:rect l="l" t="t" r="r" b="b"/>
              <a:pathLst>
                <a:path w="1105" h="200" extrusionOk="0">
                  <a:moveTo>
                    <a:pt x="552" y="51"/>
                  </a:moveTo>
                  <a:cubicBezTo>
                    <a:pt x="399" y="51"/>
                    <a:pt x="255" y="44"/>
                    <a:pt x="147" y="31"/>
                  </a:cubicBezTo>
                  <a:cubicBezTo>
                    <a:pt x="76" y="22"/>
                    <a:pt x="26" y="12"/>
                    <a:pt x="0" y="0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108" y="173"/>
                    <a:pt x="296" y="200"/>
                    <a:pt x="552" y="200"/>
                  </a:cubicBezTo>
                  <a:cubicBezTo>
                    <a:pt x="809" y="200"/>
                    <a:pt x="996" y="173"/>
                    <a:pt x="1034" y="145"/>
                  </a:cubicBezTo>
                  <a:cubicBezTo>
                    <a:pt x="1105" y="0"/>
                    <a:pt x="1105" y="0"/>
                    <a:pt x="1105" y="0"/>
                  </a:cubicBezTo>
                  <a:cubicBezTo>
                    <a:pt x="1030" y="33"/>
                    <a:pt x="785" y="51"/>
                    <a:pt x="552" y="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151;p48">
              <a:extLst>
                <a:ext uri="{FF2B5EF4-FFF2-40B4-BE49-F238E27FC236}">
                  <a16:creationId xmlns:a16="http://schemas.microsoft.com/office/drawing/2014/main" xmlns="" id="{2ED49EF6-8141-E3EB-11F2-02F3341CFDD0}"/>
                </a:ext>
              </a:extLst>
            </p:cNvPr>
            <p:cNvSpPr/>
            <p:nvPr/>
          </p:nvSpPr>
          <p:spPr>
            <a:xfrm>
              <a:off x="3912610" y="4806085"/>
              <a:ext cx="453525" cy="112204"/>
            </a:xfrm>
            <a:custGeom>
              <a:avLst/>
              <a:gdLst/>
              <a:ahLst/>
              <a:cxnLst/>
              <a:rect l="l" t="t" r="r" b="b"/>
              <a:pathLst>
                <a:path w="796" h="197" extrusionOk="0">
                  <a:moveTo>
                    <a:pt x="0" y="0"/>
                  </a:moveTo>
                  <a:cubicBezTo>
                    <a:pt x="65" y="132"/>
                    <a:pt x="65" y="132"/>
                    <a:pt x="65" y="132"/>
                  </a:cubicBezTo>
                  <a:cubicBezTo>
                    <a:pt x="65" y="132"/>
                    <a:pt x="65" y="132"/>
                    <a:pt x="65" y="132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95" y="170"/>
                    <a:pt x="221" y="197"/>
                    <a:pt x="398" y="197"/>
                  </a:cubicBezTo>
                  <a:cubicBezTo>
                    <a:pt x="576" y="197"/>
                    <a:pt x="702" y="170"/>
                    <a:pt x="727" y="142"/>
                  </a:cubicBezTo>
                  <a:cubicBezTo>
                    <a:pt x="732" y="133"/>
                    <a:pt x="732" y="133"/>
                    <a:pt x="732" y="133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96" y="0"/>
                    <a:pt x="796" y="0"/>
                    <a:pt x="796" y="0"/>
                  </a:cubicBezTo>
                  <a:cubicBezTo>
                    <a:pt x="735" y="31"/>
                    <a:pt x="562" y="48"/>
                    <a:pt x="398" y="48"/>
                  </a:cubicBezTo>
                  <a:cubicBezTo>
                    <a:pt x="234" y="48"/>
                    <a:pt x="62" y="31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152;p48">
              <a:extLst>
                <a:ext uri="{FF2B5EF4-FFF2-40B4-BE49-F238E27FC236}">
                  <a16:creationId xmlns:a16="http://schemas.microsoft.com/office/drawing/2014/main" xmlns="" id="{82027164-C367-25F1-352E-132628059B69}"/>
                </a:ext>
              </a:extLst>
            </p:cNvPr>
            <p:cNvSpPr/>
            <p:nvPr/>
          </p:nvSpPr>
          <p:spPr>
            <a:xfrm>
              <a:off x="3778727" y="4460423"/>
              <a:ext cx="719100" cy="79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" name="Google Shape;1153;p48">
            <a:extLst>
              <a:ext uri="{FF2B5EF4-FFF2-40B4-BE49-F238E27FC236}">
                <a16:creationId xmlns:a16="http://schemas.microsoft.com/office/drawing/2014/main" xmlns="" id="{2C5AFEBE-4ADA-8679-72BF-D01D5AC14AE4}"/>
              </a:ext>
            </a:extLst>
          </p:cNvPr>
          <p:cNvGrpSpPr/>
          <p:nvPr/>
        </p:nvGrpSpPr>
        <p:grpSpPr>
          <a:xfrm>
            <a:off x="3462083" y="3616254"/>
            <a:ext cx="334260" cy="322960"/>
            <a:chOff x="557494" y="4436312"/>
            <a:chExt cx="720000" cy="695660"/>
          </a:xfrm>
        </p:grpSpPr>
        <p:sp>
          <p:nvSpPr>
            <p:cNvPr id="175" name="Google Shape;1154;p48">
              <a:extLst>
                <a:ext uri="{FF2B5EF4-FFF2-40B4-BE49-F238E27FC236}">
                  <a16:creationId xmlns:a16="http://schemas.microsoft.com/office/drawing/2014/main" xmlns="" id="{D09CCDA7-9505-4B65-E497-E6E1C99B761D}"/>
                </a:ext>
              </a:extLst>
            </p:cNvPr>
            <p:cNvSpPr/>
            <p:nvPr/>
          </p:nvSpPr>
          <p:spPr>
            <a:xfrm>
              <a:off x="557494" y="4436312"/>
              <a:ext cx="720000" cy="144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155;p48">
              <a:extLst>
                <a:ext uri="{FF2B5EF4-FFF2-40B4-BE49-F238E27FC236}">
                  <a16:creationId xmlns:a16="http://schemas.microsoft.com/office/drawing/2014/main" xmlns="" id="{D4830216-EEB8-90AA-2AE0-B1D37ECBD1FB}"/>
                </a:ext>
              </a:extLst>
            </p:cNvPr>
            <p:cNvSpPr/>
            <p:nvPr/>
          </p:nvSpPr>
          <p:spPr>
            <a:xfrm>
              <a:off x="651816" y="4730082"/>
              <a:ext cx="533789" cy="218575"/>
            </a:xfrm>
            <a:custGeom>
              <a:avLst/>
              <a:gdLst/>
              <a:ahLst/>
              <a:cxnLst/>
              <a:rect l="l" t="t" r="r" b="b"/>
              <a:pathLst>
                <a:path w="791" h="325" extrusionOk="0">
                  <a:moveTo>
                    <a:pt x="0" y="0"/>
                  </a:moveTo>
                  <a:cubicBezTo>
                    <a:pt x="100" y="218"/>
                    <a:pt x="100" y="218"/>
                    <a:pt x="100" y="218"/>
                  </a:cubicBezTo>
                  <a:cubicBezTo>
                    <a:pt x="100" y="218"/>
                    <a:pt x="100" y="218"/>
                    <a:pt x="100" y="218"/>
                  </a:cubicBezTo>
                  <a:cubicBezTo>
                    <a:pt x="100" y="218"/>
                    <a:pt x="100" y="218"/>
                    <a:pt x="100" y="218"/>
                  </a:cubicBezTo>
                  <a:cubicBezTo>
                    <a:pt x="115" y="251"/>
                    <a:pt x="115" y="251"/>
                    <a:pt x="115" y="251"/>
                  </a:cubicBezTo>
                  <a:cubicBezTo>
                    <a:pt x="155" y="294"/>
                    <a:pt x="267" y="325"/>
                    <a:pt x="395" y="325"/>
                  </a:cubicBezTo>
                  <a:cubicBezTo>
                    <a:pt x="524" y="325"/>
                    <a:pt x="636" y="294"/>
                    <a:pt x="676" y="251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791" y="0"/>
                    <a:pt x="791" y="0"/>
                    <a:pt x="791" y="0"/>
                  </a:cubicBezTo>
                  <a:cubicBezTo>
                    <a:pt x="715" y="44"/>
                    <a:pt x="553" y="68"/>
                    <a:pt x="395" y="68"/>
                  </a:cubicBezTo>
                  <a:cubicBezTo>
                    <a:pt x="237" y="68"/>
                    <a:pt x="75" y="44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156;p48">
              <a:extLst>
                <a:ext uri="{FF2B5EF4-FFF2-40B4-BE49-F238E27FC236}">
                  <a16:creationId xmlns:a16="http://schemas.microsoft.com/office/drawing/2014/main" xmlns="" id="{96ACEB6C-1273-C7A2-8FF2-00A32CF43827}"/>
                </a:ext>
              </a:extLst>
            </p:cNvPr>
            <p:cNvSpPr/>
            <p:nvPr/>
          </p:nvSpPr>
          <p:spPr>
            <a:xfrm>
              <a:off x="564298" y="4539996"/>
              <a:ext cx="709060" cy="225815"/>
            </a:xfrm>
            <a:custGeom>
              <a:avLst/>
              <a:gdLst/>
              <a:ahLst/>
              <a:cxnLst/>
              <a:rect l="l" t="t" r="r" b="b"/>
              <a:pathLst>
                <a:path w="1051" h="336" extrusionOk="0">
                  <a:moveTo>
                    <a:pt x="917" y="45"/>
                  </a:moveTo>
                  <a:cubicBezTo>
                    <a:pt x="812" y="67"/>
                    <a:pt x="673" y="79"/>
                    <a:pt x="525" y="79"/>
                  </a:cubicBezTo>
                  <a:cubicBezTo>
                    <a:pt x="378" y="79"/>
                    <a:pt x="239" y="67"/>
                    <a:pt x="134" y="45"/>
                  </a:cubicBezTo>
                  <a:cubicBezTo>
                    <a:pt x="87" y="35"/>
                    <a:pt x="34" y="20"/>
                    <a:pt x="0" y="0"/>
                  </a:cubicBezTo>
                  <a:cubicBezTo>
                    <a:pt x="116" y="253"/>
                    <a:pt x="116" y="253"/>
                    <a:pt x="116" y="253"/>
                  </a:cubicBezTo>
                  <a:cubicBezTo>
                    <a:pt x="160" y="296"/>
                    <a:pt x="313" y="336"/>
                    <a:pt x="525" y="336"/>
                  </a:cubicBezTo>
                  <a:cubicBezTo>
                    <a:pt x="738" y="336"/>
                    <a:pt x="891" y="296"/>
                    <a:pt x="934" y="253"/>
                  </a:cubicBezTo>
                  <a:cubicBezTo>
                    <a:pt x="1051" y="0"/>
                    <a:pt x="1051" y="0"/>
                    <a:pt x="1051" y="0"/>
                  </a:cubicBezTo>
                  <a:cubicBezTo>
                    <a:pt x="1017" y="20"/>
                    <a:pt x="964" y="35"/>
                    <a:pt x="917" y="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157;p48">
              <a:extLst>
                <a:ext uri="{FF2B5EF4-FFF2-40B4-BE49-F238E27FC236}">
                  <a16:creationId xmlns:a16="http://schemas.microsoft.com/office/drawing/2014/main" xmlns="" id="{BD7B82AA-F478-45A5-1CF9-13299ABC5801}"/>
                </a:ext>
              </a:extLst>
            </p:cNvPr>
            <p:cNvSpPr/>
            <p:nvPr/>
          </p:nvSpPr>
          <p:spPr>
            <a:xfrm>
              <a:off x="739569" y="4921102"/>
              <a:ext cx="357815" cy="210870"/>
            </a:xfrm>
            <a:custGeom>
              <a:avLst/>
              <a:gdLst/>
              <a:ahLst/>
              <a:cxnLst/>
              <a:rect l="l" t="t" r="r" b="b"/>
              <a:pathLst>
                <a:path w="530" h="314" extrusionOk="0">
                  <a:moveTo>
                    <a:pt x="0" y="0"/>
                  </a:moveTo>
                  <a:cubicBezTo>
                    <a:pt x="95" y="207"/>
                    <a:pt x="95" y="207"/>
                    <a:pt x="95" y="207"/>
                  </a:cubicBezTo>
                  <a:cubicBezTo>
                    <a:pt x="95" y="207"/>
                    <a:pt x="95" y="207"/>
                    <a:pt x="95" y="207"/>
                  </a:cubicBezTo>
                  <a:cubicBezTo>
                    <a:pt x="95" y="207"/>
                    <a:pt x="95" y="207"/>
                    <a:pt x="95" y="207"/>
                  </a:cubicBezTo>
                  <a:cubicBezTo>
                    <a:pt x="121" y="263"/>
                    <a:pt x="121" y="263"/>
                    <a:pt x="121" y="263"/>
                  </a:cubicBezTo>
                  <a:cubicBezTo>
                    <a:pt x="151" y="293"/>
                    <a:pt x="204" y="314"/>
                    <a:pt x="265" y="314"/>
                  </a:cubicBezTo>
                  <a:cubicBezTo>
                    <a:pt x="326" y="314"/>
                    <a:pt x="380" y="293"/>
                    <a:pt x="410" y="263"/>
                  </a:cubicBezTo>
                  <a:cubicBezTo>
                    <a:pt x="435" y="207"/>
                    <a:pt x="435" y="207"/>
                    <a:pt x="435" y="207"/>
                  </a:cubicBezTo>
                  <a:cubicBezTo>
                    <a:pt x="435" y="207"/>
                    <a:pt x="435" y="207"/>
                    <a:pt x="435" y="207"/>
                  </a:cubicBezTo>
                  <a:cubicBezTo>
                    <a:pt x="436" y="207"/>
                    <a:pt x="436" y="207"/>
                    <a:pt x="436" y="207"/>
                  </a:cubicBezTo>
                  <a:cubicBezTo>
                    <a:pt x="530" y="0"/>
                    <a:pt x="530" y="0"/>
                    <a:pt x="530" y="0"/>
                  </a:cubicBezTo>
                  <a:cubicBezTo>
                    <a:pt x="476" y="35"/>
                    <a:pt x="378" y="57"/>
                    <a:pt x="265" y="57"/>
                  </a:cubicBezTo>
                  <a:cubicBezTo>
                    <a:pt x="152" y="57"/>
                    <a:pt x="55" y="35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" name="Google Shape;1158;p48">
            <a:extLst>
              <a:ext uri="{FF2B5EF4-FFF2-40B4-BE49-F238E27FC236}">
                <a16:creationId xmlns:a16="http://schemas.microsoft.com/office/drawing/2014/main" xmlns="" id="{4600791F-F0C9-9A14-61AB-A531909A9D4F}"/>
              </a:ext>
            </a:extLst>
          </p:cNvPr>
          <p:cNvGrpSpPr/>
          <p:nvPr/>
        </p:nvGrpSpPr>
        <p:grpSpPr>
          <a:xfrm>
            <a:off x="5866004" y="3610561"/>
            <a:ext cx="334375" cy="334344"/>
            <a:chOff x="5926265" y="4424051"/>
            <a:chExt cx="720246" cy="720181"/>
          </a:xfrm>
        </p:grpSpPr>
        <p:sp>
          <p:nvSpPr>
            <p:cNvPr id="180" name="Google Shape;1159;p48">
              <a:extLst>
                <a:ext uri="{FF2B5EF4-FFF2-40B4-BE49-F238E27FC236}">
                  <a16:creationId xmlns:a16="http://schemas.microsoft.com/office/drawing/2014/main" xmlns="" id="{863575EB-BABF-2558-2DA8-DCF4DDBF5699}"/>
                </a:ext>
              </a:extLst>
            </p:cNvPr>
            <p:cNvSpPr/>
            <p:nvPr/>
          </p:nvSpPr>
          <p:spPr>
            <a:xfrm>
              <a:off x="5926265" y="4424051"/>
              <a:ext cx="355650" cy="355620"/>
            </a:xfrm>
            <a:custGeom>
              <a:avLst/>
              <a:gdLst/>
              <a:ahLst/>
              <a:cxnLst/>
              <a:rect l="l" t="t" r="r" b="b"/>
              <a:pathLst>
                <a:path w="671" h="671" extrusionOk="0">
                  <a:moveTo>
                    <a:pt x="576" y="124"/>
                  </a:moveTo>
                  <a:cubicBezTo>
                    <a:pt x="451" y="0"/>
                    <a:pt x="249" y="0"/>
                    <a:pt x="125" y="124"/>
                  </a:cubicBezTo>
                  <a:cubicBezTo>
                    <a:pt x="0" y="249"/>
                    <a:pt x="0" y="451"/>
                    <a:pt x="125" y="575"/>
                  </a:cubicBezTo>
                  <a:cubicBezTo>
                    <a:pt x="189" y="640"/>
                    <a:pt x="274" y="671"/>
                    <a:pt x="359" y="668"/>
                  </a:cubicBezTo>
                  <a:cubicBezTo>
                    <a:pt x="510" y="669"/>
                    <a:pt x="510" y="669"/>
                    <a:pt x="510" y="669"/>
                  </a:cubicBezTo>
                  <a:cubicBezTo>
                    <a:pt x="669" y="669"/>
                    <a:pt x="669" y="669"/>
                    <a:pt x="669" y="669"/>
                  </a:cubicBezTo>
                  <a:cubicBezTo>
                    <a:pt x="669" y="509"/>
                    <a:pt x="669" y="509"/>
                    <a:pt x="669" y="509"/>
                  </a:cubicBezTo>
                  <a:cubicBezTo>
                    <a:pt x="669" y="358"/>
                    <a:pt x="669" y="358"/>
                    <a:pt x="669" y="358"/>
                  </a:cubicBezTo>
                  <a:cubicBezTo>
                    <a:pt x="671" y="274"/>
                    <a:pt x="640" y="189"/>
                    <a:pt x="576" y="1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160;p48">
              <a:extLst>
                <a:ext uri="{FF2B5EF4-FFF2-40B4-BE49-F238E27FC236}">
                  <a16:creationId xmlns:a16="http://schemas.microsoft.com/office/drawing/2014/main" xmlns="" id="{87A5A195-5A36-5944-BB0B-9947AE34875E}"/>
                </a:ext>
              </a:extLst>
            </p:cNvPr>
            <p:cNvSpPr/>
            <p:nvPr/>
          </p:nvSpPr>
          <p:spPr>
            <a:xfrm>
              <a:off x="5926265" y="4788612"/>
              <a:ext cx="355650" cy="355620"/>
            </a:xfrm>
            <a:custGeom>
              <a:avLst/>
              <a:gdLst/>
              <a:ahLst/>
              <a:cxnLst/>
              <a:rect l="l" t="t" r="r" b="b"/>
              <a:pathLst>
                <a:path w="671" h="671" extrusionOk="0">
                  <a:moveTo>
                    <a:pt x="125" y="95"/>
                  </a:moveTo>
                  <a:cubicBezTo>
                    <a:pt x="0" y="220"/>
                    <a:pt x="0" y="422"/>
                    <a:pt x="125" y="546"/>
                  </a:cubicBezTo>
                  <a:cubicBezTo>
                    <a:pt x="249" y="671"/>
                    <a:pt x="451" y="671"/>
                    <a:pt x="576" y="546"/>
                  </a:cubicBezTo>
                  <a:cubicBezTo>
                    <a:pt x="640" y="482"/>
                    <a:pt x="671" y="397"/>
                    <a:pt x="669" y="312"/>
                  </a:cubicBezTo>
                  <a:cubicBezTo>
                    <a:pt x="669" y="161"/>
                    <a:pt x="669" y="161"/>
                    <a:pt x="669" y="161"/>
                  </a:cubicBezTo>
                  <a:cubicBezTo>
                    <a:pt x="669" y="1"/>
                    <a:pt x="669" y="1"/>
                    <a:pt x="669" y="1"/>
                  </a:cubicBezTo>
                  <a:cubicBezTo>
                    <a:pt x="510" y="2"/>
                    <a:pt x="510" y="2"/>
                    <a:pt x="510" y="2"/>
                  </a:cubicBezTo>
                  <a:cubicBezTo>
                    <a:pt x="359" y="2"/>
                    <a:pt x="359" y="2"/>
                    <a:pt x="359" y="2"/>
                  </a:cubicBezTo>
                  <a:cubicBezTo>
                    <a:pt x="274" y="0"/>
                    <a:pt x="189" y="31"/>
                    <a:pt x="125" y="9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161;p48">
              <a:extLst>
                <a:ext uri="{FF2B5EF4-FFF2-40B4-BE49-F238E27FC236}">
                  <a16:creationId xmlns:a16="http://schemas.microsoft.com/office/drawing/2014/main" xmlns="" id="{46B08065-4C08-A373-2C74-A0D65609BF16}"/>
                </a:ext>
              </a:extLst>
            </p:cNvPr>
            <p:cNvSpPr/>
            <p:nvPr/>
          </p:nvSpPr>
          <p:spPr>
            <a:xfrm>
              <a:off x="6290862" y="4788612"/>
              <a:ext cx="355650" cy="355620"/>
            </a:xfrm>
            <a:custGeom>
              <a:avLst/>
              <a:gdLst/>
              <a:ahLst/>
              <a:cxnLst/>
              <a:rect l="l" t="t" r="r" b="b"/>
              <a:pathLst>
                <a:path w="671" h="671" extrusionOk="0">
                  <a:moveTo>
                    <a:pt x="96" y="546"/>
                  </a:moveTo>
                  <a:cubicBezTo>
                    <a:pt x="220" y="671"/>
                    <a:pt x="422" y="671"/>
                    <a:pt x="547" y="546"/>
                  </a:cubicBezTo>
                  <a:cubicBezTo>
                    <a:pt x="671" y="422"/>
                    <a:pt x="671" y="220"/>
                    <a:pt x="547" y="95"/>
                  </a:cubicBezTo>
                  <a:cubicBezTo>
                    <a:pt x="482" y="31"/>
                    <a:pt x="397" y="0"/>
                    <a:pt x="313" y="2"/>
                  </a:cubicBezTo>
                  <a:cubicBezTo>
                    <a:pt x="161" y="2"/>
                    <a:pt x="161" y="2"/>
                    <a:pt x="16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61"/>
                    <a:pt x="2" y="161"/>
                    <a:pt x="2" y="161"/>
                  </a:cubicBezTo>
                  <a:cubicBezTo>
                    <a:pt x="2" y="312"/>
                    <a:pt x="2" y="312"/>
                    <a:pt x="2" y="312"/>
                  </a:cubicBezTo>
                  <a:cubicBezTo>
                    <a:pt x="0" y="397"/>
                    <a:pt x="31" y="482"/>
                    <a:pt x="96" y="54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162;p48">
              <a:extLst>
                <a:ext uri="{FF2B5EF4-FFF2-40B4-BE49-F238E27FC236}">
                  <a16:creationId xmlns:a16="http://schemas.microsoft.com/office/drawing/2014/main" xmlns="" id="{7BA2D690-FA8D-EC38-AB01-EAC051B810F3}"/>
                </a:ext>
              </a:extLst>
            </p:cNvPr>
            <p:cNvSpPr/>
            <p:nvPr/>
          </p:nvSpPr>
          <p:spPr>
            <a:xfrm>
              <a:off x="6290862" y="4424051"/>
              <a:ext cx="355650" cy="355620"/>
            </a:xfrm>
            <a:custGeom>
              <a:avLst/>
              <a:gdLst/>
              <a:ahLst/>
              <a:cxnLst/>
              <a:rect l="l" t="t" r="r" b="b"/>
              <a:pathLst>
                <a:path w="671" h="671" extrusionOk="0">
                  <a:moveTo>
                    <a:pt x="547" y="575"/>
                  </a:moveTo>
                  <a:cubicBezTo>
                    <a:pt x="671" y="451"/>
                    <a:pt x="671" y="249"/>
                    <a:pt x="547" y="124"/>
                  </a:cubicBezTo>
                  <a:cubicBezTo>
                    <a:pt x="422" y="0"/>
                    <a:pt x="220" y="0"/>
                    <a:pt x="96" y="124"/>
                  </a:cubicBezTo>
                  <a:cubicBezTo>
                    <a:pt x="31" y="189"/>
                    <a:pt x="0" y="274"/>
                    <a:pt x="2" y="358"/>
                  </a:cubicBezTo>
                  <a:cubicBezTo>
                    <a:pt x="2" y="509"/>
                    <a:pt x="2" y="509"/>
                    <a:pt x="2" y="509"/>
                  </a:cubicBezTo>
                  <a:cubicBezTo>
                    <a:pt x="2" y="669"/>
                    <a:pt x="2" y="669"/>
                    <a:pt x="2" y="669"/>
                  </a:cubicBezTo>
                  <a:cubicBezTo>
                    <a:pt x="161" y="669"/>
                    <a:pt x="161" y="669"/>
                    <a:pt x="161" y="669"/>
                  </a:cubicBezTo>
                  <a:cubicBezTo>
                    <a:pt x="313" y="668"/>
                    <a:pt x="313" y="668"/>
                    <a:pt x="313" y="668"/>
                  </a:cubicBezTo>
                  <a:cubicBezTo>
                    <a:pt x="397" y="671"/>
                    <a:pt x="482" y="640"/>
                    <a:pt x="547" y="5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163;p48">
            <a:extLst>
              <a:ext uri="{FF2B5EF4-FFF2-40B4-BE49-F238E27FC236}">
                <a16:creationId xmlns:a16="http://schemas.microsoft.com/office/drawing/2014/main" xmlns="" id="{87B6CA10-CDD0-11BB-FD6E-5B576622DAB6}"/>
              </a:ext>
            </a:extLst>
          </p:cNvPr>
          <p:cNvGrpSpPr/>
          <p:nvPr/>
        </p:nvGrpSpPr>
        <p:grpSpPr>
          <a:xfrm>
            <a:off x="3942821" y="3625229"/>
            <a:ext cx="334260" cy="305013"/>
            <a:chOff x="1631150" y="4455641"/>
            <a:chExt cx="720000" cy="657002"/>
          </a:xfrm>
        </p:grpSpPr>
        <p:sp>
          <p:nvSpPr>
            <p:cNvPr id="185" name="Google Shape;1164;p48">
              <a:extLst>
                <a:ext uri="{FF2B5EF4-FFF2-40B4-BE49-F238E27FC236}">
                  <a16:creationId xmlns:a16="http://schemas.microsoft.com/office/drawing/2014/main" xmlns="" id="{2D401E22-87B8-72BF-58C7-979C2377BFE7}"/>
                </a:ext>
              </a:extLst>
            </p:cNvPr>
            <p:cNvSpPr/>
            <p:nvPr/>
          </p:nvSpPr>
          <p:spPr>
            <a:xfrm>
              <a:off x="1631150" y="4455641"/>
              <a:ext cx="720000" cy="107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165;p48">
              <a:extLst>
                <a:ext uri="{FF2B5EF4-FFF2-40B4-BE49-F238E27FC236}">
                  <a16:creationId xmlns:a16="http://schemas.microsoft.com/office/drawing/2014/main" xmlns="" id="{2D2EE604-C23F-0343-5B3A-118888530932}"/>
                </a:ext>
              </a:extLst>
            </p:cNvPr>
            <p:cNvSpPr/>
            <p:nvPr/>
          </p:nvSpPr>
          <p:spPr>
            <a:xfrm>
              <a:off x="1846141" y="4957304"/>
              <a:ext cx="293050" cy="155339"/>
            </a:xfrm>
            <a:custGeom>
              <a:avLst/>
              <a:gdLst/>
              <a:ahLst/>
              <a:cxnLst/>
              <a:rect l="l" t="t" r="r" b="b"/>
              <a:pathLst>
                <a:path w="462" h="245" extrusionOk="0">
                  <a:moveTo>
                    <a:pt x="0" y="0"/>
                  </a:moveTo>
                  <a:cubicBezTo>
                    <a:pt x="98" y="204"/>
                    <a:pt x="98" y="204"/>
                    <a:pt x="98" y="204"/>
                  </a:cubicBezTo>
                  <a:cubicBezTo>
                    <a:pt x="125" y="229"/>
                    <a:pt x="175" y="245"/>
                    <a:pt x="231" y="245"/>
                  </a:cubicBezTo>
                  <a:cubicBezTo>
                    <a:pt x="287" y="245"/>
                    <a:pt x="336" y="229"/>
                    <a:pt x="363" y="204"/>
                  </a:cubicBezTo>
                  <a:cubicBezTo>
                    <a:pt x="462" y="0"/>
                    <a:pt x="462" y="0"/>
                    <a:pt x="462" y="0"/>
                  </a:cubicBezTo>
                  <a:cubicBezTo>
                    <a:pt x="413" y="27"/>
                    <a:pt x="328" y="44"/>
                    <a:pt x="231" y="44"/>
                  </a:cubicBezTo>
                  <a:cubicBezTo>
                    <a:pt x="133" y="44"/>
                    <a:pt x="49" y="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166;p48">
              <a:extLst>
                <a:ext uri="{FF2B5EF4-FFF2-40B4-BE49-F238E27FC236}">
                  <a16:creationId xmlns:a16="http://schemas.microsoft.com/office/drawing/2014/main" xmlns="" id="{70E5CEBF-56F3-940B-9CBB-F6192183AA48}"/>
                </a:ext>
              </a:extLst>
            </p:cNvPr>
            <p:cNvSpPr/>
            <p:nvPr/>
          </p:nvSpPr>
          <p:spPr>
            <a:xfrm>
              <a:off x="1776241" y="4814286"/>
              <a:ext cx="431967" cy="161500"/>
            </a:xfrm>
            <a:custGeom>
              <a:avLst/>
              <a:gdLst/>
              <a:ahLst/>
              <a:cxnLst/>
              <a:rect l="l" t="t" r="r" b="b"/>
              <a:pathLst>
                <a:path w="681" h="255" extrusionOk="0">
                  <a:moveTo>
                    <a:pt x="0" y="0"/>
                  </a:moveTo>
                  <a:cubicBezTo>
                    <a:pt x="55" y="112"/>
                    <a:pt x="55" y="112"/>
                    <a:pt x="55" y="112"/>
                  </a:cubicBezTo>
                  <a:cubicBezTo>
                    <a:pt x="95" y="195"/>
                    <a:pt x="95" y="195"/>
                    <a:pt x="95" y="195"/>
                  </a:cubicBezTo>
                  <a:cubicBezTo>
                    <a:pt x="126" y="227"/>
                    <a:pt x="217" y="255"/>
                    <a:pt x="341" y="255"/>
                  </a:cubicBezTo>
                  <a:cubicBezTo>
                    <a:pt x="464" y="255"/>
                    <a:pt x="555" y="227"/>
                    <a:pt x="587" y="195"/>
                  </a:cubicBezTo>
                  <a:cubicBezTo>
                    <a:pt x="627" y="112"/>
                    <a:pt x="627" y="112"/>
                    <a:pt x="627" y="112"/>
                  </a:cubicBezTo>
                  <a:cubicBezTo>
                    <a:pt x="681" y="0"/>
                    <a:pt x="681" y="0"/>
                    <a:pt x="681" y="0"/>
                  </a:cubicBezTo>
                  <a:cubicBezTo>
                    <a:pt x="624" y="30"/>
                    <a:pt x="508" y="54"/>
                    <a:pt x="341" y="54"/>
                  </a:cubicBezTo>
                  <a:cubicBezTo>
                    <a:pt x="173" y="54"/>
                    <a:pt x="58" y="3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167;p48">
              <a:extLst>
                <a:ext uri="{FF2B5EF4-FFF2-40B4-BE49-F238E27FC236}">
                  <a16:creationId xmlns:a16="http://schemas.microsoft.com/office/drawing/2014/main" xmlns="" id="{B460C820-9885-A47A-875C-D87505421263}"/>
                </a:ext>
              </a:extLst>
            </p:cNvPr>
            <p:cNvSpPr/>
            <p:nvPr/>
          </p:nvSpPr>
          <p:spPr>
            <a:xfrm>
              <a:off x="1639308" y="4531550"/>
              <a:ext cx="706054" cy="169201"/>
            </a:xfrm>
            <a:custGeom>
              <a:avLst/>
              <a:gdLst/>
              <a:ahLst/>
              <a:cxnLst/>
              <a:rect l="l" t="t" r="r" b="b"/>
              <a:pathLst>
                <a:path w="1113" h="267" extrusionOk="0">
                  <a:moveTo>
                    <a:pt x="557" y="66"/>
                  </a:moveTo>
                  <a:cubicBezTo>
                    <a:pt x="326" y="66"/>
                    <a:pt x="84" y="43"/>
                    <a:pt x="0" y="0"/>
                  </a:cubicBezTo>
                  <a:cubicBezTo>
                    <a:pt x="96" y="198"/>
                    <a:pt x="96" y="198"/>
                    <a:pt x="96" y="198"/>
                  </a:cubicBezTo>
                  <a:cubicBezTo>
                    <a:pt x="135" y="230"/>
                    <a:pt x="295" y="267"/>
                    <a:pt x="557" y="267"/>
                  </a:cubicBezTo>
                  <a:cubicBezTo>
                    <a:pt x="819" y="267"/>
                    <a:pt x="979" y="230"/>
                    <a:pt x="1017" y="198"/>
                  </a:cubicBezTo>
                  <a:cubicBezTo>
                    <a:pt x="1113" y="0"/>
                    <a:pt x="1113" y="0"/>
                    <a:pt x="1113" y="0"/>
                  </a:cubicBezTo>
                  <a:cubicBezTo>
                    <a:pt x="1029" y="43"/>
                    <a:pt x="787" y="66"/>
                    <a:pt x="557" y="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168;p48">
              <a:extLst>
                <a:ext uri="{FF2B5EF4-FFF2-40B4-BE49-F238E27FC236}">
                  <a16:creationId xmlns:a16="http://schemas.microsoft.com/office/drawing/2014/main" xmlns="" id="{B20AC7DB-AD53-F860-E80F-7CA0BB615812}"/>
                </a:ext>
              </a:extLst>
            </p:cNvPr>
            <p:cNvSpPr/>
            <p:nvPr/>
          </p:nvSpPr>
          <p:spPr>
            <a:xfrm>
              <a:off x="1708546" y="4674128"/>
              <a:ext cx="567578" cy="164141"/>
            </a:xfrm>
            <a:custGeom>
              <a:avLst/>
              <a:gdLst/>
              <a:ahLst/>
              <a:cxnLst/>
              <a:rect l="l" t="t" r="r" b="b"/>
              <a:pathLst>
                <a:path w="895" h="259" extrusionOk="0">
                  <a:moveTo>
                    <a:pt x="0" y="0"/>
                  </a:moveTo>
                  <a:cubicBezTo>
                    <a:pt x="94" y="193"/>
                    <a:pt x="94" y="193"/>
                    <a:pt x="94" y="193"/>
                  </a:cubicBezTo>
                  <a:cubicBezTo>
                    <a:pt x="130" y="227"/>
                    <a:pt x="266" y="259"/>
                    <a:pt x="448" y="259"/>
                  </a:cubicBezTo>
                  <a:cubicBezTo>
                    <a:pt x="630" y="259"/>
                    <a:pt x="765" y="227"/>
                    <a:pt x="802" y="193"/>
                  </a:cubicBezTo>
                  <a:cubicBezTo>
                    <a:pt x="895" y="0"/>
                    <a:pt x="895" y="0"/>
                    <a:pt x="895" y="0"/>
                  </a:cubicBezTo>
                  <a:cubicBezTo>
                    <a:pt x="815" y="38"/>
                    <a:pt x="627" y="58"/>
                    <a:pt x="448" y="58"/>
                  </a:cubicBezTo>
                  <a:cubicBezTo>
                    <a:pt x="268" y="58"/>
                    <a:pt x="81" y="38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0" name="Google Shape;1169;p48">
            <a:extLst>
              <a:ext uri="{FF2B5EF4-FFF2-40B4-BE49-F238E27FC236}">
                <a16:creationId xmlns:a16="http://schemas.microsoft.com/office/drawing/2014/main" xmlns="" id="{E62FDA7E-FF9F-7221-F8CF-39E4B4FD57B3}"/>
              </a:ext>
            </a:extLst>
          </p:cNvPr>
          <p:cNvGrpSpPr/>
          <p:nvPr/>
        </p:nvGrpSpPr>
        <p:grpSpPr>
          <a:xfrm>
            <a:off x="4423592" y="3624789"/>
            <a:ext cx="334260" cy="305890"/>
            <a:chOff x="2704878" y="4454697"/>
            <a:chExt cx="720000" cy="658889"/>
          </a:xfrm>
        </p:grpSpPr>
        <p:sp>
          <p:nvSpPr>
            <p:cNvPr id="191" name="Google Shape;1170;p48">
              <a:extLst>
                <a:ext uri="{FF2B5EF4-FFF2-40B4-BE49-F238E27FC236}">
                  <a16:creationId xmlns:a16="http://schemas.microsoft.com/office/drawing/2014/main" xmlns="" id="{B26365FD-1EAC-9453-5447-591375F490CD}"/>
                </a:ext>
              </a:extLst>
            </p:cNvPr>
            <p:cNvSpPr/>
            <p:nvPr/>
          </p:nvSpPr>
          <p:spPr>
            <a:xfrm>
              <a:off x="2704878" y="4454697"/>
              <a:ext cx="720000" cy="86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171;p48">
              <a:extLst>
                <a:ext uri="{FF2B5EF4-FFF2-40B4-BE49-F238E27FC236}">
                  <a16:creationId xmlns:a16="http://schemas.microsoft.com/office/drawing/2014/main" xmlns="" id="{6B09B7CB-2702-808C-A321-CDC461FAB08C}"/>
                </a:ext>
              </a:extLst>
            </p:cNvPr>
            <p:cNvSpPr/>
            <p:nvPr/>
          </p:nvSpPr>
          <p:spPr>
            <a:xfrm>
              <a:off x="2824150" y="4749732"/>
              <a:ext cx="484183" cy="135418"/>
            </a:xfrm>
            <a:custGeom>
              <a:avLst/>
              <a:gdLst/>
              <a:ahLst/>
              <a:cxnLst/>
              <a:rect l="l" t="t" r="r" b="b"/>
              <a:pathLst>
                <a:path w="735" h="205" extrusionOk="0">
                  <a:moveTo>
                    <a:pt x="0" y="0"/>
                  </a:moveTo>
                  <a:cubicBezTo>
                    <a:pt x="75" y="153"/>
                    <a:pt x="75" y="153"/>
                    <a:pt x="75" y="153"/>
                  </a:cubicBezTo>
                  <a:cubicBezTo>
                    <a:pt x="104" y="179"/>
                    <a:pt x="216" y="205"/>
                    <a:pt x="368" y="205"/>
                  </a:cubicBezTo>
                  <a:cubicBezTo>
                    <a:pt x="519" y="205"/>
                    <a:pt x="632" y="179"/>
                    <a:pt x="660" y="153"/>
                  </a:cubicBezTo>
                  <a:cubicBezTo>
                    <a:pt x="735" y="0"/>
                    <a:pt x="735" y="0"/>
                    <a:pt x="735" y="0"/>
                  </a:cubicBezTo>
                  <a:cubicBezTo>
                    <a:pt x="668" y="31"/>
                    <a:pt x="515" y="47"/>
                    <a:pt x="368" y="47"/>
                  </a:cubicBezTo>
                  <a:cubicBezTo>
                    <a:pt x="221" y="47"/>
                    <a:pt x="67" y="31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172;p48">
              <a:extLst>
                <a:ext uri="{FF2B5EF4-FFF2-40B4-BE49-F238E27FC236}">
                  <a16:creationId xmlns:a16="http://schemas.microsoft.com/office/drawing/2014/main" xmlns="" id="{0C9EF989-58DB-2C62-35CE-AF56DF409CB5}"/>
                </a:ext>
              </a:extLst>
            </p:cNvPr>
            <p:cNvSpPr/>
            <p:nvPr/>
          </p:nvSpPr>
          <p:spPr>
            <a:xfrm>
              <a:off x="2939432" y="4986160"/>
              <a:ext cx="253620" cy="127427"/>
            </a:xfrm>
            <a:custGeom>
              <a:avLst/>
              <a:gdLst/>
              <a:ahLst/>
              <a:cxnLst/>
              <a:rect l="l" t="t" r="r" b="b"/>
              <a:pathLst>
                <a:path w="385" h="193" extrusionOk="0">
                  <a:moveTo>
                    <a:pt x="0" y="0"/>
                  </a:moveTo>
                  <a:cubicBezTo>
                    <a:pt x="76" y="157"/>
                    <a:pt x="76" y="157"/>
                    <a:pt x="76" y="157"/>
                  </a:cubicBezTo>
                  <a:cubicBezTo>
                    <a:pt x="98" y="178"/>
                    <a:pt x="143" y="193"/>
                    <a:pt x="193" y="193"/>
                  </a:cubicBezTo>
                  <a:cubicBezTo>
                    <a:pt x="243" y="193"/>
                    <a:pt x="287" y="178"/>
                    <a:pt x="309" y="157"/>
                  </a:cubicBezTo>
                  <a:cubicBezTo>
                    <a:pt x="385" y="0"/>
                    <a:pt x="385" y="0"/>
                    <a:pt x="385" y="0"/>
                  </a:cubicBezTo>
                  <a:cubicBezTo>
                    <a:pt x="344" y="21"/>
                    <a:pt x="274" y="35"/>
                    <a:pt x="193" y="35"/>
                  </a:cubicBezTo>
                  <a:cubicBezTo>
                    <a:pt x="112" y="35"/>
                    <a:pt x="41" y="21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173;p48">
              <a:extLst>
                <a:ext uri="{FF2B5EF4-FFF2-40B4-BE49-F238E27FC236}">
                  <a16:creationId xmlns:a16="http://schemas.microsoft.com/office/drawing/2014/main" xmlns="" id="{3C387B11-8C03-B586-1CDB-2255387AA9D6}"/>
                </a:ext>
              </a:extLst>
            </p:cNvPr>
            <p:cNvSpPr/>
            <p:nvPr/>
          </p:nvSpPr>
          <p:spPr>
            <a:xfrm>
              <a:off x="2882012" y="4868057"/>
              <a:ext cx="368237" cy="131423"/>
            </a:xfrm>
            <a:custGeom>
              <a:avLst/>
              <a:gdLst/>
              <a:ahLst/>
              <a:cxnLst/>
              <a:rect l="l" t="t" r="r" b="b"/>
              <a:pathLst>
                <a:path w="559" h="199" extrusionOk="0">
                  <a:moveTo>
                    <a:pt x="0" y="0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3" y="151"/>
                    <a:pt x="73" y="151"/>
                    <a:pt x="73" y="151"/>
                  </a:cubicBezTo>
                  <a:cubicBezTo>
                    <a:pt x="102" y="180"/>
                    <a:pt x="195" y="199"/>
                    <a:pt x="280" y="199"/>
                  </a:cubicBezTo>
                  <a:cubicBezTo>
                    <a:pt x="364" y="199"/>
                    <a:pt x="457" y="180"/>
                    <a:pt x="486" y="151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556" y="8"/>
                    <a:pt x="556" y="8"/>
                    <a:pt x="556" y="8"/>
                  </a:cubicBezTo>
                  <a:cubicBezTo>
                    <a:pt x="559" y="0"/>
                    <a:pt x="559" y="0"/>
                    <a:pt x="559" y="0"/>
                  </a:cubicBezTo>
                  <a:cubicBezTo>
                    <a:pt x="502" y="27"/>
                    <a:pt x="389" y="41"/>
                    <a:pt x="280" y="41"/>
                  </a:cubicBezTo>
                  <a:cubicBezTo>
                    <a:pt x="171" y="41"/>
                    <a:pt x="57" y="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174;p48">
              <a:extLst>
                <a:ext uri="{FF2B5EF4-FFF2-40B4-BE49-F238E27FC236}">
                  <a16:creationId xmlns:a16="http://schemas.microsoft.com/office/drawing/2014/main" xmlns="" id="{5C4D58C3-5CF7-0138-9189-CF620AFCA6F2}"/>
                </a:ext>
              </a:extLst>
            </p:cNvPr>
            <p:cNvSpPr/>
            <p:nvPr/>
          </p:nvSpPr>
          <p:spPr>
            <a:xfrm>
              <a:off x="2710863" y="4516635"/>
              <a:ext cx="710756" cy="140081"/>
            </a:xfrm>
            <a:custGeom>
              <a:avLst/>
              <a:gdLst/>
              <a:ahLst/>
              <a:cxnLst/>
              <a:rect l="l" t="t" r="r" b="b"/>
              <a:pathLst>
                <a:path w="1079" h="212" extrusionOk="0">
                  <a:moveTo>
                    <a:pt x="540" y="54"/>
                  </a:moveTo>
                  <a:cubicBezTo>
                    <a:pt x="350" y="54"/>
                    <a:pt x="85" y="39"/>
                    <a:pt x="0" y="0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7"/>
                    <a:pt x="72" y="147"/>
                    <a:pt x="72" y="147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98" y="179"/>
                    <a:pt x="271" y="212"/>
                    <a:pt x="540" y="212"/>
                  </a:cubicBezTo>
                  <a:cubicBezTo>
                    <a:pt x="808" y="212"/>
                    <a:pt x="981" y="179"/>
                    <a:pt x="1005" y="152"/>
                  </a:cubicBezTo>
                  <a:cubicBezTo>
                    <a:pt x="1007" y="147"/>
                    <a:pt x="1007" y="147"/>
                    <a:pt x="1007" y="147"/>
                  </a:cubicBezTo>
                  <a:cubicBezTo>
                    <a:pt x="1007" y="146"/>
                    <a:pt x="1007" y="146"/>
                    <a:pt x="1007" y="146"/>
                  </a:cubicBezTo>
                  <a:cubicBezTo>
                    <a:pt x="1008" y="146"/>
                    <a:pt x="1008" y="146"/>
                    <a:pt x="1008" y="146"/>
                  </a:cubicBezTo>
                  <a:cubicBezTo>
                    <a:pt x="1079" y="0"/>
                    <a:pt x="1079" y="0"/>
                    <a:pt x="1079" y="0"/>
                  </a:cubicBezTo>
                  <a:cubicBezTo>
                    <a:pt x="995" y="39"/>
                    <a:pt x="729" y="54"/>
                    <a:pt x="540" y="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175;p48">
              <a:extLst>
                <a:ext uri="{FF2B5EF4-FFF2-40B4-BE49-F238E27FC236}">
                  <a16:creationId xmlns:a16="http://schemas.microsoft.com/office/drawing/2014/main" xmlns="" id="{18E47CF2-ADB2-696D-3D75-C4D3169C9BD9}"/>
                </a:ext>
              </a:extLst>
            </p:cNvPr>
            <p:cNvSpPr/>
            <p:nvPr/>
          </p:nvSpPr>
          <p:spPr>
            <a:xfrm>
              <a:off x="2768061" y="4634293"/>
              <a:ext cx="596361" cy="136528"/>
            </a:xfrm>
            <a:custGeom>
              <a:avLst/>
              <a:gdLst/>
              <a:ahLst/>
              <a:cxnLst/>
              <a:rect l="l" t="t" r="r" b="b"/>
              <a:pathLst>
                <a:path w="905" h="207" extrusionOk="0">
                  <a:moveTo>
                    <a:pt x="453" y="49"/>
                  </a:moveTo>
                  <a:cubicBezTo>
                    <a:pt x="325" y="49"/>
                    <a:pt x="205" y="41"/>
                    <a:pt x="114" y="28"/>
                  </a:cubicBezTo>
                  <a:cubicBezTo>
                    <a:pt x="62" y="20"/>
                    <a:pt x="24" y="10"/>
                    <a:pt x="0" y="0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2"/>
                    <a:pt x="70" y="142"/>
                    <a:pt x="70" y="143"/>
                  </a:cubicBezTo>
                  <a:cubicBezTo>
                    <a:pt x="72" y="148"/>
                    <a:pt x="72" y="148"/>
                    <a:pt x="72" y="148"/>
                  </a:cubicBezTo>
                  <a:cubicBezTo>
                    <a:pt x="93" y="174"/>
                    <a:pt x="234" y="207"/>
                    <a:pt x="453" y="207"/>
                  </a:cubicBezTo>
                  <a:cubicBezTo>
                    <a:pt x="557" y="207"/>
                    <a:pt x="654" y="199"/>
                    <a:pt x="728" y="186"/>
                  </a:cubicBezTo>
                  <a:cubicBezTo>
                    <a:pt x="794" y="173"/>
                    <a:pt x="825" y="158"/>
                    <a:pt x="833" y="147"/>
                  </a:cubicBezTo>
                  <a:cubicBezTo>
                    <a:pt x="836" y="143"/>
                    <a:pt x="836" y="143"/>
                    <a:pt x="836" y="143"/>
                  </a:cubicBezTo>
                  <a:cubicBezTo>
                    <a:pt x="836" y="142"/>
                    <a:pt x="836" y="142"/>
                    <a:pt x="836" y="141"/>
                  </a:cubicBezTo>
                  <a:cubicBezTo>
                    <a:pt x="836" y="141"/>
                    <a:pt x="836" y="141"/>
                    <a:pt x="836" y="141"/>
                  </a:cubicBezTo>
                  <a:cubicBezTo>
                    <a:pt x="905" y="0"/>
                    <a:pt x="905" y="0"/>
                    <a:pt x="905" y="0"/>
                  </a:cubicBezTo>
                  <a:cubicBezTo>
                    <a:pt x="881" y="10"/>
                    <a:pt x="843" y="20"/>
                    <a:pt x="791" y="28"/>
                  </a:cubicBezTo>
                  <a:cubicBezTo>
                    <a:pt x="701" y="41"/>
                    <a:pt x="580" y="49"/>
                    <a:pt x="453" y="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7" name="Google Shape;1176;p48">
            <a:extLst>
              <a:ext uri="{FF2B5EF4-FFF2-40B4-BE49-F238E27FC236}">
                <a16:creationId xmlns:a16="http://schemas.microsoft.com/office/drawing/2014/main" xmlns="" id="{2F42B98A-28F2-27A0-F71C-FE24F0F7F0E4}"/>
              </a:ext>
            </a:extLst>
          </p:cNvPr>
          <p:cNvGrpSpPr/>
          <p:nvPr/>
        </p:nvGrpSpPr>
        <p:grpSpPr>
          <a:xfrm>
            <a:off x="5385297" y="3626261"/>
            <a:ext cx="334162" cy="302951"/>
            <a:chOff x="4852681" y="4457861"/>
            <a:chExt cx="719788" cy="652561"/>
          </a:xfrm>
        </p:grpSpPr>
        <p:sp>
          <p:nvSpPr>
            <p:cNvPr id="198" name="Google Shape;1177;p48">
              <a:extLst>
                <a:ext uri="{FF2B5EF4-FFF2-40B4-BE49-F238E27FC236}">
                  <a16:creationId xmlns:a16="http://schemas.microsoft.com/office/drawing/2014/main" xmlns="" id="{94A9500C-2306-63C1-84D6-D0CCBE56B83E}"/>
                </a:ext>
              </a:extLst>
            </p:cNvPr>
            <p:cNvSpPr/>
            <p:nvPr/>
          </p:nvSpPr>
          <p:spPr>
            <a:xfrm>
              <a:off x="5209000" y="4739226"/>
              <a:ext cx="363469" cy="371197"/>
            </a:xfrm>
            <a:custGeom>
              <a:avLst/>
              <a:gdLst/>
              <a:ahLst/>
              <a:cxnLst/>
              <a:rect l="l" t="t" r="r" b="b"/>
              <a:pathLst>
                <a:path w="629" h="641" extrusionOk="0">
                  <a:moveTo>
                    <a:pt x="151" y="561"/>
                  </a:moveTo>
                  <a:cubicBezTo>
                    <a:pt x="290" y="641"/>
                    <a:pt x="468" y="593"/>
                    <a:pt x="548" y="454"/>
                  </a:cubicBezTo>
                  <a:cubicBezTo>
                    <a:pt x="629" y="315"/>
                    <a:pt x="581" y="137"/>
                    <a:pt x="442" y="57"/>
                  </a:cubicBezTo>
                  <a:cubicBezTo>
                    <a:pt x="344" y="0"/>
                    <a:pt x="226" y="7"/>
                    <a:pt x="137" y="65"/>
                  </a:cubicBezTo>
                  <a:cubicBezTo>
                    <a:pt x="137" y="65"/>
                    <a:pt x="137" y="65"/>
                    <a:pt x="137" y="65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0" y="399"/>
                    <a:pt x="53" y="504"/>
                    <a:pt x="151" y="56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178;p48">
              <a:extLst>
                <a:ext uri="{FF2B5EF4-FFF2-40B4-BE49-F238E27FC236}">
                  <a16:creationId xmlns:a16="http://schemas.microsoft.com/office/drawing/2014/main" xmlns="" id="{7B2F566C-D271-BA7B-08C2-847829E072DE}"/>
                </a:ext>
              </a:extLst>
            </p:cNvPr>
            <p:cNvSpPr/>
            <p:nvPr/>
          </p:nvSpPr>
          <p:spPr>
            <a:xfrm>
              <a:off x="4852681" y="4739226"/>
              <a:ext cx="363265" cy="371197"/>
            </a:xfrm>
            <a:custGeom>
              <a:avLst/>
              <a:gdLst/>
              <a:ahLst/>
              <a:cxnLst/>
              <a:rect l="l" t="t" r="r" b="b"/>
              <a:pathLst>
                <a:path w="629" h="641" extrusionOk="0">
                  <a:moveTo>
                    <a:pt x="187" y="57"/>
                  </a:moveTo>
                  <a:cubicBezTo>
                    <a:pt x="48" y="137"/>
                    <a:pt x="0" y="315"/>
                    <a:pt x="80" y="454"/>
                  </a:cubicBezTo>
                  <a:cubicBezTo>
                    <a:pt x="161" y="593"/>
                    <a:pt x="339" y="641"/>
                    <a:pt x="478" y="561"/>
                  </a:cubicBezTo>
                  <a:cubicBezTo>
                    <a:pt x="576" y="504"/>
                    <a:pt x="629" y="399"/>
                    <a:pt x="623" y="293"/>
                  </a:cubicBezTo>
                  <a:cubicBezTo>
                    <a:pt x="623" y="293"/>
                    <a:pt x="623" y="293"/>
                    <a:pt x="623" y="293"/>
                  </a:cubicBezTo>
                  <a:cubicBezTo>
                    <a:pt x="623" y="141"/>
                    <a:pt x="623" y="141"/>
                    <a:pt x="623" y="141"/>
                  </a:cubicBezTo>
                  <a:cubicBezTo>
                    <a:pt x="491" y="65"/>
                    <a:pt x="491" y="65"/>
                    <a:pt x="491" y="65"/>
                  </a:cubicBezTo>
                  <a:cubicBezTo>
                    <a:pt x="491" y="65"/>
                    <a:pt x="491" y="65"/>
                    <a:pt x="491" y="65"/>
                  </a:cubicBezTo>
                  <a:cubicBezTo>
                    <a:pt x="402" y="7"/>
                    <a:pt x="285" y="0"/>
                    <a:pt x="187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1179;p48">
              <a:extLst>
                <a:ext uri="{FF2B5EF4-FFF2-40B4-BE49-F238E27FC236}">
                  <a16:creationId xmlns:a16="http://schemas.microsoft.com/office/drawing/2014/main" xmlns="" id="{5895633B-AE5F-E5DF-C95C-321AAAB22A89}"/>
                </a:ext>
              </a:extLst>
            </p:cNvPr>
            <p:cNvSpPr/>
            <p:nvPr/>
          </p:nvSpPr>
          <p:spPr>
            <a:xfrm>
              <a:off x="5044529" y="4457861"/>
              <a:ext cx="336092" cy="363011"/>
            </a:xfrm>
            <a:custGeom>
              <a:avLst/>
              <a:gdLst/>
              <a:ahLst/>
              <a:cxnLst/>
              <a:rect l="l" t="t" r="r" b="b"/>
              <a:pathLst>
                <a:path w="582" h="627" extrusionOk="0">
                  <a:moveTo>
                    <a:pt x="582" y="291"/>
                  </a:moveTo>
                  <a:cubicBezTo>
                    <a:pt x="582" y="131"/>
                    <a:pt x="452" y="0"/>
                    <a:pt x="291" y="0"/>
                  </a:cubicBezTo>
                  <a:cubicBezTo>
                    <a:pt x="130" y="0"/>
                    <a:pt x="0" y="131"/>
                    <a:pt x="0" y="291"/>
                  </a:cubicBezTo>
                  <a:cubicBezTo>
                    <a:pt x="0" y="405"/>
                    <a:pt x="65" y="503"/>
                    <a:pt x="159" y="551"/>
                  </a:cubicBezTo>
                  <a:cubicBezTo>
                    <a:pt x="159" y="551"/>
                    <a:pt x="159" y="551"/>
                    <a:pt x="159" y="551"/>
                  </a:cubicBezTo>
                  <a:cubicBezTo>
                    <a:pt x="291" y="627"/>
                    <a:pt x="291" y="627"/>
                    <a:pt x="291" y="627"/>
                  </a:cubicBezTo>
                  <a:cubicBezTo>
                    <a:pt x="422" y="551"/>
                    <a:pt x="422" y="551"/>
                    <a:pt x="422" y="551"/>
                  </a:cubicBezTo>
                  <a:cubicBezTo>
                    <a:pt x="422" y="551"/>
                    <a:pt x="422" y="551"/>
                    <a:pt x="422" y="551"/>
                  </a:cubicBezTo>
                  <a:cubicBezTo>
                    <a:pt x="517" y="503"/>
                    <a:pt x="582" y="405"/>
                    <a:pt x="582" y="2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1" name="Google Shape;1180;p48">
            <a:extLst>
              <a:ext uri="{FF2B5EF4-FFF2-40B4-BE49-F238E27FC236}">
                <a16:creationId xmlns:a16="http://schemas.microsoft.com/office/drawing/2014/main" xmlns="" id="{6CC5C9EA-0922-C274-DFB4-7E352B0FA6F5}"/>
              </a:ext>
            </a:extLst>
          </p:cNvPr>
          <p:cNvGrpSpPr/>
          <p:nvPr/>
        </p:nvGrpSpPr>
        <p:grpSpPr>
          <a:xfrm>
            <a:off x="6346917" y="3619089"/>
            <a:ext cx="334364" cy="317297"/>
            <a:chOff x="7000306" y="4442411"/>
            <a:chExt cx="720224" cy="683463"/>
          </a:xfrm>
        </p:grpSpPr>
        <p:sp>
          <p:nvSpPr>
            <p:cNvPr id="202" name="Google Shape;1181;p48">
              <a:extLst>
                <a:ext uri="{FF2B5EF4-FFF2-40B4-BE49-F238E27FC236}">
                  <a16:creationId xmlns:a16="http://schemas.microsoft.com/office/drawing/2014/main" xmlns="" id="{E362FF5B-EFAF-E1A3-E6F3-0ADFFC21F41F}"/>
                </a:ext>
              </a:extLst>
            </p:cNvPr>
            <p:cNvSpPr/>
            <p:nvPr/>
          </p:nvSpPr>
          <p:spPr>
            <a:xfrm>
              <a:off x="7360523" y="4580400"/>
              <a:ext cx="360007" cy="280995"/>
            </a:xfrm>
            <a:custGeom>
              <a:avLst/>
              <a:gdLst/>
              <a:ahLst/>
              <a:cxnLst/>
              <a:rect l="l" t="t" r="r" b="b"/>
              <a:pathLst>
                <a:path w="701" h="548" extrusionOk="0">
                  <a:moveTo>
                    <a:pt x="332" y="529"/>
                  </a:moveTo>
                  <a:cubicBezTo>
                    <a:pt x="382" y="547"/>
                    <a:pt x="438" y="548"/>
                    <a:pt x="493" y="531"/>
                  </a:cubicBezTo>
                  <a:cubicBezTo>
                    <a:pt x="627" y="487"/>
                    <a:pt x="701" y="342"/>
                    <a:pt x="657" y="208"/>
                  </a:cubicBezTo>
                  <a:cubicBezTo>
                    <a:pt x="614" y="74"/>
                    <a:pt x="469" y="0"/>
                    <a:pt x="335" y="44"/>
                  </a:cubicBezTo>
                  <a:cubicBezTo>
                    <a:pt x="280" y="62"/>
                    <a:pt x="236" y="96"/>
                    <a:pt x="205" y="140"/>
                  </a:cubicBezTo>
                  <a:cubicBezTo>
                    <a:pt x="0" y="422"/>
                    <a:pt x="0" y="422"/>
                    <a:pt x="0" y="422"/>
                  </a:cubicBezTo>
                  <a:lnTo>
                    <a:pt x="332" y="5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1182;p48">
              <a:extLst>
                <a:ext uri="{FF2B5EF4-FFF2-40B4-BE49-F238E27FC236}">
                  <a16:creationId xmlns:a16="http://schemas.microsoft.com/office/drawing/2014/main" xmlns="" id="{4C380E16-2696-498F-0ACF-A5C63B30A7CC}"/>
                </a:ext>
              </a:extLst>
            </p:cNvPr>
            <p:cNvSpPr/>
            <p:nvPr/>
          </p:nvSpPr>
          <p:spPr>
            <a:xfrm>
              <a:off x="7359894" y="4796791"/>
              <a:ext cx="281006" cy="329083"/>
            </a:xfrm>
            <a:custGeom>
              <a:avLst/>
              <a:gdLst/>
              <a:ahLst/>
              <a:cxnLst/>
              <a:rect l="l" t="t" r="r" b="b"/>
              <a:pathLst>
                <a:path w="547" h="642" extrusionOk="0">
                  <a:moveTo>
                    <a:pt x="1" y="348"/>
                  </a:moveTo>
                  <a:cubicBezTo>
                    <a:pt x="0" y="402"/>
                    <a:pt x="16" y="456"/>
                    <a:pt x="50" y="502"/>
                  </a:cubicBezTo>
                  <a:cubicBezTo>
                    <a:pt x="133" y="617"/>
                    <a:pt x="293" y="642"/>
                    <a:pt x="407" y="559"/>
                  </a:cubicBezTo>
                  <a:cubicBezTo>
                    <a:pt x="522" y="476"/>
                    <a:pt x="547" y="316"/>
                    <a:pt x="464" y="201"/>
                  </a:cubicBezTo>
                  <a:cubicBezTo>
                    <a:pt x="430" y="155"/>
                    <a:pt x="384" y="123"/>
                    <a:pt x="333" y="107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1" y="34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1183;p48">
              <a:extLst>
                <a:ext uri="{FF2B5EF4-FFF2-40B4-BE49-F238E27FC236}">
                  <a16:creationId xmlns:a16="http://schemas.microsoft.com/office/drawing/2014/main" xmlns="" id="{CB63ECAE-2886-897B-45CA-9D79DF0D7C6E}"/>
                </a:ext>
              </a:extLst>
            </p:cNvPr>
            <p:cNvSpPr/>
            <p:nvPr/>
          </p:nvSpPr>
          <p:spPr>
            <a:xfrm>
              <a:off x="7079935" y="4796791"/>
              <a:ext cx="281006" cy="329083"/>
            </a:xfrm>
            <a:custGeom>
              <a:avLst/>
              <a:gdLst/>
              <a:ahLst/>
              <a:cxnLst/>
              <a:rect l="l" t="t" r="r" b="b"/>
              <a:pathLst>
                <a:path w="547" h="642" extrusionOk="0">
                  <a:moveTo>
                    <a:pt x="214" y="107"/>
                  </a:moveTo>
                  <a:cubicBezTo>
                    <a:pt x="163" y="123"/>
                    <a:pt x="117" y="155"/>
                    <a:pt x="83" y="201"/>
                  </a:cubicBezTo>
                  <a:cubicBezTo>
                    <a:pt x="0" y="316"/>
                    <a:pt x="25" y="476"/>
                    <a:pt x="140" y="559"/>
                  </a:cubicBezTo>
                  <a:cubicBezTo>
                    <a:pt x="254" y="642"/>
                    <a:pt x="414" y="617"/>
                    <a:pt x="497" y="502"/>
                  </a:cubicBezTo>
                  <a:cubicBezTo>
                    <a:pt x="531" y="456"/>
                    <a:pt x="547" y="402"/>
                    <a:pt x="546" y="348"/>
                  </a:cubicBezTo>
                  <a:cubicBezTo>
                    <a:pt x="546" y="0"/>
                    <a:pt x="546" y="0"/>
                    <a:pt x="546" y="0"/>
                  </a:cubicBezTo>
                  <a:lnTo>
                    <a:pt x="214" y="10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1184;p48">
              <a:extLst>
                <a:ext uri="{FF2B5EF4-FFF2-40B4-BE49-F238E27FC236}">
                  <a16:creationId xmlns:a16="http://schemas.microsoft.com/office/drawing/2014/main" xmlns="" id="{AD5D526D-0204-C766-EA3A-25F8B7AC15F0}"/>
                </a:ext>
              </a:extLst>
            </p:cNvPr>
            <p:cNvSpPr/>
            <p:nvPr/>
          </p:nvSpPr>
          <p:spPr>
            <a:xfrm>
              <a:off x="7000306" y="4580400"/>
              <a:ext cx="360216" cy="280995"/>
            </a:xfrm>
            <a:custGeom>
              <a:avLst/>
              <a:gdLst/>
              <a:ahLst/>
              <a:cxnLst/>
              <a:rect l="l" t="t" r="r" b="b"/>
              <a:pathLst>
                <a:path w="701" h="548" extrusionOk="0">
                  <a:moveTo>
                    <a:pt x="496" y="140"/>
                  </a:moveTo>
                  <a:cubicBezTo>
                    <a:pt x="465" y="96"/>
                    <a:pt x="421" y="62"/>
                    <a:pt x="366" y="44"/>
                  </a:cubicBezTo>
                  <a:cubicBezTo>
                    <a:pt x="232" y="0"/>
                    <a:pt x="87" y="74"/>
                    <a:pt x="44" y="208"/>
                  </a:cubicBezTo>
                  <a:cubicBezTo>
                    <a:pt x="0" y="342"/>
                    <a:pt x="74" y="487"/>
                    <a:pt x="208" y="531"/>
                  </a:cubicBezTo>
                  <a:cubicBezTo>
                    <a:pt x="263" y="548"/>
                    <a:pt x="319" y="547"/>
                    <a:pt x="369" y="529"/>
                  </a:cubicBezTo>
                  <a:cubicBezTo>
                    <a:pt x="701" y="422"/>
                    <a:pt x="701" y="422"/>
                    <a:pt x="701" y="422"/>
                  </a:cubicBezTo>
                  <a:lnTo>
                    <a:pt x="496" y="14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1185;p48">
              <a:extLst>
                <a:ext uri="{FF2B5EF4-FFF2-40B4-BE49-F238E27FC236}">
                  <a16:creationId xmlns:a16="http://schemas.microsoft.com/office/drawing/2014/main" xmlns="" id="{D40690EE-B0DA-817A-067C-7886DB8807F7}"/>
                </a:ext>
              </a:extLst>
            </p:cNvPr>
            <p:cNvSpPr/>
            <p:nvPr/>
          </p:nvSpPr>
          <p:spPr>
            <a:xfrm>
              <a:off x="7228925" y="4442411"/>
              <a:ext cx="262985" cy="354379"/>
            </a:xfrm>
            <a:custGeom>
              <a:avLst/>
              <a:gdLst/>
              <a:ahLst/>
              <a:cxnLst/>
              <a:rect l="l" t="t" r="r" b="b"/>
              <a:pathLst>
                <a:path w="512" h="691" extrusionOk="0">
                  <a:moveTo>
                    <a:pt x="461" y="409"/>
                  </a:moveTo>
                  <a:cubicBezTo>
                    <a:pt x="493" y="366"/>
                    <a:pt x="512" y="313"/>
                    <a:pt x="512" y="255"/>
                  </a:cubicBezTo>
                  <a:cubicBezTo>
                    <a:pt x="512" y="114"/>
                    <a:pt x="397" y="0"/>
                    <a:pt x="256" y="0"/>
                  </a:cubicBezTo>
                  <a:cubicBezTo>
                    <a:pt x="115" y="0"/>
                    <a:pt x="0" y="114"/>
                    <a:pt x="0" y="255"/>
                  </a:cubicBezTo>
                  <a:cubicBezTo>
                    <a:pt x="0" y="313"/>
                    <a:pt x="19" y="366"/>
                    <a:pt x="51" y="409"/>
                  </a:cubicBezTo>
                  <a:cubicBezTo>
                    <a:pt x="256" y="691"/>
                    <a:pt x="256" y="691"/>
                    <a:pt x="256" y="691"/>
                  </a:cubicBezTo>
                  <a:lnTo>
                    <a:pt x="461" y="4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7" name="Google Shape;1186;p48">
            <a:extLst>
              <a:ext uri="{FF2B5EF4-FFF2-40B4-BE49-F238E27FC236}">
                <a16:creationId xmlns:a16="http://schemas.microsoft.com/office/drawing/2014/main" xmlns="" id="{294B14B9-B2EC-27DE-49DB-6C65122734E8}"/>
              </a:ext>
            </a:extLst>
          </p:cNvPr>
          <p:cNvGrpSpPr/>
          <p:nvPr/>
        </p:nvGrpSpPr>
        <p:grpSpPr>
          <a:xfrm>
            <a:off x="6827824" y="3617435"/>
            <a:ext cx="334334" cy="320601"/>
            <a:chOff x="8074325" y="4438852"/>
            <a:chExt cx="720160" cy="690579"/>
          </a:xfrm>
        </p:grpSpPr>
        <p:sp>
          <p:nvSpPr>
            <p:cNvPr id="208" name="Google Shape;1187;p48">
              <a:extLst>
                <a:ext uri="{FF2B5EF4-FFF2-40B4-BE49-F238E27FC236}">
                  <a16:creationId xmlns:a16="http://schemas.microsoft.com/office/drawing/2014/main" xmlns="" id="{81F5E553-4942-B25E-D045-0D8C85803D9B}"/>
                </a:ext>
              </a:extLst>
            </p:cNvPr>
            <p:cNvSpPr/>
            <p:nvPr/>
          </p:nvSpPr>
          <p:spPr>
            <a:xfrm>
              <a:off x="8177523" y="4784253"/>
              <a:ext cx="257327" cy="345178"/>
            </a:xfrm>
            <a:custGeom>
              <a:avLst/>
              <a:gdLst/>
              <a:ahLst/>
              <a:cxnLst/>
              <a:rect l="l" t="t" r="r" b="b"/>
              <a:pathLst>
                <a:path w="402" h="539" extrusionOk="0">
                  <a:moveTo>
                    <a:pt x="52" y="231"/>
                  </a:moveTo>
                  <a:cubicBezTo>
                    <a:pt x="0" y="320"/>
                    <a:pt x="31" y="435"/>
                    <a:pt x="120" y="487"/>
                  </a:cubicBezTo>
                  <a:cubicBezTo>
                    <a:pt x="210" y="539"/>
                    <a:pt x="325" y="508"/>
                    <a:pt x="377" y="418"/>
                  </a:cubicBezTo>
                  <a:cubicBezTo>
                    <a:pt x="394" y="388"/>
                    <a:pt x="402" y="355"/>
                    <a:pt x="402" y="323"/>
                  </a:cubicBezTo>
                  <a:cubicBezTo>
                    <a:pt x="402" y="323"/>
                    <a:pt x="402" y="323"/>
                    <a:pt x="402" y="323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94" y="177"/>
                    <a:pt x="69" y="201"/>
                    <a:pt x="52" y="2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1188;p48">
              <a:extLst>
                <a:ext uri="{FF2B5EF4-FFF2-40B4-BE49-F238E27FC236}">
                  <a16:creationId xmlns:a16="http://schemas.microsoft.com/office/drawing/2014/main" xmlns="" id="{A0DB63DF-C2C8-615B-7EC1-2846DBA75102}"/>
                </a:ext>
              </a:extLst>
            </p:cNvPr>
            <p:cNvSpPr/>
            <p:nvPr/>
          </p:nvSpPr>
          <p:spPr>
            <a:xfrm>
              <a:off x="8434850" y="4438852"/>
              <a:ext cx="257327" cy="345401"/>
            </a:xfrm>
            <a:custGeom>
              <a:avLst/>
              <a:gdLst/>
              <a:ahLst/>
              <a:cxnLst/>
              <a:rect l="l" t="t" r="r" b="b"/>
              <a:pathLst>
                <a:path w="402" h="539" extrusionOk="0">
                  <a:moveTo>
                    <a:pt x="350" y="308"/>
                  </a:moveTo>
                  <a:cubicBezTo>
                    <a:pt x="402" y="218"/>
                    <a:pt x="371" y="103"/>
                    <a:pt x="281" y="51"/>
                  </a:cubicBezTo>
                  <a:cubicBezTo>
                    <a:pt x="191" y="0"/>
                    <a:pt x="77" y="30"/>
                    <a:pt x="25" y="120"/>
                  </a:cubicBezTo>
                  <a:cubicBezTo>
                    <a:pt x="8" y="150"/>
                    <a:pt x="0" y="183"/>
                    <a:pt x="0" y="215"/>
                  </a:cubicBezTo>
                  <a:cubicBezTo>
                    <a:pt x="0" y="215"/>
                    <a:pt x="0" y="215"/>
                    <a:pt x="0" y="215"/>
                  </a:cubicBezTo>
                  <a:cubicBezTo>
                    <a:pt x="0" y="539"/>
                    <a:pt x="0" y="539"/>
                    <a:pt x="0" y="539"/>
                  </a:cubicBezTo>
                  <a:cubicBezTo>
                    <a:pt x="280" y="377"/>
                    <a:pt x="280" y="377"/>
                    <a:pt x="280" y="377"/>
                  </a:cubicBezTo>
                  <a:cubicBezTo>
                    <a:pt x="280" y="377"/>
                    <a:pt x="280" y="377"/>
                    <a:pt x="280" y="377"/>
                  </a:cubicBezTo>
                  <a:cubicBezTo>
                    <a:pt x="308" y="361"/>
                    <a:pt x="332" y="338"/>
                    <a:pt x="350" y="3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1189;p48">
              <a:extLst>
                <a:ext uri="{FF2B5EF4-FFF2-40B4-BE49-F238E27FC236}">
                  <a16:creationId xmlns:a16="http://schemas.microsoft.com/office/drawing/2014/main" xmlns="" id="{EAB5A3F6-B19B-68A1-29EC-6CBC0D6EC415}"/>
                </a:ext>
              </a:extLst>
            </p:cNvPr>
            <p:cNvSpPr/>
            <p:nvPr/>
          </p:nvSpPr>
          <p:spPr>
            <a:xfrm>
              <a:off x="8434850" y="4663708"/>
              <a:ext cx="359635" cy="240202"/>
            </a:xfrm>
            <a:custGeom>
              <a:avLst/>
              <a:gdLst/>
              <a:ahLst/>
              <a:cxnLst/>
              <a:rect l="l" t="t" r="r" b="b"/>
              <a:pathLst>
                <a:path w="562" h="375" extrusionOk="0">
                  <a:moveTo>
                    <a:pt x="375" y="375"/>
                  </a:moveTo>
                  <a:cubicBezTo>
                    <a:pt x="478" y="375"/>
                    <a:pt x="562" y="291"/>
                    <a:pt x="562" y="188"/>
                  </a:cubicBezTo>
                  <a:cubicBezTo>
                    <a:pt x="562" y="84"/>
                    <a:pt x="478" y="0"/>
                    <a:pt x="375" y="0"/>
                  </a:cubicBezTo>
                  <a:cubicBezTo>
                    <a:pt x="340" y="0"/>
                    <a:pt x="308" y="9"/>
                    <a:pt x="280" y="26"/>
                  </a:cubicBezTo>
                  <a:cubicBezTo>
                    <a:pt x="280" y="26"/>
                    <a:pt x="280" y="26"/>
                    <a:pt x="280" y="26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280" y="349"/>
                    <a:pt x="280" y="349"/>
                    <a:pt x="280" y="349"/>
                  </a:cubicBezTo>
                  <a:cubicBezTo>
                    <a:pt x="280" y="349"/>
                    <a:pt x="280" y="349"/>
                    <a:pt x="280" y="349"/>
                  </a:cubicBezTo>
                  <a:cubicBezTo>
                    <a:pt x="308" y="366"/>
                    <a:pt x="340" y="375"/>
                    <a:pt x="375" y="3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1190;p48">
              <a:extLst>
                <a:ext uri="{FF2B5EF4-FFF2-40B4-BE49-F238E27FC236}">
                  <a16:creationId xmlns:a16="http://schemas.microsoft.com/office/drawing/2014/main" xmlns="" id="{4AC15DAB-C2B1-820C-C2C2-97BD81E2FD9A}"/>
                </a:ext>
              </a:extLst>
            </p:cNvPr>
            <p:cNvSpPr/>
            <p:nvPr/>
          </p:nvSpPr>
          <p:spPr>
            <a:xfrm>
              <a:off x="8434850" y="4784253"/>
              <a:ext cx="257327" cy="345178"/>
            </a:xfrm>
            <a:custGeom>
              <a:avLst/>
              <a:gdLst/>
              <a:ahLst/>
              <a:cxnLst/>
              <a:rect l="l" t="t" r="r" b="b"/>
              <a:pathLst>
                <a:path w="402" h="539" extrusionOk="0">
                  <a:moveTo>
                    <a:pt x="25" y="418"/>
                  </a:moveTo>
                  <a:cubicBezTo>
                    <a:pt x="77" y="508"/>
                    <a:pt x="191" y="539"/>
                    <a:pt x="281" y="487"/>
                  </a:cubicBezTo>
                  <a:cubicBezTo>
                    <a:pt x="371" y="435"/>
                    <a:pt x="402" y="320"/>
                    <a:pt x="350" y="231"/>
                  </a:cubicBezTo>
                  <a:cubicBezTo>
                    <a:pt x="332" y="201"/>
                    <a:pt x="308" y="177"/>
                    <a:pt x="280" y="161"/>
                  </a:cubicBezTo>
                  <a:cubicBezTo>
                    <a:pt x="280" y="161"/>
                    <a:pt x="280" y="161"/>
                    <a:pt x="280" y="16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0" y="355"/>
                    <a:pt x="8" y="388"/>
                    <a:pt x="25" y="4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1191;p48">
              <a:extLst>
                <a:ext uri="{FF2B5EF4-FFF2-40B4-BE49-F238E27FC236}">
                  <a16:creationId xmlns:a16="http://schemas.microsoft.com/office/drawing/2014/main" xmlns="" id="{A1F7506D-3826-C8BD-C5C4-16AAFAFEFBDE}"/>
                </a:ext>
              </a:extLst>
            </p:cNvPr>
            <p:cNvSpPr/>
            <p:nvPr/>
          </p:nvSpPr>
          <p:spPr>
            <a:xfrm>
              <a:off x="8074325" y="4663708"/>
              <a:ext cx="360524" cy="240202"/>
            </a:xfrm>
            <a:custGeom>
              <a:avLst/>
              <a:gdLst/>
              <a:ahLst/>
              <a:cxnLst/>
              <a:rect l="l" t="t" r="r" b="b"/>
              <a:pathLst>
                <a:path w="563" h="375" extrusionOk="0">
                  <a:moveTo>
                    <a:pt x="188" y="0"/>
                  </a:moveTo>
                  <a:cubicBezTo>
                    <a:pt x="84" y="0"/>
                    <a:pt x="0" y="84"/>
                    <a:pt x="0" y="188"/>
                  </a:cubicBezTo>
                  <a:cubicBezTo>
                    <a:pt x="0" y="291"/>
                    <a:pt x="84" y="375"/>
                    <a:pt x="188" y="375"/>
                  </a:cubicBezTo>
                  <a:cubicBezTo>
                    <a:pt x="222" y="375"/>
                    <a:pt x="255" y="366"/>
                    <a:pt x="283" y="349"/>
                  </a:cubicBezTo>
                  <a:cubicBezTo>
                    <a:pt x="283" y="349"/>
                    <a:pt x="283" y="349"/>
                    <a:pt x="283" y="349"/>
                  </a:cubicBezTo>
                  <a:cubicBezTo>
                    <a:pt x="563" y="188"/>
                    <a:pt x="563" y="188"/>
                    <a:pt x="563" y="188"/>
                  </a:cubicBezTo>
                  <a:cubicBezTo>
                    <a:pt x="283" y="26"/>
                    <a:pt x="283" y="26"/>
                    <a:pt x="283" y="26"/>
                  </a:cubicBezTo>
                  <a:cubicBezTo>
                    <a:pt x="283" y="26"/>
                    <a:pt x="283" y="26"/>
                    <a:pt x="283" y="26"/>
                  </a:cubicBezTo>
                  <a:cubicBezTo>
                    <a:pt x="255" y="9"/>
                    <a:pt x="222" y="0"/>
                    <a:pt x="1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1192;p48">
              <a:extLst>
                <a:ext uri="{FF2B5EF4-FFF2-40B4-BE49-F238E27FC236}">
                  <a16:creationId xmlns:a16="http://schemas.microsoft.com/office/drawing/2014/main" xmlns="" id="{BD0F2653-FF22-AD75-3FEB-2BEB4C244ADA}"/>
                </a:ext>
              </a:extLst>
            </p:cNvPr>
            <p:cNvSpPr/>
            <p:nvPr/>
          </p:nvSpPr>
          <p:spPr>
            <a:xfrm>
              <a:off x="8177523" y="4438852"/>
              <a:ext cx="257327" cy="345401"/>
            </a:xfrm>
            <a:custGeom>
              <a:avLst/>
              <a:gdLst/>
              <a:ahLst/>
              <a:cxnLst/>
              <a:rect l="l" t="t" r="r" b="b"/>
              <a:pathLst>
                <a:path w="402" h="539" extrusionOk="0">
                  <a:moveTo>
                    <a:pt x="377" y="120"/>
                  </a:moveTo>
                  <a:cubicBezTo>
                    <a:pt x="325" y="30"/>
                    <a:pt x="210" y="0"/>
                    <a:pt x="120" y="51"/>
                  </a:cubicBezTo>
                  <a:cubicBezTo>
                    <a:pt x="31" y="103"/>
                    <a:pt x="0" y="218"/>
                    <a:pt x="52" y="308"/>
                  </a:cubicBezTo>
                  <a:cubicBezTo>
                    <a:pt x="69" y="338"/>
                    <a:pt x="94" y="361"/>
                    <a:pt x="122" y="377"/>
                  </a:cubicBezTo>
                  <a:cubicBezTo>
                    <a:pt x="122" y="377"/>
                    <a:pt x="122" y="377"/>
                    <a:pt x="122" y="377"/>
                  </a:cubicBezTo>
                  <a:cubicBezTo>
                    <a:pt x="402" y="539"/>
                    <a:pt x="402" y="539"/>
                    <a:pt x="402" y="539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02" y="183"/>
                    <a:pt x="394" y="150"/>
                    <a:pt x="377" y="1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4" name="Google Shape;1193;p48">
            <a:extLst>
              <a:ext uri="{FF2B5EF4-FFF2-40B4-BE49-F238E27FC236}">
                <a16:creationId xmlns:a16="http://schemas.microsoft.com/office/drawing/2014/main" xmlns="" id="{E5BEC32C-4796-E161-1BB0-6DB288D862B0}"/>
              </a:ext>
            </a:extLst>
          </p:cNvPr>
          <p:cNvGrpSpPr/>
          <p:nvPr/>
        </p:nvGrpSpPr>
        <p:grpSpPr>
          <a:xfrm>
            <a:off x="7789581" y="3627894"/>
            <a:ext cx="334222" cy="299674"/>
            <a:chOff x="9878975" y="4425243"/>
            <a:chExt cx="719918" cy="645502"/>
          </a:xfrm>
        </p:grpSpPr>
        <p:sp>
          <p:nvSpPr>
            <p:cNvPr id="215" name="Google Shape;1194;p48">
              <a:extLst>
                <a:ext uri="{FF2B5EF4-FFF2-40B4-BE49-F238E27FC236}">
                  <a16:creationId xmlns:a16="http://schemas.microsoft.com/office/drawing/2014/main" xmlns="" id="{CB18E88B-FC8E-23E5-0BA5-8D47126E632D}"/>
                </a:ext>
              </a:extLst>
            </p:cNvPr>
            <p:cNvSpPr/>
            <p:nvPr/>
          </p:nvSpPr>
          <p:spPr>
            <a:xfrm>
              <a:off x="10225338" y="4708710"/>
              <a:ext cx="373555" cy="362034"/>
            </a:xfrm>
            <a:custGeom>
              <a:avLst/>
              <a:gdLst/>
              <a:ahLst/>
              <a:cxnLst/>
              <a:rect l="l" t="t" r="r" b="b"/>
              <a:pathLst>
                <a:path w="635" h="614" extrusionOk="0">
                  <a:moveTo>
                    <a:pt x="47" y="160"/>
                  </a:moveTo>
                  <a:cubicBezTo>
                    <a:pt x="9" y="230"/>
                    <a:pt x="0" y="310"/>
                    <a:pt x="20" y="386"/>
                  </a:cubicBezTo>
                  <a:cubicBezTo>
                    <a:pt x="42" y="466"/>
                    <a:pt x="92" y="532"/>
                    <a:pt x="163" y="573"/>
                  </a:cubicBezTo>
                  <a:cubicBezTo>
                    <a:pt x="210" y="600"/>
                    <a:pt x="263" y="614"/>
                    <a:pt x="317" y="614"/>
                  </a:cubicBezTo>
                  <a:cubicBezTo>
                    <a:pt x="426" y="614"/>
                    <a:pt x="528" y="555"/>
                    <a:pt x="583" y="460"/>
                  </a:cubicBezTo>
                  <a:cubicBezTo>
                    <a:pt x="624" y="389"/>
                    <a:pt x="635" y="307"/>
                    <a:pt x="613" y="227"/>
                  </a:cubicBezTo>
                  <a:cubicBezTo>
                    <a:pt x="592" y="148"/>
                    <a:pt x="541" y="82"/>
                    <a:pt x="470" y="41"/>
                  </a:cubicBezTo>
                  <a:cubicBezTo>
                    <a:pt x="426" y="15"/>
                    <a:pt x="376" y="1"/>
                    <a:pt x="325" y="0"/>
                  </a:cubicBezTo>
                  <a:cubicBezTo>
                    <a:pt x="266" y="97"/>
                    <a:pt x="161" y="157"/>
                    <a:pt x="47" y="1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1195;p48">
              <a:extLst>
                <a:ext uri="{FF2B5EF4-FFF2-40B4-BE49-F238E27FC236}">
                  <a16:creationId xmlns:a16="http://schemas.microsoft.com/office/drawing/2014/main" xmlns="" id="{5D952023-7652-EDB0-8522-234ED0818A63}"/>
                </a:ext>
              </a:extLst>
            </p:cNvPr>
            <p:cNvSpPr/>
            <p:nvPr/>
          </p:nvSpPr>
          <p:spPr>
            <a:xfrm>
              <a:off x="10067759" y="4425243"/>
              <a:ext cx="361073" cy="361365"/>
            </a:xfrm>
            <a:custGeom>
              <a:avLst/>
              <a:gdLst/>
              <a:ahLst/>
              <a:cxnLst/>
              <a:rect l="l" t="t" r="r" b="b"/>
              <a:pathLst>
                <a:path w="614" h="613" extrusionOk="0">
                  <a:moveTo>
                    <a:pt x="524" y="89"/>
                  </a:moveTo>
                  <a:cubicBezTo>
                    <a:pt x="466" y="32"/>
                    <a:pt x="389" y="0"/>
                    <a:pt x="307" y="0"/>
                  </a:cubicBezTo>
                  <a:cubicBezTo>
                    <a:pt x="138" y="0"/>
                    <a:pt x="0" y="137"/>
                    <a:pt x="0" y="307"/>
                  </a:cubicBezTo>
                  <a:cubicBezTo>
                    <a:pt x="0" y="358"/>
                    <a:pt x="13" y="408"/>
                    <a:pt x="37" y="453"/>
                  </a:cubicBezTo>
                  <a:cubicBezTo>
                    <a:pt x="151" y="456"/>
                    <a:pt x="256" y="517"/>
                    <a:pt x="315" y="613"/>
                  </a:cubicBezTo>
                  <a:cubicBezTo>
                    <a:pt x="481" y="609"/>
                    <a:pt x="614" y="473"/>
                    <a:pt x="614" y="307"/>
                  </a:cubicBezTo>
                  <a:cubicBezTo>
                    <a:pt x="614" y="225"/>
                    <a:pt x="582" y="147"/>
                    <a:pt x="524" y="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1196;p48">
              <a:extLst>
                <a:ext uri="{FF2B5EF4-FFF2-40B4-BE49-F238E27FC236}">
                  <a16:creationId xmlns:a16="http://schemas.microsoft.com/office/drawing/2014/main" xmlns="" id="{6FB30AAC-2EDF-71E7-93E5-61DB86C7779B}"/>
                </a:ext>
              </a:extLst>
            </p:cNvPr>
            <p:cNvSpPr/>
            <p:nvPr/>
          </p:nvSpPr>
          <p:spPr>
            <a:xfrm>
              <a:off x="9878975" y="4708710"/>
              <a:ext cx="359959" cy="362034"/>
            </a:xfrm>
            <a:custGeom>
              <a:avLst/>
              <a:gdLst/>
              <a:ahLst/>
              <a:cxnLst/>
              <a:rect l="l" t="t" r="r" b="b"/>
              <a:pathLst>
                <a:path w="612" h="614" extrusionOk="0">
                  <a:moveTo>
                    <a:pt x="612" y="147"/>
                  </a:moveTo>
                  <a:cubicBezTo>
                    <a:pt x="556" y="56"/>
                    <a:pt x="457" y="0"/>
                    <a:pt x="350" y="0"/>
                  </a:cubicBezTo>
                  <a:cubicBezTo>
                    <a:pt x="296" y="0"/>
                    <a:pt x="243" y="14"/>
                    <a:pt x="197" y="41"/>
                  </a:cubicBezTo>
                  <a:cubicBezTo>
                    <a:pt x="50" y="126"/>
                    <a:pt x="0" y="314"/>
                    <a:pt x="84" y="460"/>
                  </a:cubicBezTo>
                  <a:cubicBezTo>
                    <a:pt x="139" y="555"/>
                    <a:pt x="241" y="614"/>
                    <a:pt x="350" y="614"/>
                  </a:cubicBezTo>
                  <a:cubicBezTo>
                    <a:pt x="350" y="614"/>
                    <a:pt x="350" y="614"/>
                    <a:pt x="350" y="614"/>
                  </a:cubicBezTo>
                  <a:cubicBezTo>
                    <a:pt x="404" y="614"/>
                    <a:pt x="457" y="600"/>
                    <a:pt x="504" y="573"/>
                  </a:cubicBezTo>
                  <a:cubicBezTo>
                    <a:pt x="548" y="547"/>
                    <a:pt x="585" y="511"/>
                    <a:pt x="612" y="467"/>
                  </a:cubicBezTo>
                  <a:cubicBezTo>
                    <a:pt x="558" y="368"/>
                    <a:pt x="558" y="246"/>
                    <a:pt x="612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8" name="Google Shape;1197;p48">
            <a:extLst>
              <a:ext uri="{FF2B5EF4-FFF2-40B4-BE49-F238E27FC236}">
                <a16:creationId xmlns:a16="http://schemas.microsoft.com/office/drawing/2014/main" xmlns="" id="{8692E8BA-2CED-97A6-6A7C-8AA7C9A6E49E}"/>
              </a:ext>
            </a:extLst>
          </p:cNvPr>
          <p:cNvGrpSpPr/>
          <p:nvPr/>
        </p:nvGrpSpPr>
        <p:grpSpPr>
          <a:xfrm>
            <a:off x="8270348" y="3619499"/>
            <a:ext cx="334339" cy="316473"/>
            <a:chOff x="10914544" y="4407150"/>
            <a:chExt cx="720170" cy="681687"/>
          </a:xfrm>
        </p:grpSpPr>
        <p:sp>
          <p:nvSpPr>
            <p:cNvPr id="219" name="Google Shape;1198;p48">
              <a:extLst>
                <a:ext uri="{FF2B5EF4-FFF2-40B4-BE49-F238E27FC236}">
                  <a16:creationId xmlns:a16="http://schemas.microsoft.com/office/drawing/2014/main" xmlns="" id="{FA3119F2-C1C2-70DB-E251-8A66FFB2FC51}"/>
                </a:ext>
              </a:extLst>
            </p:cNvPr>
            <p:cNvSpPr/>
            <p:nvPr/>
          </p:nvSpPr>
          <p:spPr>
            <a:xfrm>
              <a:off x="10914544" y="4407150"/>
              <a:ext cx="349099" cy="392923"/>
            </a:xfrm>
            <a:custGeom>
              <a:avLst/>
              <a:gdLst/>
              <a:ahLst/>
              <a:cxnLst/>
              <a:rect l="l" t="t" r="r" b="b"/>
              <a:pathLst>
                <a:path w="632" h="712" extrusionOk="0">
                  <a:moveTo>
                    <a:pt x="138" y="607"/>
                  </a:moveTo>
                  <a:cubicBezTo>
                    <a:pt x="0" y="469"/>
                    <a:pt x="0" y="243"/>
                    <a:pt x="138" y="104"/>
                  </a:cubicBezTo>
                  <a:cubicBezTo>
                    <a:pt x="206" y="37"/>
                    <a:pt x="295" y="0"/>
                    <a:pt x="390" y="0"/>
                  </a:cubicBezTo>
                  <a:cubicBezTo>
                    <a:pt x="480" y="0"/>
                    <a:pt x="566" y="33"/>
                    <a:pt x="632" y="94"/>
                  </a:cubicBezTo>
                  <a:cubicBezTo>
                    <a:pt x="565" y="166"/>
                    <a:pt x="529" y="258"/>
                    <a:pt x="529" y="356"/>
                  </a:cubicBezTo>
                  <a:cubicBezTo>
                    <a:pt x="529" y="454"/>
                    <a:pt x="565" y="546"/>
                    <a:pt x="632" y="617"/>
                  </a:cubicBezTo>
                  <a:cubicBezTo>
                    <a:pt x="566" y="678"/>
                    <a:pt x="480" y="712"/>
                    <a:pt x="390" y="712"/>
                  </a:cubicBezTo>
                  <a:cubicBezTo>
                    <a:pt x="295" y="712"/>
                    <a:pt x="206" y="675"/>
                    <a:pt x="138" y="60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1199;p48">
              <a:extLst>
                <a:ext uri="{FF2B5EF4-FFF2-40B4-BE49-F238E27FC236}">
                  <a16:creationId xmlns:a16="http://schemas.microsoft.com/office/drawing/2014/main" xmlns="" id="{3F2FBDF5-7291-408D-AAE9-17BE5BF4343B}"/>
                </a:ext>
              </a:extLst>
            </p:cNvPr>
            <p:cNvSpPr/>
            <p:nvPr/>
          </p:nvSpPr>
          <p:spPr>
            <a:xfrm>
              <a:off x="10933187" y="4759296"/>
              <a:ext cx="393264" cy="329541"/>
            </a:xfrm>
            <a:custGeom>
              <a:avLst/>
              <a:gdLst/>
              <a:ahLst/>
              <a:cxnLst/>
              <a:rect l="l" t="t" r="r" b="b"/>
              <a:pathLst>
                <a:path w="712" h="597" extrusionOk="0">
                  <a:moveTo>
                    <a:pt x="356" y="102"/>
                  </a:moveTo>
                  <a:cubicBezTo>
                    <a:pt x="454" y="102"/>
                    <a:pt x="546" y="66"/>
                    <a:pt x="618" y="0"/>
                  </a:cubicBezTo>
                  <a:cubicBezTo>
                    <a:pt x="679" y="66"/>
                    <a:pt x="712" y="151"/>
                    <a:pt x="712" y="241"/>
                  </a:cubicBezTo>
                  <a:cubicBezTo>
                    <a:pt x="712" y="337"/>
                    <a:pt x="675" y="426"/>
                    <a:pt x="608" y="493"/>
                  </a:cubicBezTo>
                  <a:cubicBezTo>
                    <a:pt x="541" y="560"/>
                    <a:pt x="451" y="597"/>
                    <a:pt x="356" y="597"/>
                  </a:cubicBezTo>
                  <a:cubicBezTo>
                    <a:pt x="261" y="597"/>
                    <a:pt x="172" y="560"/>
                    <a:pt x="104" y="493"/>
                  </a:cubicBezTo>
                  <a:cubicBezTo>
                    <a:pt x="37" y="426"/>
                    <a:pt x="0" y="337"/>
                    <a:pt x="0" y="241"/>
                  </a:cubicBezTo>
                  <a:cubicBezTo>
                    <a:pt x="0" y="151"/>
                    <a:pt x="34" y="66"/>
                    <a:pt x="95" y="0"/>
                  </a:cubicBezTo>
                  <a:cubicBezTo>
                    <a:pt x="166" y="66"/>
                    <a:pt x="258" y="102"/>
                    <a:pt x="356" y="10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1200;p48">
              <a:extLst>
                <a:ext uri="{FF2B5EF4-FFF2-40B4-BE49-F238E27FC236}">
                  <a16:creationId xmlns:a16="http://schemas.microsoft.com/office/drawing/2014/main" xmlns="" id="{C52EDA21-B823-9A97-E7F1-3D69A2B102D3}"/>
                </a:ext>
              </a:extLst>
            </p:cNvPr>
            <p:cNvSpPr/>
            <p:nvPr/>
          </p:nvSpPr>
          <p:spPr>
            <a:xfrm>
              <a:off x="11285615" y="4696357"/>
              <a:ext cx="330458" cy="392479"/>
            </a:xfrm>
            <a:custGeom>
              <a:avLst/>
              <a:gdLst/>
              <a:ahLst/>
              <a:cxnLst/>
              <a:rect l="l" t="t" r="r" b="b"/>
              <a:pathLst>
                <a:path w="598" h="711" extrusionOk="0">
                  <a:moveTo>
                    <a:pt x="493" y="607"/>
                  </a:moveTo>
                  <a:cubicBezTo>
                    <a:pt x="426" y="674"/>
                    <a:pt x="337" y="711"/>
                    <a:pt x="242" y="711"/>
                  </a:cubicBezTo>
                  <a:cubicBezTo>
                    <a:pt x="152" y="711"/>
                    <a:pt x="66" y="678"/>
                    <a:pt x="0" y="617"/>
                  </a:cubicBezTo>
                  <a:cubicBezTo>
                    <a:pt x="67" y="546"/>
                    <a:pt x="103" y="453"/>
                    <a:pt x="103" y="355"/>
                  </a:cubicBezTo>
                  <a:cubicBezTo>
                    <a:pt x="103" y="258"/>
                    <a:pt x="67" y="165"/>
                    <a:pt x="0" y="94"/>
                  </a:cubicBezTo>
                  <a:cubicBezTo>
                    <a:pt x="66" y="33"/>
                    <a:pt x="152" y="0"/>
                    <a:pt x="242" y="0"/>
                  </a:cubicBezTo>
                  <a:cubicBezTo>
                    <a:pt x="337" y="0"/>
                    <a:pt x="426" y="37"/>
                    <a:pt x="493" y="104"/>
                  </a:cubicBezTo>
                  <a:cubicBezTo>
                    <a:pt x="561" y="171"/>
                    <a:pt x="598" y="260"/>
                    <a:pt x="598" y="355"/>
                  </a:cubicBezTo>
                  <a:cubicBezTo>
                    <a:pt x="598" y="451"/>
                    <a:pt x="561" y="540"/>
                    <a:pt x="493" y="6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1201;p48">
              <a:extLst>
                <a:ext uri="{FF2B5EF4-FFF2-40B4-BE49-F238E27FC236}">
                  <a16:creationId xmlns:a16="http://schemas.microsoft.com/office/drawing/2014/main" xmlns="" id="{1DE6A984-11A6-AF1C-D585-6E1F5A60E92E}"/>
                </a:ext>
              </a:extLst>
            </p:cNvPr>
            <p:cNvSpPr/>
            <p:nvPr/>
          </p:nvSpPr>
          <p:spPr>
            <a:xfrm>
              <a:off x="11222808" y="4407150"/>
              <a:ext cx="411906" cy="329541"/>
            </a:xfrm>
            <a:custGeom>
              <a:avLst/>
              <a:gdLst/>
              <a:ahLst/>
              <a:cxnLst/>
              <a:rect l="l" t="t" r="r" b="b"/>
              <a:pathLst>
                <a:path w="746" h="597" extrusionOk="0">
                  <a:moveTo>
                    <a:pt x="356" y="0"/>
                  </a:moveTo>
                  <a:cubicBezTo>
                    <a:pt x="451" y="0"/>
                    <a:pt x="540" y="37"/>
                    <a:pt x="607" y="104"/>
                  </a:cubicBezTo>
                  <a:cubicBezTo>
                    <a:pt x="743" y="240"/>
                    <a:pt x="746" y="458"/>
                    <a:pt x="617" y="597"/>
                  </a:cubicBezTo>
                  <a:cubicBezTo>
                    <a:pt x="546" y="531"/>
                    <a:pt x="454" y="495"/>
                    <a:pt x="356" y="495"/>
                  </a:cubicBezTo>
                  <a:cubicBezTo>
                    <a:pt x="258" y="495"/>
                    <a:pt x="166" y="531"/>
                    <a:pt x="94" y="597"/>
                  </a:cubicBezTo>
                  <a:cubicBezTo>
                    <a:pt x="33" y="531"/>
                    <a:pt x="0" y="446"/>
                    <a:pt x="0" y="356"/>
                  </a:cubicBezTo>
                  <a:cubicBezTo>
                    <a:pt x="0" y="261"/>
                    <a:pt x="37" y="171"/>
                    <a:pt x="104" y="104"/>
                  </a:cubicBezTo>
                  <a:cubicBezTo>
                    <a:pt x="171" y="37"/>
                    <a:pt x="261" y="0"/>
                    <a:pt x="3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3" name="Google Shape;1202;p48">
            <a:extLst>
              <a:ext uri="{FF2B5EF4-FFF2-40B4-BE49-F238E27FC236}">
                <a16:creationId xmlns:a16="http://schemas.microsoft.com/office/drawing/2014/main" xmlns="" id="{BE6BA889-7222-35A3-09F0-0B0B9BA9FD9C}"/>
              </a:ext>
            </a:extLst>
          </p:cNvPr>
          <p:cNvGrpSpPr/>
          <p:nvPr/>
        </p:nvGrpSpPr>
        <p:grpSpPr>
          <a:xfrm>
            <a:off x="7308687" y="3625585"/>
            <a:ext cx="334354" cy="304301"/>
            <a:chOff x="8843122" y="4420259"/>
            <a:chExt cx="720202" cy="655469"/>
          </a:xfrm>
        </p:grpSpPr>
        <p:sp>
          <p:nvSpPr>
            <p:cNvPr id="224" name="Google Shape;1203;p48">
              <a:extLst>
                <a:ext uri="{FF2B5EF4-FFF2-40B4-BE49-F238E27FC236}">
                  <a16:creationId xmlns:a16="http://schemas.microsoft.com/office/drawing/2014/main" xmlns="" id="{1F1985DD-B3FA-63B9-C0A7-AFC63694F7E2}"/>
                </a:ext>
              </a:extLst>
            </p:cNvPr>
            <p:cNvSpPr/>
            <p:nvPr/>
          </p:nvSpPr>
          <p:spPr>
            <a:xfrm>
              <a:off x="8843122" y="4664371"/>
              <a:ext cx="351295" cy="411356"/>
            </a:xfrm>
            <a:custGeom>
              <a:avLst/>
              <a:gdLst/>
              <a:ahLst/>
              <a:cxnLst/>
              <a:rect l="l" t="t" r="r" b="b"/>
              <a:pathLst>
                <a:path w="530" h="618" extrusionOk="0">
                  <a:moveTo>
                    <a:pt x="374" y="277"/>
                  </a:moveTo>
                  <a:cubicBezTo>
                    <a:pt x="280" y="220"/>
                    <a:pt x="216" y="122"/>
                    <a:pt x="203" y="13"/>
                  </a:cubicBezTo>
                  <a:cubicBezTo>
                    <a:pt x="202" y="5"/>
                    <a:pt x="192" y="0"/>
                    <a:pt x="185" y="5"/>
                  </a:cubicBezTo>
                  <a:cubicBezTo>
                    <a:pt x="44" y="104"/>
                    <a:pt x="0" y="297"/>
                    <a:pt x="88" y="449"/>
                  </a:cubicBezTo>
                  <a:cubicBezTo>
                    <a:pt x="148" y="553"/>
                    <a:pt x="259" y="618"/>
                    <a:pt x="380" y="618"/>
                  </a:cubicBezTo>
                  <a:cubicBezTo>
                    <a:pt x="380" y="618"/>
                    <a:pt x="380" y="618"/>
                    <a:pt x="380" y="618"/>
                  </a:cubicBezTo>
                  <a:cubicBezTo>
                    <a:pt x="428" y="618"/>
                    <a:pt x="477" y="607"/>
                    <a:pt x="521" y="586"/>
                  </a:cubicBezTo>
                  <a:cubicBezTo>
                    <a:pt x="529" y="583"/>
                    <a:pt x="530" y="572"/>
                    <a:pt x="523" y="567"/>
                  </a:cubicBezTo>
                  <a:cubicBezTo>
                    <a:pt x="435" y="501"/>
                    <a:pt x="382" y="397"/>
                    <a:pt x="380" y="287"/>
                  </a:cubicBezTo>
                  <a:cubicBezTo>
                    <a:pt x="380" y="283"/>
                    <a:pt x="378" y="279"/>
                    <a:pt x="374" y="277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1204;p48">
              <a:extLst>
                <a:ext uri="{FF2B5EF4-FFF2-40B4-BE49-F238E27FC236}">
                  <a16:creationId xmlns:a16="http://schemas.microsoft.com/office/drawing/2014/main" xmlns="" id="{3F859D54-F8A2-DDC4-32E0-91623652C038}"/>
                </a:ext>
              </a:extLst>
            </p:cNvPr>
            <p:cNvSpPr/>
            <p:nvPr/>
          </p:nvSpPr>
          <p:spPr>
            <a:xfrm>
              <a:off x="9232824" y="4664371"/>
              <a:ext cx="330500" cy="411356"/>
            </a:xfrm>
            <a:custGeom>
              <a:avLst/>
              <a:gdLst/>
              <a:ahLst/>
              <a:cxnLst/>
              <a:rect l="l" t="t" r="r" b="b"/>
              <a:pathLst>
                <a:path w="499" h="618" extrusionOk="0">
                  <a:moveTo>
                    <a:pt x="326" y="13"/>
                  </a:moveTo>
                  <a:cubicBezTo>
                    <a:pt x="313" y="122"/>
                    <a:pt x="250" y="220"/>
                    <a:pt x="155" y="277"/>
                  </a:cubicBezTo>
                  <a:cubicBezTo>
                    <a:pt x="152" y="279"/>
                    <a:pt x="149" y="283"/>
                    <a:pt x="149" y="287"/>
                  </a:cubicBezTo>
                  <a:cubicBezTo>
                    <a:pt x="147" y="397"/>
                    <a:pt x="94" y="501"/>
                    <a:pt x="7" y="567"/>
                  </a:cubicBezTo>
                  <a:cubicBezTo>
                    <a:pt x="0" y="572"/>
                    <a:pt x="1" y="583"/>
                    <a:pt x="9" y="586"/>
                  </a:cubicBezTo>
                  <a:cubicBezTo>
                    <a:pt x="53" y="607"/>
                    <a:pt x="101" y="618"/>
                    <a:pt x="150" y="618"/>
                  </a:cubicBezTo>
                  <a:cubicBezTo>
                    <a:pt x="270" y="618"/>
                    <a:pt x="382" y="553"/>
                    <a:pt x="442" y="449"/>
                  </a:cubicBezTo>
                  <a:cubicBezTo>
                    <a:pt x="487" y="371"/>
                    <a:pt x="499" y="281"/>
                    <a:pt x="476" y="194"/>
                  </a:cubicBezTo>
                  <a:cubicBezTo>
                    <a:pt x="455" y="117"/>
                    <a:pt x="409" y="51"/>
                    <a:pt x="344" y="5"/>
                  </a:cubicBezTo>
                  <a:cubicBezTo>
                    <a:pt x="337" y="0"/>
                    <a:pt x="327" y="5"/>
                    <a:pt x="326" y="13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1205;p48">
              <a:extLst>
                <a:ext uri="{FF2B5EF4-FFF2-40B4-BE49-F238E27FC236}">
                  <a16:creationId xmlns:a16="http://schemas.microsoft.com/office/drawing/2014/main" xmlns="" id="{C0E09EC4-FD4D-7A83-F04A-2D62C4BCB194}"/>
                </a:ext>
              </a:extLst>
            </p:cNvPr>
            <p:cNvSpPr/>
            <p:nvPr/>
          </p:nvSpPr>
          <p:spPr>
            <a:xfrm>
              <a:off x="9108305" y="4859367"/>
              <a:ext cx="210630" cy="182470"/>
            </a:xfrm>
            <a:custGeom>
              <a:avLst/>
              <a:gdLst/>
              <a:ahLst/>
              <a:cxnLst/>
              <a:rect l="l" t="t" r="r" b="b"/>
              <a:pathLst>
                <a:path w="318" h="274" extrusionOk="0">
                  <a:moveTo>
                    <a:pt x="165" y="271"/>
                  </a:moveTo>
                  <a:cubicBezTo>
                    <a:pt x="253" y="214"/>
                    <a:pt x="309" y="118"/>
                    <a:pt x="317" y="14"/>
                  </a:cubicBezTo>
                  <a:cubicBezTo>
                    <a:pt x="318" y="6"/>
                    <a:pt x="309" y="0"/>
                    <a:pt x="301" y="3"/>
                  </a:cubicBezTo>
                  <a:cubicBezTo>
                    <a:pt x="256" y="23"/>
                    <a:pt x="208" y="33"/>
                    <a:pt x="159" y="33"/>
                  </a:cubicBezTo>
                  <a:cubicBezTo>
                    <a:pt x="110" y="33"/>
                    <a:pt x="61" y="23"/>
                    <a:pt x="16" y="3"/>
                  </a:cubicBezTo>
                  <a:cubicBezTo>
                    <a:pt x="8" y="0"/>
                    <a:pt x="0" y="6"/>
                    <a:pt x="0" y="14"/>
                  </a:cubicBezTo>
                  <a:cubicBezTo>
                    <a:pt x="9" y="118"/>
                    <a:pt x="65" y="214"/>
                    <a:pt x="152" y="271"/>
                  </a:cubicBezTo>
                  <a:cubicBezTo>
                    <a:pt x="156" y="274"/>
                    <a:pt x="161" y="274"/>
                    <a:pt x="165" y="271"/>
                  </a:cubicBezTo>
                  <a:close/>
                </a:path>
              </a:pathLst>
            </a:custGeom>
            <a:solidFill>
              <a:srgbClr val="A2C4C9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1206;p48">
              <a:extLst>
                <a:ext uri="{FF2B5EF4-FFF2-40B4-BE49-F238E27FC236}">
                  <a16:creationId xmlns:a16="http://schemas.microsoft.com/office/drawing/2014/main" xmlns="" id="{AE99B4E3-EABB-A1EF-6A97-4AE3F630CC6C}"/>
                </a:ext>
              </a:extLst>
            </p:cNvPr>
            <p:cNvSpPr/>
            <p:nvPr/>
          </p:nvSpPr>
          <p:spPr>
            <a:xfrm>
              <a:off x="8990881" y="4420259"/>
              <a:ext cx="445234" cy="224220"/>
            </a:xfrm>
            <a:custGeom>
              <a:avLst/>
              <a:gdLst/>
              <a:ahLst/>
              <a:cxnLst/>
              <a:rect l="l" t="t" r="r" b="b"/>
              <a:pathLst>
                <a:path w="672" h="337" extrusionOk="0">
                  <a:moveTo>
                    <a:pt x="336" y="0"/>
                  </a:moveTo>
                  <a:cubicBezTo>
                    <a:pt x="160" y="0"/>
                    <a:pt x="15" y="135"/>
                    <a:pt x="0" y="307"/>
                  </a:cubicBezTo>
                  <a:cubicBezTo>
                    <a:pt x="0" y="315"/>
                    <a:pt x="8" y="322"/>
                    <a:pt x="16" y="318"/>
                  </a:cubicBezTo>
                  <a:cubicBezTo>
                    <a:pt x="60" y="299"/>
                    <a:pt x="108" y="290"/>
                    <a:pt x="156" y="290"/>
                  </a:cubicBezTo>
                  <a:cubicBezTo>
                    <a:pt x="217" y="290"/>
                    <a:pt x="277" y="305"/>
                    <a:pt x="330" y="335"/>
                  </a:cubicBezTo>
                  <a:cubicBezTo>
                    <a:pt x="334" y="337"/>
                    <a:pt x="338" y="337"/>
                    <a:pt x="341" y="335"/>
                  </a:cubicBezTo>
                  <a:cubicBezTo>
                    <a:pt x="395" y="305"/>
                    <a:pt x="455" y="290"/>
                    <a:pt x="516" y="290"/>
                  </a:cubicBezTo>
                  <a:cubicBezTo>
                    <a:pt x="564" y="290"/>
                    <a:pt x="611" y="299"/>
                    <a:pt x="655" y="318"/>
                  </a:cubicBezTo>
                  <a:cubicBezTo>
                    <a:pt x="663" y="321"/>
                    <a:pt x="672" y="315"/>
                    <a:pt x="671" y="307"/>
                  </a:cubicBezTo>
                  <a:cubicBezTo>
                    <a:pt x="656" y="135"/>
                    <a:pt x="511" y="0"/>
                    <a:pt x="336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1207;p48">
              <a:extLst>
                <a:ext uri="{FF2B5EF4-FFF2-40B4-BE49-F238E27FC236}">
                  <a16:creationId xmlns:a16="http://schemas.microsoft.com/office/drawing/2014/main" xmlns="" id="{037C92F8-9D52-EF55-AF70-9435B8DDE2E0}"/>
                </a:ext>
              </a:extLst>
            </p:cNvPr>
            <p:cNvSpPr/>
            <p:nvPr/>
          </p:nvSpPr>
          <p:spPr>
            <a:xfrm>
              <a:off x="8988924" y="4625814"/>
              <a:ext cx="207939" cy="207766"/>
            </a:xfrm>
            <a:custGeom>
              <a:avLst/>
              <a:gdLst/>
              <a:ahLst/>
              <a:cxnLst/>
              <a:rect l="l" t="t" r="r" b="b"/>
              <a:pathLst>
                <a:path w="314" h="312" extrusionOk="0">
                  <a:moveTo>
                    <a:pt x="147" y="307"/>
                  </a:moveTo>
                  <a:cubicBezTo>
                    <a:pt x="154" y="312"/>
                    <a:pt x="163" y="308"/>
                    <a:pt x="164" y="299"/>
                  </a:cubicBezTo>
                  <a:cubicBezTo>
                    <a:pt x="170" y="251"/>
                    <a:pt x="185" y="203"/>
                    <a:pt x="210" y="161"/>
                  </a:cubicBezTo>
                  <a:cubicBezTo>
                    <a:pt x="234" y="118"/>
                    <a:pt x="268" y="81"/>
                    <a:pt x="307" y="52"/>
                  </a:cubicBezTo>
                  <a:cubicBezTo>
                    <a:pt x="314" y="47"/>
                    <a:pt x="313" y="37"/>
                    <a:pt x="305" y="33"/>
                  </a:cubicBezTo>
                  <a:cubicBezTo>
                    <a:pt x="260" y="11"/>
                    <a:pt x="210" y="0"/>
                    <a:pt x="159" y="0"/>
                  </a:cubicBezTo>
                  <a:cubicBezTo>
                    <a:pt x="104" y="0"/>
                    <a:pt x="49" y="14"/>
                    <a:pt x="0" y="40"/>
                  </a:cubicBezTo>
                  <a:cubicBezTo>
                    <a:pt x="4" y="147"/>
                    <a:pt x="59" y="247"/>
                    <a:pt x="147" y="307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1208;p48">
              <a:extLst>
                <a:ext uri="{FF2B5EF4-FFF2-40B4-BE49-F238E27FC236}">
                  <a16:creationId xmlns:a16="http://schemas.microsoft.com/office/drawing/2014/main" xmlns="" id="{1BA7B6ED-0BE5-C63C-B4CF-0E77FF272FA4}"/>
                </a:ext>
              </a:extLst>
            </p:cNvPr>
            <p:cNvSpPr/>
            <p:nvPr/>
          </p:nvSpPr>
          <p:spPr>
            <a:xfrm>
              <a:off x="9232824" y="4627288"/>
              <a:ext cx="203291" cy="203591"/>
            </a:xfrm>
            <a:custGeom>
              <a:avLst/>
              <a:gdLst/>
              <a:ahLst/>
              <a:cxnLst/>
              <a:rect l="l" t="t" r="r" b="b"/>
              <a:pathLst>
                <a:path w="307" h="306" extrusionOk="0">
                  <a:moveTo>
                    <a:pt x="9" y="31"/>
                  </a:moveTo>
                  <a:cubicBezTo>
                    <a:pt x="1" y="35"/>
                    <a:pt x="0" y="45"/>
                    <a:pt x="7" y="51"/>
                  </a:cubicBezTo>
                  <a:cubicBezTo>
                    <a:pt x="45" y="79"/>
                    <a:pt x="77" y="116"/>
                    <a:pt x="101" y="158"/>
                  </a:cubicBezTo>
                  <a:cubicBezTo>
                    <a:pt x="126" y="199"/>
                    <a:pt x="141" y="246"/>
                    <a:pt x="147" y="293"/>
                  </a:cubicBezTo>
                  <a:cubicBezTo>
                    <a:pt x="148" y="302"/>
                    <a:pt x="158" y="306"/>
                    <a:pt x="165" y="301"/>
                  </a:cubicBezTo>
                  <a:cubicBezTo>
                    <a:pt x="248" y="243"/>
                    <a:pt x="301" y="149"/>
                    <a:pt x="307" y="46"/>
                  </a:cubicBezTo>
                  <a:cubicBezTo>
                    <a:pt x="307" y="42"/>
                    <a:pt x="305" y="38"/>
                    <a:pt x="301" y="35"/>
                  </a:cubicBezTo>
                  <a:cubicBezTo>
                    <a:pt x="254" y="12"/>
                    <a:pt x="202" y="0"/>
                    <a:pt x="151" y="0"/>
                  </a:cubicBezTo>
                  <a:cubicBezTo>
                    <a:pt x="101" y="0"/>
                    <a:pt x="53" y="11"/>
                    <a:pt x="9" y="31"/>
                  </a:cubicBez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0" name="Google Shape;1209;p48">
            <a:extLst>
              <a:ext uri="{FF2B5EF4-FFF2-40B4-BE49-F238E27FC236}">
                <a16:creationId xmlns:a16="http://schemas.microsoft.com/office/drawing/2014/main" xmlns="" id="{002372AB-1480-D45D-2610-0FA516859CAC}"/>
              </a:ext>
            </a:extLst>
          </p:cNvPr>
          <p:cNvGrpSpPr/>
          <p:nvPr/>
        </p:nvGrpSpPr>
        <p:grpSpPr>
          <a:xfrm>
            <a:off x="4910843" y="3099506"/>
            <a:ext cx="334359" cy="295889"/>
            <a:chOff x="1510757" y="3225422"/>
            <a:chExt cx="720214" cy="637347"/>
          </a:xfrm>
        </p:grpSpPr>
        <p:sp>
          <p:nvSpPr>
            <p:cNvPr id="231" name="Google Shape;1210;p48">
              <a:extLst>
                <a:ext uri="{FF2B5EF4-FFF2-40B4-BE49-F238E27FC236}">
                  <a16:creationId xmlns:a16="http://schemas.microsoft.com/office/drawing/2014/main" xmlns="" id="{28776702-2CBF-8FE2-6121-487FA9D1046C}"/>
                </a:ext>
              </a:extLst>
            </p:cNvPr>
            <p:cNvSpPr/>
            <p:nvPr/>
          </p:nvSpPr>
          <p:spPr>
            <a:xfrm>
              <a:off x="1774546" y="3475620"/>
              <a:ext cx="261417" cy="238347"/>
            </a:xfrm>
            <a:custGeom>
              <a:avLst/>
              <a:gdLst/>
              <a:ahLst/>
              <a:cxnLst/>
              <a:rect l="l" t="t" r="r" b="b"/>
              <a:pathLst>
                <a:path w="385" h="351" extrusionOk="0">
                  <a:moveTo>
                    <a:pt x="0" y="288"/>
                  </a:moveTo>
                  <a:cubicBezTo>
                    <a:pt x="0" y="195"/>
                    <a:pt x="0" y="195"/>
                    <a:pt x="0" y="195"/>
                  </a:cubicBezTo>
                  <a:cubicBezTo>
                    <a:pt x="7" y="203"/>
                    <a:pt x="17" y="209"/>
                    <a:pt x="28" y="209"/>
                  </a:cubicBezTo>
                  <a:cubicBezTo>
                    <a:pt x="39" y="209"/>
                    <a:pt x="49" y="204"/>
                    <a:pt x="56" y="195"/>
                  </a:cubicBezTo>
                  <a:cubicBezTo>
                    <a:pt x="66" y="183"/>
                    <a:pt x="72" y="166"/>
                    <a:pt x="71" y="146"/>
                  </a:cubicBezTo>
                  <a:cubicBezTo>
                    <a:pt x="72" y="127"/>
                    <a:pt x="66" y="110"/>
                    <a:pt x="56" y="98"/>
                  </a:cubicBezTo>
                  <a:cubicBezTo>
                    <a:pt x="49" y="89"/>
                    <a:pt x="39" y="84"/>
                    <a:pt x="28" y="84"/>
                  </a:cubicBezTo>
                  <a:cubicBezTo>
                    <a:pt x="17" y="84"/>
                    <a:pt x="7" y="89"/>
                    <a:pt x="0" y="9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9" y="0"/>
                    <a:pt x="189" y="0"/>
                    <a:pt x="189" y="0"/>
                  </a:cubicBezTo>
                  <a:cubicBezTo>
                    <a:pt x="312" y="0"/>
                    <a:pt x="312" y="0"/>
                    <a:pt x="312" y="0"/>
                  </a:cubicBezTo>
                  <a:cubicBezTo>
                    <a:pt x="313" y="0"/>
                    <a:pt x="313" y="0"/>
                    <a:pt x="313" y="0"/>
                  </a:cubicBezTo>
                  <a:cubicBezTo>
                    <a:pt x="313" y="122"/>
                    <a:pt x="313" y="122"/>
                    <a:pt x="313" y="122"/>
                  </a:cubicBezTo>
                  <a:cubicBezTo>
                    <a:pt x="314" y="125"/>
                    <a:pt x="317" y="128"/>
                    <a:pt x="320" y="128"/>
                  </a:cubicBezTo>
                  <a:cubicBezTo>
                    <a:pt x="327" y="129"/>
                    <a:pt x="334" y="129"/>
                    <a:pt x="338" y="122"/>
                  </a:cubicBezTo>
                  <a:cubicBezTo>
                    <a:pt x="341" y="119"/>
                    <a:pt x="342" y="115"/>
                    <a:pt x="345" y="111"/>
                  </a:cubicBezTo>
                  <a:cubicBezTo>
                    <a:pt x="351" y="100"/>
                    <a:pt x="366" y="99"/>
                    <a:pt x="374" y="109"/>
                  </a:cubicBezTo>
                  <a:cubicBezTo>
                    <a:pt x="382" y="119"/>
                    <a:pt x="385" y="133"/>
                    <a:pt x="385" y="146"/>
                  </a:cubicBezTo>
                  <a:cubicBezTo>
                    <a:pt x="385" y="160"/>
                    <a:pt x="382" y="174"/>
                    <a:pt x="374" y="184"/>
                  </a:cubicBezTo>
                  <a:cubicBezTo>
                    <a:pt x="366" y="194"/>
                    <a:pt x="351" y="193"/>
                    <a:pt x="345" y="182"/>
                  </a:cubicBezTo>
                  <a:cubicBezTo>
                    <a:pt x="342" y="178"/>
                    <a:pt x="341" y="174"/>
                    <a:pt x="338" y="170"/>
                  </a:cubicBezTo>
                  <a:cubicBezTo>
                    <a:pt x="334" y="164"/>
                    <a:pt x="327" y="164"/>
                    <a:pt x="320" y="164"/>
                  </a:cubicBezTo>
                  <a:cubicBezTo>
                    <a:pt x="317" y="164"/>
                    <a:pt x="314" y="168"/>
                    <a:pt x="313" y="171"/>
                  </a:cubicBezTo>
                  <a:cubicBezTo>
                    <a:pt x="313" y="351"/>
                    <a:pt x="313" y="351"/>
                    <a:pt x="313" y="351"/>
                  </a:cubicBezTo>
                  <a:cubicBezTo>
                    <a:pt x="107" y="324"/>
                    <a:pt x="107" y="324"/>
                    <a:pt x="107" y="324"/>
                  </a:cubicBezTo>
                  <a:cubicBezTo>
                    <a:pt x="107" y="324"/>
                    <a:pt x="74" y="316"/>
                    <a:pt x="52" y="310"/>
                  </a:cubicBezTo>
                  <a:cubicBezTo>
                    <a:pt x="32" y="305"/>
                    <a:pt x="0" y="288"/>
                    <a:pt x="0" y="2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1211;p48">
              <a:extLst>
                <a:ext uri="{FF2B5EF4-FFF2-40B4-BE49-F238E27FC236}">
                  <a16:creationId xmlns:a16="http://schemas.microsoft.com/office/drawing/2014/main" xmlns="" id="{8C780715-BCD0-9061-7B8F-30D4B8E16231}"/>
                </a:ext>
              </a:extLst>
            </p:cNvPr>
            <p:cNvSpPr/>
            <p:nvPr/>
          </p:nvSpPr>
          <p:spPr>
            <a:xfrm>
              <a:off x="2000650" y="3426634"/>
              <a:ext cx="230321" cy="296287"/>
            </a:xfrm>
            <a:custGeom>
              <a:avLst/>
              <a:gdLst/>
              <a:ahLst/>
              <a:cxnLst/>
              <a:rect l="l" t="t" r="r" b="b"/>
              <a:pathLst>
                <a:path w="339" h="436" extrusionOk="0">
                  <a:moveTo>
                    <a:pt x="187" y="65"/>
                  </a:moveTo>
                  <a:cubicBezTo>
                    <a:pt x="187" y="58"/>
                    <a:pt x="187" y="51"/>
                    <a:pt x="193" y="47"/>
                  </a:cubicBezTo>
                  <a:cubicBezTo>
                    <a:pt x="197" y="45"/>
                    <a:pt x="201" y="43"/>
                    <a:pt x="205" y="41"/>
                  </a:cubicBezTo>
                  <a:cubicBezTo>
                    <a:pt x="216" y="34"/>
                    <a:pt x="217" y="20"/>
                    <a:pt x="207" y="11"/>
                  </a:cubicBezTo>
                  <a:cubicBezTo>
                    <a:pt x="197" y="3"/>
                    <a:pt x="183" y="0"/>
                    <a:pt x="169" y="0"/>
                  </a:cubicBezTo>
                  <a:cubicBezTo>
                    <a:pt x="156" y="0"/>
                    <a:pt x="142" y="3"/>
                    <a:pt x="132" y="11"/>
                  </a:cubicBezTo>
                  <a:cubicBezTo>
                    <a:pt x="122" y="20"/>
                    <a:pt x="123" y="34"/>
                    <a:pt x="134" y="41"/>
                  </a:cubicBezTo>
                  <a:cubicBezTo>
                    <a:pt x="138" y="43"/>
                    <a:pt x="142" y="45"/>
                    <a:pt x="145" y="47"/>
                  </a:cubicBezTo>
                  <a:cubicBezTo>
                    <a:pt x="152" y="51"/>
                    <a:pt x="152" y="58"/>
                    <a:pt x="151" y="65"/>
                  </a:cubicBezTo>
                  <a:cubicBezTo>
                    <a:pt x="151" y="69"/>
                    <a:pt x="148" y="71"/>
                    <a:pt x="145" y="72"/>
                  </a:cubicBezTo>
                  <a:cubicBezTo>
                    <a:pt x="61" y="72"/>
                    <a:pt x="61" y="72"/>
                    <a:pt x="61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7" y="161"/>
                    <a:pt x="17" y="156"/>
                    <a:pt x="28" y="156"/>
                  </a:cubicBezTo>
                  <a:cubicBezTo>
                    <a:pt x="39" y="156"/>
                    <a:pt x="49" y="161"/>
                    <a:pt x="56" y="170"/>
                  </a:cubicBezTo>
                  <a:cubicBezTo>
                    <a:pt x="66" y="182"/>
                    <a:pt x="71" y="199"/>
                    <a:pt x="71" y="218"/>
                  </a:cubicBezTo>
                  <a:cubicBezTo>
                    <a:pt x="71" y="238"/>
                    <a:pt x="66" y="255"/>
                    <a:pt x="56" y="267"/>
                  </a:cubicBezTo>
                  <a:cubicBezTo>
                    <a:pt x="49" y="276"/>
                    <a:pt x="39" y="281"/>
                    <a:pt x="28" y="281"/>
                  </a:cubicBezTo>
                  <a:cubicBezTo>
                    <a:pt x="17" y="281"/>
                    <a:pt x="7" y="275"/>
                    <a:pt x="0" y="267"/>
                  </a:cubicBezTo>
                  <a:cubicBezTo>
                    <a:pt x="0" y="425"/>
                    <a:pt x="0" y="425"/>
                    <a:pt x="0" y="425"/>
                  </a:cubicBezTo>
                  <a:cubicBezTo>
                    <a:pt x="86" y="436"/>
                    <a:pt x="86" y="436"/>
                    <a:pt x="86" y="436"/>
                  </a:cubicBezTo>
                  <a:cubicBezTo>
                    <a:pt x="128" y="431"/>
                    <a:pt x="201" y="415"/>
                    <a:pt x="248" y="367"/>
                  </a:cubicBezTo>
                  <a:cubicBezTo>
                    <a:pt x="307" y="309"/>
                    <a:pt x="328" y="205"/>
                    <a:pt x="328" y="205"/>
                  </a:cubicBezTo>
                  <a:cubicBezTo>
                    <a:pt x="328" y="205"/>
                    <a:pt x="339" y="143"/>
                    <a:pt x="333" y="72"/>
                  </a:cubicBezTo>
                  <a:cubicBezTo>
                    <a:pt x="193" y="72"/>
                    <a:pt x="193" y="72"/>
                    <a:pt x="193" y="72"/>
                  </a:cubicBezTo>
                  <a:cubicBezTo>
                    <a:pt x="190" y="71"/>
                    <a:pt x="187" y="69"/>
                    <a:pt x="187" y="6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1212;p48">
              <a:extLst>
                <a:ext uri="{FF2B5EF4-FFF2-40B4-BE49-F238E27FC236}">
                  <a16:creationId xmlns:a16="http://schemas.microsoft.com/office/drawing/2014/main" xmlns="" id="{DE24DEB9-D345-2012-4921-D05D6CE2966C}"/>
                </a:ext>
              </a:extLst>
            </p:cNvPr>
            <p:cNvSpPr/>
            <p:nvPr/>
          </p:nvSpPr>
          <p:spPr>
            <a:xfrm>
              <a:off x="1774546" y="3225422"/>
              <a:ext cx="211874" cy="236503"/>
            </a:xfrm>
            <a:custGeom>
              <a:avLst/>
              <a:gdLst/>
              <a:ahLst/>
              <a:cxnLst/>
              <a:rect l="l" t="t" r="r" b="b"/>
              <a:pathLst>
                <a:path w="312" h="348" extrusionOk="0">
                  <a:moveTo>
                    <a:pt x="0" y="157"/>
                  </a:moveTo>
                  <a:cubicBezTo>
                    <a:pt x="7" y="149"/>
                    <a:pt x="17" y="143"/>
                    <a:pt x="28" y="143"/>
                  </a:cubicBezTo>
                  <a:cubicBezTo>
                    <a:pt x="39" y="143"/>
                    <a:pt x="49" y="148"/>
                    <a:pt x="56" y="157"/>
                  </a:cubicBezTo>
                  <a:cubicBezTo>
                    <a:pt x="66" y="169"/>
                    <a:pt x="72" y="186"/>
                    <a:pt x="71" y="206"/>
                  </a:cubicBezTo>
                  <a:cubicBezTo>
                    <a:pt x="72" y="225"/>
                    <a:pt x="66" y="242"/>
                    <a:pt x="56" y="255"/>
                  </a:cubicBezTo>
                  <a:cubicBezTo>
                    <a:pt x="49" y="263"/>
                    <a:pt x="39" y="268"/>
                    <a:pt x="28" y="268"/>
                  </a:cubicBezTo>
                  <a:cubicBezTo>
                    <a:pt x="17" y="268"/>
                    <a:pt x="7" y="263"/>
                    <a:pt x="0" y="254"/>
                  </a:cubicBezTo>
                  <a:cubicBezTo>
                    <a:pt x="0" y="348"/>
                    <a:pt x="0" y="348"/>
                    <a:pt x="0" y="348"/>
                  </a:cubicBezTo>
                  <a:cubicBezTo>
                    <a:pt x="189" y="348"/>
                    <a:pt x="189" y="348"/>
                    <a:pt x="189" y="348"/>
                  </a:cubicBezTo>
                  <a:cubicBezTo>
                    <a:pt x="312" y="348"/>
                    <a:pt x="312" y="348"/>
                    <a:pt x="312" y="348"/>
                  </a:cubicBezTo>
                  <a:cubicBezTo>
                    <a:pt x="312" y="254"/>
                    <a:pt x="312" y="254"/>
                    <a:pt x="312" y="254"/>
                  </a:cubicBezTo>
                  <a:cubicBezTo>
                    <a:pt x="305" y="263"/>
                    <a:pt x="295" y="268"/>
                    <a:pt x="284" y="268"/>
                  </a:cubicBezTo>
                  <a:cubicBezTo>
                    <a:pt x="274" y="268"/>
                    <a:pt x="264" y="263"/>
                    <a:pt x="257" y="255"/>
                  </a:cubicBezTo>
                  <a:cubicBezTo>
                    <a:pt x="246" y="242"/>
                    <a:pt x="241" y="225"/>
                    <a:pt x="241" y="206"/>
                  </a:cubicBezTo>
                  <a:cubicBezTo>
                    <a:pt x="241" y="186"/>
                    <a:pt x="246" y="169"/>
                    <a:pt x="257" y="157"/>
                  </a:cubicBezTo>
                  <a:cubicBezTo>
                    <a:pt x="264" y="148"/>
                    <a:pt x="274" y="143"/>
                    <a:pt x="284" y="143"/>
                  </a:cubicBezTo>
                  <a:cubicBezTo>
                    <a:pt x="295" y="143"/>
                    <a:pt x="305" y="149"/>
                    <a:pt x="312" y="157"/>
                  </a:cubicBezTo>
                  <a:cubicBezTo>
                    <a:pt x="312" y="23"/>
                    <a:pt x="312" y="23"/>
                    <a:pt x="312" y="23"/>
                  </a:cubicBezTo>
                  <a:cubicBezTo>
                    <a:pt x="292" y="20"/>
                    <a:pt x="273" y="18"/>
                    <a:pt x="256" y="17"/>
                  </a:cubicBezTo>
                  <a:cubicBezTo>
                    <a:pt x="182" y="11"/>
                    <a:pt x="96" y="0"/>
                    <a:pt x="0" y="12"/>
                  </a:cubicBezTo>
                  <a:lnTo>
                    <a:pt x="0" y="15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1213;p48">
              <a:extLst>
                <a:ext uri="{FF2B5EF4-FFF2-40B4-BE49-F238E27FC236}">
                  <a16:creationId xmlns:a16="http://schemas.microsoft.com/office/drawing/2014/main" xmlns="" id="{41AE6464-CEAC-FB3B-4C70-0548ABE98DB4}"/>
                </a:ext>
              </a:extLst>
            </p:cNvPr>
            <p:cNvSpPr/>
            <p:nvPr/>
          </p:nvSpPr>
          <p:spPr>
            <a:xfrm>
              <a:off x="1951107" y="3243857"/>
              <a:ext cx="274329" cy="218067"/>
            </a:xfrm>
            <a:custGeom>
              <a:avLst/>
              <a:gdLst/>
              <a:ahLst/>
              <a:cxnLst/>
              <a:rect l="l" t="t" r="r" b="b"/>
              <a:pathLst>
                <a:path w="404" h="321" extrusionOk="0">
                  <a:moveTo>
                    <a:pt x="72" y="155"/>
                  </a:moveTo>
                  <a:cubicBezTo>
                    <a:pt x="71" y="158"/>
                    <a:pt x="69" y="161"/>
                    <a:pt x="65" y="161"/>
                  </a:cubicBezTo>
                  <a:cubicBezTo>
                    <a:pt x="58" y="161"/>
                    <a:pt x="52" y="161"/>
                    <a:pt x="47" y="155"/>
                  </a:cubicBezTo>
                  <a:cubicBezTo>
                    <a:pt x="45" y="151"/>
                    <a:pt x="43" y="147"/>
                    <a:pt x="41" y="143"/>
                  </a:cubicBezTo>
                  <a:cubicBezTo>
                    <a:pt x="34" y="132"/>
                    <a:pt x="20" y="131"/>
                    <a:pt x="11" y="141"/>
                  </a:cubicBezTo>
                  <a:cubicBezTo>
                    <a:pt x="3" y="151"/>
                    <a:pt x="0" y="165"/>
                    <a:pt x="0" y="179"/>
                  </a:cubicBezTo>
                  <a:cubicBezTo>
                    <a:pt x="0" y="192"/>
                    <a:pt x="3" y="206"/>
                    <a:pt x="11" y="216"/>
                  </a:cubicBezTo>
                  <a:cubicBezTo>
                    <a:pt x="20" y="226"/>
                    <a:pt x="34" y="225"/>
                    <a:pt x="41" y="214"/>
                  </a:cubicBezTo>
                  <a:cubicBezTo>
                    <a:pt x="43" y="210"/>
                    <a:pt x="45" y="206"/>
                    <a:pt x="47" y="203"/>
                  </a:cubicBezTo>
                  <a:cubicBezTo>
                    <a:pt x="52" y="196"/>
                    <a:pt x="58" y="196"/>
                    <a:pt x="65" y="197"/>
                  </a:cubicBezTo>
                  <a:cubicBezTo>
                    <a:pt x="69" y="197"/>
                    <a:pt x="71" y="200"/>
                    <a:pt x="72" y="203"/>
                  </a:cubicBezTo>
                  <a:cubicBezTo>
                    <a:pt x="72" y="321"/>
                    <a:pt x="72" y="321"/>
                    <a:pt x="72" y="321"/>
                  </a:cubicBezTo>
                  <a:cubicBezTo>
                    <a:pt x="134" y="321"/>
                    <a:pt x="134" y="321"/>
                    <a:pt x="134" y="321"/>
                  </a:cubicBezTo>
                  <a:cubicBezTo>
                    <a:pt x="194" y="321"/>
                    <a:pt x="194" y="321"/>
                    <a:pt x="194" y="321"/>
                  </a:cubicBezTo>
                  <a:cubicBezTo>
                    <a:pt x="185" y="314"/>
                    <a:pt x="180" y="304"/>
                    <a:pt x="180" y="293"/>
                  </a:cubicBezTo>
                  <a:cubicBezTo>
                    <a:pt x="180" y="283"/>
                    <a:pt x="185" y="272"/>
                    <a:pt x="193" y="265"/>
                  </a:cubicBezTo>
                  <a:cubicBezTo>
                    <a:pt x="206" y="255"/>
                    <a:pt x="223" y="250"/>
                    <a:pt x="242" y="250"/>
                  </a:cubicBezTo>
                  <a:cubicBezTo>
                    <a:pt x="262" y="250"/>
                    <a:pt x="279" y="255"/>
                    <a:pt x="291" y="265"/>
                  </a:cubicBezTo>
                  <a:cubicBezTo>
                    <a:pt x="300" y="272"/>
                    <a:pt x="305" y="283"/>
                    <a:pt x="305" y="293"/>
                  </a:cubicBezTo>
                  <a:cubicBezTo>
                    <a:pt x="305" y="304"/>
                    <a:pt x="299" y="314"/>
                    <a:pt x="291" y="321"/>
                  </a:cubicBezTo>
                  <a:cubicBezTo>
                    <a:pt x="404" y="321"/>
                    <a:pt x="404" y="321"/>
                    <a:pt x="404" y="321"/>
                  </a:cubicBezTo>
                  <a:cubicBezTo>
                    <a:pt x="403" y="315"/>
                    <a:pt x="402" y="308"/>
                    <a:pt x="401" y="301"/>
                  </a:cubicBezTo>
                  <a:cubicBezTo>
                    <a:pt x="396" y="273"/>
                    <a:pt x="371" y="189"/>
                    <a:pt x="282" y="113"/>
                  </a:cubicBezTo>
                  <a:cubicBezTo>
                    <a:pt x="199" y="42"/>
                    <a:pt x="130" y="13"/>
                    <a:pt x="72" y="0"/>
                  </a:cubicBezTo>
                  <a:lnTo>
                    <a:pt x="72" y="15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1214;p48">
              <a:extLst>
                <a:ext uri="{FF2B5EF4-FFF2-40B4-BE49-F238E27FC236}">
                  <a16:creationId xmlns:a16="http://schemas.microsoft.com/office/drawing/2014/main" xmlns="" id="{3824DD20-0C1C-78E8-0C06-D8E241F22D13}"/>
                </a:ext>
              </a:extLst>
            </p:cNvPr>
            <p:cNvSpPr/>
            <p:nvPr/>
          </p:nvSpPr>
          <p:spPr>
            <a:xfrm>
              <a:off x="1858610" y="3710542"/>
              <a:ext cx="173926" cy="152226"/>
            </a:xfrm>
            <a:custGeom>
              <a:avLst/>
              <a:gdLst/>
              <a:ahLst/>
              <a:cxnLst/>
              <a:rect l="l" t="t" r="r" b="b"/>
              <a:pathLst>
                <a:path w="256" h="224" extrusionOk="0">
                  <a:moveTo>
                    <a:pt x="253" y="39"/>
                  </a:moveTo>
                  <a:cubicBezTo>
                    <a:pt x="254" y="37"/>
                    <a:pt x="255" y="35"/>
                    <a:pt x="256" y="3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2" y="206"/>
                    <a:pt x="142" y="206"/>
                    <a:pt x="142" y="206"/>
                  </a:cubicBezTo>
                  <a:cubicBezTo>
                    <a:pt x="148" y="216"/>
                    <a:pt x="159" y="221"/>
                    <a:pt x="170" y="222"/>
                  </a:cubicBezTo>
                  <a:cubicBezTo>
                    <a:pt x="225" y="224"/>
                    <a:pt x="225" y="224"/>
                    <a:pt x="225" y="224"/>
                  </a:cubicBezTo>
                  <a:cubicBezTo>
                    <a:pt x="233" y="224"/>
                    <a:pt x="235" y="221"/>
                    <a:pt x="233" y="218"/>
                  </a:cubicBezTo>
                  <a:cubicBezTo>
                    <a:pt x="229" y="209"/>
                    <a:pt x="220" y="192"/>
                    <a:pt x="212" y="175"/>
                  </a:cubicBezTo>
                  <a:cubicBezTo>
                    <a:pt x="207" y="166"/>
                    <a:pt x="206" y="154"/>
                    <a:pt x="210" y="144"/>
                  </a:cubicBezTo>
                  <a:lnTo>
                    <a:pt x="253" y="3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1215;p48">
              <a:extLst>
                <a:ext uri="{FF2B5EF4-FFF2-40B4-BE49-F238E27FC236}">
                  <a16:creationId xmlns:a16="http://schemas.microsoft.com/office/drawing/2014/main" xmlns="" id="{E9045FFA-C778-F2C2-42C9-F2C881E0000A}"/>
                </a:ext>
              </a:extLst>
            </p:cNvPr>
            <p:cNvSpPr/>
            <p:nvPr/>
          </p:nvSpPr>
          <p:spPr>
            <a:xfrm>
              <a:off x="1521825" y="3426634"/>
              <a:ext cx="288560" cy="234396"/>
            </a:xfrm>
            <a:custGeom>
              <a:avLst/>
              <a:gdLst/>
              <a:ahLst/>
              <a:cxnLst/>
              <a:rect l="l" t="t" r="r" b="b"/>
              <a:pathLst>
                <a:path w="425" h="345" extrusionOk="0">
                  <a:moveTo>
                    <a:pt x="299" y="269"/>
                  </a:moveTo>
                  <a:cubicBezTo>
                    <a:pt x="299" y="269"/>
                    <a:pt x="299" y="269"/>
                    <a:pt x="299" y="269"/>
                  </a:cubicBezTo>
                  <a:cubicBezTo>
                    <a:pt x="308" y="298"/>
                    <a:pt x="328" y="324"/>
                    <a:pt x="352" y="345"/>
                  </a:cubicBezTo>
                  <a:cubicBezTo>
                    <a:pt x="352" y="243"/>
                    <a:pt x="352" y="243"/>
                    <a:pt x="352" y="243"/>
                  </a:cubicBezTo>
                  <a:cubicBezTo>
                    <a:pt x="353" y="240"/>
                    <a:pt x="356" y="236"/>
                    <a:pt x="359" y="236"/>
                  </a:cubicBezTo>
                  <a:cubicBezTo>
                    <a:pt x="366" y="236"/>
                    <a:pt x="373" y="236"/>
                    <a:pt x="377" y="242"/>
                  </a:cubicBezTo>
                  <a:cubicBezTo>
                    <a:pt x="380" y="246"/>
                    <a:pt x="381" y="250"/>
                    <a:pt x="384" y="254"/>
                  </a:cubicBezTo>
                  <a:cubicBezTo>
                    <a:pt x="391" y="265"/>
                    <a:pt x="405" y="266"/>
                    <a:pt x="413" y="256"/>
                  </a:cubicBezTo>
                  <a:cubicBezTo>
                    <a:pt x="421" y="246"/>
                    <a:pt x="425" y="232"/>
                    <a:pt x="424" y="218"/>
                  </a:cubicBezTo>
                  <a:cubicBezTo>
                    <a:pt x="425" y="205"/>
                    <a:pt x="421" y="191"/>
                    <a:pt x="413" y="181"/>
                  </a:cubicBezTo>
                  <a:cubicBezTo>
                    <a:pt x="405" y="171"/>
                    <a:pt x="391" y="172"/>
                    <a:pt x="384" y="183"/>
                  </a:cubicBezTo>
                  <a:cubicBezTo>
                    <a:pt x="381" y="187"/>
                    <a:pt x="380" y="191"/>
                    <a:pt x="377" y="194"/>
                  </a:cubicBezTo>
                  <a:cubicBezTo>
                    <a:pt x="373" y="201"/>
                    <a:pt x="366" y="201"/>
                    <a:pt x="359" y="200"/>
                  </a:cubicBezTo>
                  <a:cubicBezTo>
                    <a:pt x="356" y="200"/>
                    <a:pt x="353" y="197"/>
                    <a:pt x="352" y="194"/>
                  </a:cubicBezTo>
                  <a:cubicBezTo>
                    <a:pt x="352" y="72"/>
                    <a:pt x="352" y="72"/>
                    <a:pt x="352" y="72"/>
                  </a:cubicBezTo>
                  <a:cubicBezTo>
                    <a:pt x="205" y="72"/>
                    <a:pt x="205" y="72"/>
                    <a:pt x="205" y="72"/>
                  </a:cubicBezTo>
                  <a:cubicBezTo>
                    <a:pt x="202" y="71"/>
                    <a:pt x="198" y="69"/>
                    <a:pt x="198" y="65"/>
                  </a:cubicBezTo>
                  <a:cubicBezTo>
                    <a:pt x="198" y="58"/>
                    <a:pt x="198" y="51"/>
                    <a:pt x="204" y="47"/>
                  </a:cubicBezTo>
                  <a:cubicBezTo>
                    <a:pt x="208" y="45"/>
                    <a:pt x="212" y="43"/>
                    <a:pt x="216" y="41"/>
                  </a:cubicBezTo>
                  <a:cubicBezTo>
                    <a:pt x="227" y="34"/>
                    <a:pt x="228" y="20"/>
                    <a:pt x="218" y="11"/>
                  </a:cubicBezTo>
                  <a:cubicBezTo>
                    <a:pt x="208" y="3"/>
                    <a:pt x="194" y="0"/>
                    <a:pt x="180" y="0"/>
                  </a:cubicBezTo>
                  <a:cubicBezTo>
                    <a:pt x="167" y="0"/>
                    <a:pt x="153" y="3"/>
                    <a:pt x="143" y="11"/>
                  </a:cubicBezTo>
                  <a:cubicBezTo>
                    <a:pt x="133" y="20"/>
                    <a:pt x="134" y="34"/>
                    <a:pt x="145" y="41"/>
                  </a:cubicBezTo>
                  <a:cubicBezTo>
                    <a:pt x="149" y="43"/>
                    <a:pt x="153" y="45"/>
                    <a:pt x="156" y="47"/>
                  </a:cubicBezTo>
                  <a:cubicBezTo>
                    <a:pt x="163" y="51"/>
                    <a:pt x="163" y="58"/>
                    <a:pt x="162" y="65"/>
                  </a:cubicBezTo>
                  <a:cubicBezTo>
                    <a:pt x="162" y="69"/>
                    <a:pt x="159" y="71"/>
                    <a:pt x="156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" y="89"/>
                    <a:pt x="23" y="134"/>
                    <a:pt x="23" y="134"/>
                  </a:cubicBezTo>
                  <a:cubicBezTo>
                    <a:pt x="53" y="249"/>
                    <a:pt x="185" y="304"/>
                    <a:pt x="299" y="269"/>
                  </a:cubicBezTo>
                  <a:cubicBezTo>
                    <a:pt x="299" y="269"/>
                    <a:pt x="299" y="269"/>
                    <a:pt x="299" y="26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1216;p48">
              <a:extLst>
                <a:ext uri="{FF2B5EF4-FFF2-40B4-BE49-F238E27FC236}">
                  <a16:creationId xmlns:a16="http://schemas.microsoft.com/office/drawing/2014/main" xmlns="" id="{D60CF36C-08AA-0D4C-759F-FAA4A5852A38}"/>
                </a:ext>
              </a:extLst>
            </p:cNvPr>
            <p:cNvSpPr/>
            <p:nvPr/>
          </p:nvSpPr>
          <p:spPr>
            <a:xfrm>
              <a:off x="1510757" y="3234903"/>
              <a:ext cx="299628" cy="227021"/>
            </a:xfrm>
            <a:custGeom>
              <a:avLst/>
              <a:gdLst/>
              <a:ahLst/>
              <a:cxnLst/>
              <a:rect l="l" t="t" r="r" b="b"/>
              <a:pathLst>
                <a:path w="441" h="334" extrusionOk="0">
                  <a:moveTo>
                    <a:pt x="148" y="334"/>
                  </a:moveTo>
                  <a:cubicBezTo>
                    <a:pt x="139" y="327"/>
                    <a:pt x="134" y="317"/>
                    <a:pt x="134" y="306"/>
                  </a:cubicBezTo>
                  <a:cubicBezTo>
                    <a:pt x="134" y="296"/>
                    <a:pt x="139" y="285"/>
                    <a:pt x="147" y="278"/>
                  </a:cubicBezTo>
                  <a:cubicBezTo>
                    <a:pt x="160" y="268"/>
                    <a:pt x="177" y="263"/>
                    <a:pt x="196" y="263"/>
                  </a:cubicBezTo>
                  <a:cubicBezTo>
                    <a:pt x="216" y="263"/>
                    <a:pt x="233" y="268"/>
                    <a:pt x="245" y="278"/>
                  </a:cubicBezTo>
                  <a:cubicBezTo>
                    <a:pt x="254" y="285"/>
                    <a:pt x="259" y="296"/>
                    <a:pt x="259" y="306"/>
                  </a:cubicBezTo>
                  <a:cubicBezTo>
                    <a:pt x="259" y="317"/>
                    <a:pt x="253" y="327"/>
                    <a:pt x="245" y="334"/>
                  </a:cubicBezTo>
                  <a:cubicBezTo>
                    <a:pt x="368" y="334"/>
                    <a:pt x="368" y="334"/>
                    <a:pt x="368" y="334"/>
                  </a:cubicBezTo>
                  <a:cubicBezTo>
                    <a:pt x="368" y="216"/>
                    <a:pt x="368" y="216"/>
                    <a:pt x="368" y="216"/>
                  </a:cubicBezTo>
                  <a:cubicBezTo>
                    <a:pt x="369" y="213"/>
                    <a:pt x="372" y="210"/>
                    <a:pt x="375" y="210"/>
                  </a:cubicBezTo>
                  <a:cubicBezTo>
                    <a:pt x="382" y="209"/>
                    <a:pt x="389" y="209"/>
                    <a:pt x="393" y="216"/>
                  </a:cubicBezTo>
                  <a:cubicBezTo>
                    <a:pt x="396" y="219"/>
                    <a:pt x="397" y="223"/>
                    <a:pt x="400" y="227"/>
                  </a:cubicBezTo>
                  <a:cubicBezTo>
                    <a:pt x="407" y="238"/>
                    <a:pt x="421" y="239"/>
                    <a:pt x="429" y="229"/>
                  </a:cubicBezTo>
                  <a:cubicBezTo>
                    <a:pt x="437" y="219"/>
                    <a:pt x="441" y="205"/>
                    <a:pt x="440" y="192"/>
                  </a:cubicBezTo>
                  <a:cubicBezTo>
                    <a:pt x="441" y="178"/>
                    <a:pt x="437" y="164"/>
                    <a:pt x="429" y="154"/>
                  </a:cubicBezTo>
                  <a:cubicBezTo>
                    <a:pt x="421" y="144"/>
                    <a:pt x="407" y="145"/>
                    <a:pt x="400" y="156"/>
                  </a:cubicBezTo>
                  <a:cubicBezTo>
                    <a:pt x="397" y="160"/>
                    <a:pt x="396" y="164"/>
                    <a:pt x="393" y="168"/>
                  </a:cubicBezTo>
                  <a:cubicBezTo>
                    <a:pt x="389" y="174"/>
                    <a:pt x="382" y="174"/>
                    <a:pt x="375" y="174"/>
                  </a:cubicBezTo>
                  <a:cubicBezTo>
                    <a:pt x="372" y="174"/>
                    <a:pt x="369" y="171"/>
                    <a:pt x="368" y="168"/>
                  </a:cubicBezTo>
                  <a:cubicBezTo>
                    <a:pt x="368" y="0"/>
                    <a:pt x="368" y="0"/>
                    <a:pt x="368" y="0"/>
                  </a:cubicBezTo>
                  <a:cubicBezTo>
                    <a:pt x="367" y="1"/>
                    <a:pt x="366" y="1"/>
                    <a:pt x="365" y="1"/>
                  </a:cubicBezTo>
                  <a:cubicBezTo>
                    <a:pt x="253" y="36"/>
                    <a:pt x="253" y="36"/>
                    <a:pt x="253" y="36"/>
                  </a:cubicBezTo>
                  <a:cubicBezTo>
                    <a:pt x="226" y="45"/>
                    <a:pt x="199" y="57"/>
                    <a:pt x="175" y="72"/>
                  </a:cubicBezTo>
                  <a:cubicBezTo>
                    <a:pt x="175" y="72"/>
                    <a:pt x="109" y="111"/>
                    <a:pt x="90" y="130"/>
                  </a:cubicBezTo>
                  <a:cubicBezTo>
                    <a:pt x="32" y="188"/>
                    <a:pt x="0" y="227"/>
                    <a:pt x="14" y="334"/>
                  </a:cubicBezTo>
                  <a:lnTo>
                    <a:pt x="148" y="33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8" name="Google Shape;1217;p48">
            <a:extLst>
              <a:ext uri="{FF2B5EF4-FFF2-40B4-BE49-F238E27FC236}">
                <a16:creationId xmlns:a16="http://schemas.microsoft.com/office/drawing/2014/main" xmlns="" id="{B4D6A681-C4AA-4A26-DF44-E8CC7D9D7C3A}"/>
              </a:ext>
            </a:extLst>
          </p:cNvPr>
          <p:cNvGrpSpPr/>
          <p:nvPr/>
        </p:nvGrpSpPr>
        <p:grpSpPr>
          <a:xfrm>
            <a:off x="5429387" y="3112646"/>
            <a:ext cx="334325" cy="269609"/>
            <a:chOff x="2595501" y="3253725"/>
            <a:chExt cx="720141" cy="580739"/>
          </a:xfrm>
        </p:grpSpPr>
        <p:sp>
          <p:nvSpPr>
            <p:cNvPr id="239" name="Google Shape;1218;p48">
              <a:extLst>
                <a:ext uri="{FF2B5EF4-FFF2-40B4-BE49-F238E27FC236}">
                  <a16:creationId xmlns:a16="http://schemas.microsoft.com/office/drawing/2014/main" xmlns="" id="{CBEAAC6B-32ED-985B-CFA3-27D47A581E39}"/>
                </a:ext>
              </a:extLst>
            </p:cNvPr>
            <p:cNvSpPr/>
            <p:nvPr/>
          </p:nvSpPr>
          <p:spPr>
            <a:xfrm>
              <a:off x="2595501" y="3269807"/>
              <a:ext cx="416349" cy="273171"/>
            </a:xfrm>
            <a:custGeom>
              <a:avLst/>
              <a:gdLst/>
              <a:ahLst/>
              <a:cxnLst/>
              <a:rect l="l" t="t" r="r" b="b"/>
              <a:pathLst>
                <a:path w="722" h="472" extrusionOk="0">
                  <a:moveTo>
                    <a:pt x="250" y="429"/>
                  </a:moveTo>
                  <a:cubicBezTo>
                    <a:pt x="250" y="413"/>
                    <a:pt x="258" y="398"/>
                    <a:pt x="270" y="388"/>
                  </a:cubicBezTo>
                  <a:cubicBezTo>
                    <a:pt x="289" y="372"/>
                    <a:pt x="315" y="364"/>
                    <a:pt x="344" y="365"/>
                  </a:cubicBezTo>
                  <a:cubicBezTo>
                    <a:pt x="373" y="364"/>
                    <a:pt x="399" y="372"/>
                    <a:pt x="418" y="388"/>
                  </a:cubicBezTo>
                  <a:cubicBezTo>
                    <a:pt x="431" y="398"/>
                    <a:pt x="438" y="413"/>
                    <a:pt x="438" y="429"/>
                  </a:cubicBezTo>
                  <a:cubicBezTo>
                    <a:pt x="438" y="446"/>
                    <a:pt x="430" y="461"/>
                    <a:pt x="417" y="472"/>
                  </a:cubicBezTo>
                  <a:cubicBezTo>
                    <a:pt x="598" y="472"/>
                    <a:pt x="598" y="472"/>
                    <a:pt x="598" y="472"/>
                  </a:cubicBezTo>
                  <a:cubicBezTo>
                    <a:pt x="606" y="472"/>
                    <a:pt x="613" y="465"/>
                    <a:pt x="613" y="457"/>
                  </a:cubicBezTo>
                  <a:cubicBezTo>
                    <a:pt x="613" y="457"/>
                    <a:pt x="613" y="457"/>
                    <a:pt x="613" y="457"/>
                  </a:cubicBezTo>
                  <a:cubicBezTo>
                    <a:pt x="613" y="457"/>
                    <a:pt x="613" y="457"/>
                    <a:pt x="613" y="457"/>
                  </a:cubicBezTo>
                  <a:cubicBezTo>
                    <a:pt x="613" y="320"/>
                    <a:pt x="613" y="320"/>
                    <a:pt x="613" y="320"/>
                  </a:cubicBezTo>
                  <a:cubicBezTo>
                    <a:pt x="615" y="315"/>
                    <a:pt x="619" y="310"/>
                    <a:pt x="624" y="310"/>
                  </a:cubicBezTo>
                  <a:cubicBezTo>
                    <a:pt x="635" y="310"/>
                    <a:pt x="645" y="310"/>
                    <a:pt x="651" y="319"/>
                  </a:cubicBezTo>
                  <a:cubicBezTo>
                    <a:pt x="655" y="325"/>
                    <a:pt x="657" y="331"/>
                    <a:pt x="661" y="336"/>
                  </a:cubicBezTo>
                  <a:cubicBezTo>
                    <a:pt x="671" y="353"/>
                    <a:pt x="693" y="355"/>
                    <a:pt x="705" y="340"/>
                  </a:cubicBezTo>
                  <a:cubicBezTo>
                    <a:pt x="718" y="325"/>
                    <a:pt x="722" y="303"/>
                    <a:pt x="722" y="283"/>
                  </a:cubicBezTo>
                  <a:cubicBezTo>
                    <a:pt x="722" y="263"/>
                    <a:pt x="718" y="242"/>
                    <a:pt x="705" y="227"/>
                  </a:cubicBezTo>
                  <a:cubicBezTo>
                    <a:pt x="693" y="211"/>
                    <a:pt x="671" y="213"/>
                    <a:pt x="661" y="230"/>
                  </a:cubicBezTo>
                  <a:cubicBezTo>
                    <a:pt x="657" y="235"/>
                    <a:pt x="655" y="241"/>
                    <a:pt x="651" y="247"/>
                  </a:cubicBezTo>
                  <a:cubicBezTo>
                    <a:pt x="645" y="256"/>
                    <a:pt x="635" y="256"/>
                    <a:pt x="624" y="256"/>
                  </a:cubicBezTo>
                  <a:cubicBezTo>
                    <a:pt x="619" y="256"/>
                    <a:pt x="615" y="251"/>
                    <a:pt x="613" y="247"/>
                  </a:cubicBezTo>
                  <a:cubicBezTo>
                    <a:pt x="613" y="104"/>
                    <a:pt x="613" y="104"/>
                    <a:pt x="613" y="104"/>
                  </a:cubicBezTo>
                  <a:cubicBezTo>
                    <a:pt x="613" y="96"/>
                    <a:pt x="609" y="89"/>
                    <a:pt x="602" y="85"/>
                  </a:cubicBezTo>
                  <a:cubicBezTo>
                    <a:pt x="600" y="84"/>
                    <a:pt x="598" y="82"/>
                    <a:pt x="595" y="81"/>
                  </a:cubicBezTo>
                  <a:cubicBezTo>
                    <a:pt x="520" y="29"/>
                    <a:pt x="437" y="0"/>
                    <a:pt x="345" y="0"/>
                  </a:cubicBezTo>
                  <a:cubicBezTo>
                    <a:pt x="147" y="9"/>
                    <a:pt x="0" y="128"/>
                    <a:pt x="25" y="345"/>
                  </a:cubicBezTo>
                  <a:cubicBezTo>
                    <a:pt x="29" y="385"/>
                    <a:pt x="37" y="424"/>
                    <a:pt x="49" y="461"/>
                  </a:cubicBezTo>
                  <a:cubicBezTo>
                    <a:pt x="52" y="467"/>
                    <a:pt x="57" y="472"/>
                    <a:pt x="64" y="472"/>
                  </a:cubicBezTo>
                  <a:cubicBezTo>
                    <a:pt x="271" y="472"/>
                    <a:pt x="271" y="472"/>
                    <a:pt x="271" y="472"/>
                  </a:cubicBezTo>
                  <a:cubicBezTo>
                    <a:pt x="258" y="461"/>
                    <a:pt x="250" y="446"/>
                    <a:pt x="250" y="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1219;p48">
              <a:extLst>
                <a:ext uri="{FF2B5EF4-FFF2-40B4-BE49-F238E27FC236}">
                  <a16:creationId xmlns:a16="http://schemas.microsoft.com/office/drawing/2014/main" xmlns="" id="{9FE509E0-7F67-9E3B-B80F-7660893B712F}"/>
                </a:ext>
              </a:extLst>
            </p:cNvPr>
            <p:cNvSpPr/>
            <p:nvPr/>
          </p:nvSpPr>
          <p:spPr>
            <a:xfrm>
              <a:off x="2903528" y="3560177"/>
              <a:ext cx="374670" cy="273617"/>
            </a:xfrm>
            <a:custGeom>
              <a:avLst/>
              <a:gdLst/>
              <a:ahLst/>
              <a:cxnLst/>
              <a:rect l="l" t="t" r="r" b="b"/>
              <a:pathLst>
                <a:path w="650" h="473" extrusionOk="0">
                  <a:moveTo>
                    <a:pt x="455" y="42"/>
                  </a:moveTo>
                  <a:cubicBezTo>
                    <a:pt x="455" y="58"/>
                    <a:pt x="448" y="74"/>
                    <a:pt x="435" y="84"/>
                  </a:cubicBezTo>
                  <a:cubicBezTo>
                    <a:pt x="417" y="100"/>
                    <a:pt x="391" y="108"/>
                    <a:pt x="361" y="107"/>
                  </a:cubicBezTo>
                  <a:cubicBezTo>
                    <a:pt x="332" y="108"/>
                    <a:pt x="306" y="100"/>
                    <a:pt x="288" y="84"/>
                  </a:cubicBezTo>
                  <a:cubicBezTo>
                    <a:pt x="275" y="74"/>
                    <a:pt x="268" y="58"/>
                    <a:pt x="268" y="42"/>
                  </a:cubicBezTo>
                  <a:cubicBezTo>
                    <a:pt x="268" y="26"/>
                    <a:pt x="275" y="11"/>
                    <a:pt x="289" y="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16" y="0"/>
                    <a:pt x="109" y="7"/>
                    <a:pt x="109" y="15"/>
                  </a:cubicBezTo>
                  <a:cubicBezTo>
                    <a:pt x="109" y="181"/>
                    <a:pt x="109" y="181"/>
                    <a:pt x="109" y="181"/>
                  </a:cubicBezTo>
                  <a:cubicBezTo>
                    <a:pt x="107" y="186"/>
                    <a:pt x="104" y="190"/>
                    <a:pt x="98" y="191"/>
                  </a:cubicBezTo>
                  <a:cubicBezTo>
                    <a:pt x="88" y="191"/>
                    <a:pt x="78" y="191"/>
                    <a:pt x="71" y="181"/>
                  </a:cubicBezTo>
                  <a:cubicBezTo>
                    <a:pt x="68" y="176"/>
                    <a:pt x="65" y="170"/>
                    <a:pt x="62" y="164"/>
                  </a:cubicBezTo>
                  <a:cubicBezTo>
                    <a:pt x="51" y="148"/>
                    <a:pt x="30" y="146"/>
                    <a:pt x="17" y="161"/>
                  </a:cubicBezTo>
                  <a:cubicBezTo>
                    <a:pt x="5" y="176"/>
                    <a:pt x="0" y="198"/>
                    <a:pt x="1" y="218"/>
                  </a:cubicBezTo>
                  <a:cubicBezTo>
                    <a:pt x="0" y="238"/>
                    <a:pt x="5" y="259"/>
                    <a:pt x="17" y="274"/>
                  </a:cubicBezTo>
                  <a:cubicBezTo>
                    <a:pt x="30" y="289"/>
                    <a:pt x="51" y="288"/>
                    <a:pt x="62" y="271"/>
                  </a:cubicBezTo>
                  <a:cubicBezTo>
                    <a:pt x="65" y="265"/>
                    <a:pt x="68" y="259"/>
                    <a:pt x="71" y="254"/>
                  </a:cubicBezTo>
                  <a:cubicBezTo>
                    <a:pt x="78" y="244"/>
                    <a:pt x="88" y="244"/>
                    <a:pt x="98" y="245"/>
                  </a:cubicBezTo>
                  <a:cubicBezTo>
                    <a:pt x="104" y="245"/>
                    <a:pt x="107" y="250"/>
                    <a:pt x="109" y="254"/>
                  </a:cubicBezTo>
                  <a:cubicBezTo>
                    <a:pt x="109" y="457"/>
                    <a:pt x="109" y="457"/>
                    <a:pt x="109" y="457"/>
                  </a:cubicBezTo>
                  <a:cubicBezTo>
                    <a:pt x="109" y="466"/>
                    <a:pt x="118" y="473"/>
                    <a:pt x="127" y="470"/>
                  </a:cubicBezTo>
                  <a:cubicBezTo>
                    <a:pt x="132" y="468"/>
                    <a:pt x="138" y="466"/>
                    <a:pt x="143" y="464"/>
                  </a:cubicBezTo>
                  <a:cubicBezTo>
                    <a:pt x="264" y="406"/>
                    <a:pt x="377" y="334"/>
                    <a:pt x="477" y="243"/>
                  </a:cubicBezTo>
                  <a:cubicBezTo>
                    <a:pt x="549" y="178"/>
                    <a:pt x="607" y="105"/>
                    <a:pt x="646" y="21"/>
                  </a:cubicBezTo>
                  <a:cubicBezTo>
                    <a:pt x="650" y="11"/>
                    <a:pt x="643" y="0"/>
                    <a:pt x="632" y="0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448" y="11"/>
                    <a:pt x="455" y="26"/>
                    <a:pt x="455" y="4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1220;p48">
              <a:extLst>
                <a:ext uri="{FF2B5EF4-FFF2-40B4-BE49-F238E27FC236}">
                  <a16:creationId xmlns:a16="http://schemas.microsoft.com/office/drawing/2014/main" xmlns="" id="{066C95D7-83CD-673F-9BCB-AF7554DB6FD0}"/>
                </a:ext>
              </a:extLst>
            </p:cNvPr>
            <p:cNvSpPr/>
            <p:nvPr/>
          </p:nvSpPr>
          <p:spPr>
            <a:xfrm>
              <a:off x="2635397" y="3497189"/>
              <a:ext cx="313600" cy="337276"/>
            </a:xfrm>
            <a:custGeom>
              <a:avLst/>
              <a:gdLst/>
              <a:ahLst/>
              <a:cxnLst/>
              <a:rect l="l" t="t" r="r" b="b"/>
              <a:pathLst>
                <a:path w="544" h="583" extrusionOk="0">
                  <a:moveTo>
                    <a:pt x="502" y="420"/>
                  </a:moveTo>
                  <a:cubicBezTo>
                    <a:pt x="486" y="420"/>
                    <a:pt x="471" y="413"/>
                    <a:pt x="460" y="400"/>
                  </a:cubicBezTo>
                  <a:cubicBezTo>
                    <a:pt x="445" y="382"/>
                    <a:pt x="436" y="356"/>
                    <a:pt x="437" y="327"/>
                  </a:cubicBezTo>
                  <a:cubicBezTo>
                    <a:pt x="436" y="298"/>
                    <a:pt x="445" y="271"/>
                    <a:pt x="460" y="253"/>
                  </a:cubicBezTo>
                  <a:cubicBezTo>
                    <a:pt x="471" y="240"/>
                    <a:pt x="486" y="233"/>
                    <a:pt x="502" y="233"/>
                  </a:cubicBezTo>
                  <a:cubicBezTo>
                    <a:pt x="518" y="233"/>
                    <a:pt x="534" y="241"/>
                    <a:pt x="544" y="254"/>
                  </a:cubicBezTo>
                  <a:cubicBezTo>
                    <a:pt x="544" y="124"/>
                    <a:pt x="544" y="124"/>
                    <a:pt x="544" y="124"/>
                  </a:cubicBezTo>
                  <a:cubicBezTo>
                    <a:pt x="544" y="116"/>
                    <a:pt x="537" y="109"/>
                    <a:pt x="529" y="109"/>
                  </a:cubicBezTo>
                  <a:cubicBezTo>
                    <a:pt x="312" y="109"/>
                    <a:pt x="312" y="109"/>
                    <a:pt x="312" y="109"/>
                  </a:cubicBezTo>
                  <a:cubicBezTo>
                    <a:pt x="307" y="107"/>
                    <a:pt x="302" y="103"/>
                    <a:pt x="302" y="98"/>
                  </a:cubicBezTo>
                  <a:cubicBezTo>
                    <a:pt x="302" y="87"/>
                    <a:pt x="302" y="78"/>
                    <a:pt x="311" y="71"/>
                  </a:cubicBezTo>
                  <a:cubicBezTo>
                    <a:pt x="317" y="67"/>
                    <a:pt x="323" y="65"/>
                    <a:pt x="328" y="61"/>
                  </a:cubicBezTo>
                  <a:cubicBezTo>
                    <a:pt x="345" y="51"/>
                    <a:pt x="347" y="30"/>
                    <a:pt x="332" y="17"/>
                  </a:cubicBezTo>
                  <a:cubicBezTo>
                    <a:pt x="317" y="5"/>
                    <a:pt x="295" y="0"/>
                    <a:pt x="275" y="0"/>
                  </a:cubicBezTo>
                  <a:cubicBezTo>
                    <a:pt x="255" y="0"/>
                    <a:pt x="234" y="5"/>
                    <a:pt x="219" y="17"/>
                  </a:cubicBezTo>
                  <a:cubicBezTo>
                    <a:pt x="203" y="30"/>
                    <a:pt x="205" y="51"/>
                    <a:pt x="222" y="61"/>
                  </a:cubicBezTo>
                  <a:cubicBezTo>
                    <a:pt x="227" y="65"/>
                    <a:pt x="233" y="67"/>
                    <a:pt x="239" y="71"/>
                  </a:cubicBezTo>
                  <a:cubicBezTo>
                    <a:pt x="248" y="78"/>
                    <a:pt x="248" y="87"/>
                    <a:pt x="248" y="98"/>
                  </a:cubicBezTo>
                  <a:cubicBezTo>
                    <a:pt x="248" y="103"/>
                    <a:pt x="243" y="107"/>
                    <a:pt x="239" y="109"/>
                  </a:cubicBezTo>
                  <a:cubicBezTo>
                    <a:pt x="19" y="109"/>
                    <a:pt x="19" y="109"/>
                    <a:pt x="19" y="109"/>
                  </a:cubicBezTo>
                  <a:cubicBezTo>
                    <a:pt x="8" y="109"/>
                    <a:pt x="0" y="120"/>
                    <a:pt x="5" y="130"/>
                  </a:cubicBezTo>
                  <a:cubicBezTo>
                    <a:pt x="18" y="157"/>
                    <a:pt x="32" y="183"/>
                    <a:pt x="50" y="208"/>
                  </a:cubicBezTo>
                  <a:cubicBezTo>
                    <a:pt x="170" y="381"/>
                    <a:pt x="338" y="493"/>
                    <a:pt x="525" y="579"/>
                  </a:cubicBezTo>
                  <a:cubicBezTo>
                    <a:pt x="525" y="579"/>
                    <a:pt x="525" y="579"/>
                    <a:pt x="525" y="579"/>
                  </a:cubicBezTo>
                  <a:cubicBezTo>
                    <a:pt x="534" y="583"/>
                    <a:pt x="544" y="576"/>
                    <a:pt x="544" y="567"/>
                  </a:cubicBezTo>
                  <a:cubicBezTo>
                    <a:pt x="544" y="399"/>
                    <a:pt x="544" y="399"/>
                    <a:pt x="544" y="399"/>
                  </a:cubicBezTo>
                  <a:cubicBezTo>
                    <a:pt x="534" y="413"/>
                    <a:pt x="518" y="420"/>
                    <a:pt x="502" y="42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1221;p48">
              <a:extLst>
                <a:ext uri="{FF2B5EF4-FFF2-40B4-BE49-F238E27FC236}">
                  <a16:creationId xmlns:a16="http://schemas.microsoft.com/office/drawing/2014/main" xmlns="" id="{A8B4B635-142F-AA88-0FAF-220A0614188D}"/>
                </a:ext>
              </a:extLst>
            </p:cNvPr>
            <p:cNvSpPr/>
            <p:nvPr/>
          </p:nvSpPr>
          <p:spPr>
            <a:xfrm>
              <a:off x="2966382" y="3253725"/>
              <a:ext cx="349261" cy="352241"/>
            </a:xfrm>
            <a:custGeom>
              <a:avLst/>
              <a:gdLst/>
              <a:ahLst/>
              <a:cxnLst/>
              <a:rect l="l" t="t" r="r" b="b"/>
              <a:pathLst>
                <a:path w="606" h="609" extrusionOk="0">
                  <a:moveTo>
                    <a:pt x="397" y="49"/>
                  </a:moveTo>
                  <a:cubicBezTo>
                    <a:pt x="262" y="0"/>
                    <a:pt x="137" y="39"/>
                    <a:pt x="19" y="109"/>
                  </a:cubicBezTo>
                  <a:cubicBezTo>
                    <a:pt x="17" y="110"/>
                    <a:pt x="15" y="111"/>
                    <a:pt x="13" y="112"/>
                  </a:cubicBezTo>
                  <a:cubicBezTo>
                    <a:pt x="5" y="116"/>
                    <a:pt x="0" y="124"/>
                    <a:pt x="0" y="132"/>
                  </a:cubicBezTo>
                  <a:cubicBezTo>
                    <a:pt x="0" y="238"/>
                    <a:pt x="0" y="238"/>
                    <a:pt x="0" y="238"/>
                  </a:cubicBezTo>
                  <a:cubicBezTo>
                    <a:pt x="11" y="225"/>
                    <a:pt x="26" y="217"/>
                    <a:pt x="43" y="217"/>
                  </a:cubicBezTo>
                  <a:cubicBezTo>
                    <a:pt x="59" y="217"/>
                    <a:pt x="74" y="225"/>
                    <a:pt x="85" y="237"/>
                  </a:cubicBezTo>
                  <a:cubicBezTo>
                    <a:pt x="100" y="256"/>
                    <a:pt x="108" y="282"/>
                    <a:pt x="108" y="311"/>
                  </a:cubicBezTo>
                  <a:cubicBezTo>
                    <a:pt x="108" y="340"/>
                    <a:pt x="100" y="366"/>
                    <a:pt x="85" y="385"/>
                  </a:cubicBezTo>
                  <a:cubicBezTo>
                    <a:pt x="74" y="398"/>
                    <a:pt x="59" y="405"/>
                    <a:pt x="43" y="405"/>
                  </a:cubicBezTo>
                  <a:cubicBezTo>
                    <a:pt x="26" y="405"/>
                    <a:pt x="11" y="397"/>
                    <a:pt x="0" y="384"/>
                  </a:cubicBezTo>
                  <a:cubicBezTo>
                    <a:pt x="0" y="485"/>
                    <a:pt x="0" y="485"/>
                    <a:pt x="0" y="485"/>
                  </a:cubicBezTo>
                  <a:cubicBezTo>
                    <a:pt x="0" y="493"/>
                    <a:pt x="7" y="500"/>
                    <a:pt x="15" y="500"/>
                  </a:cubicBezTo>
                  <a:cubicBezTo>
                    <a:pt x="216" y="500"/>
                    <a:pt x="216" y="500"/>
                    <a:pt x="216" y="500"/>
                  </a:cubicBezTo>
                  <a:cubicBezTo>
                    <a:pt x="221" y="502"/>
                    <a:pt x="225" y="505"/>
                    <a:pt x="225" y="511"/>
                  </a:cubicBezTo>
                  <a:cubicBezTo>
                    <a:pt x="226" y="521"/>
                    <a:pt x="226" y="531"/>
                    <a:pt x="216" y="538"/>
                  </a:cubicBezTo>
                  <a:cubicBezTo>
                    <a:pt x="211" y="541"/>
                    <a:pt x="205" y="544"/>
                    <a:pt x="199" y="547"/>
                  </a:cubicBezTo>
                  <a:cubicBezTo>
                    <a:pt x="183" y="558"/>
                    <a:pt x="181" y="579"/>
                    <a:pt x="196" y="592"/>
                  </a:cubicBezTo>
                  <a:cubicBezTo>
                    <a:pt x="211" y="604"/>
                    <a:pt x="233" y="609"/>
                    <a:pt x="252" y="609"/>
                  </a:cubicBezTo>
                  <a:cubicBezTo>
                    <a:pt x="272" y="609"/>
                    <a:pt x="294" y="604"/>
                    <a:pt x="309" y="592"/>
                  </a:cubicBezTo>
                  <a:cubicBezTo>
                    <a:pt x="324" y="579"/>
                    <a:pt x="322" y="558"/>
                    <a:pt x="306" y="547"/>
                  </a:cubicBezTo>
                  <a:cubicBezTo>
                    <a:pt x="300" y="544"/>
                    <a:pt x="294" y="541"/>
                    <a:pt x="289" y="538"/>
                  </a:cubicBezTo>
                  <a:cubicBezTo>
                    <a:pt x="279" y="531"/>
                    <a:pt x="279" y="521"/>
                    <a:pt x="279" y="511"/>
                  </a:cubicBezTo>
                  <a:cubicBezTo>
                    <a:pt x="280" y="505"/>
                    <a:pt x="284" y="502"/>
                    <a:pt x="289" y="500"/>
                  </a:cubicBezTo>
                  <a:cubicBezTo>
                    <a:pt x="547" y="500"/>
                    <a:pt x="547" y="500"/>
                    <a:pt x="547" y="500"/>
                  </a:cubicBezTo>
                  <a:cubicBezTo>
                    <a:pt x="554" y="500"/>
                    <a:pt x="559" y="496"/>
                    <a:pt x="561" y="490"/>
                  </a:cubicBezTo>
                  <a:cubicBezTo>
                    <a:pt x="574" y="451"/>
                    <a:pt x="583" y="411"/>
                    <a:pt x="588" y="368"/>
                  </a:cubicBezTo>
                  <a:cubicBezTo>
                    <a:pt x="606" y="217"/>
                    <a:pt x="540" y="101"/>
                    <a:pt x="397" y="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3" name="Google Shape;1222;p48">
            <a:extLst>
              <a:ext uri="{FF2B5EF4-FFF2-40B4-BE49-F238E27FC236}">
                <a16:creationId xmlns:a16="http://schemas.microsoft.com/office/drawing/2014/main" xmlns="" id="{97131EF4-637C-2FFA-D312-37CDBDDA6AF7}"/>
              </a:ext>
            </a:extLst>
          </p:cNvPr>
          <p:cNvGrpSpPr/>
          <p:nvPr/>
        </p:nvGrpSpPr>
        <p:grpSpPr>
          <a:xfrm>
            <a:off x="6466390" y="3080369"/>
            <a:ext cx="332909" cy="334156"/>
            <a:chOff x="4764809" y="3184208"/>
            <a:chExt cx="717090" cy="719775"/>
          </a:xfrm>
        </p:grpSpPr>
        <p:sp>
          <p:nvSpPr>
            <p:cNvPr id="244" name="Google Shape;1223;p48">
              <a:extLst>
                <a:ext uri="{FF2B5EF4-FFF2-40B4-BE49-F238E27FC236}">
                  <a16:creationId xmlns:a16="http://schemas.microsoft.com/office/drawing/2014/main" xmlns="" id="{3A0A0B8D-1C3E-8603-9348-947C22C2D2A8}"/>
                </a:ext>
              </a:extLst>
            </p:cNvPr>
            <p:cNvSpPr/>
            <p:nvPr/>
          </p:nvSpPr>
          <p:spPr>
            <a:xfrm>
              <a:off x="5143387" y="3232375"/>
              <a:ext cx="338512" cy="556553"/>
            </a:xfrm>
            <a:custGeom>
              <a:avLst/>
              <a:gdLst/>
              <a:ahLst/>
              <a:cxnLst/>
              <a:rect l="l" t="t" r="r" b="b"/>
              <a:pathLst>
                <a:path w="517" h="847" extrusionOk="0">
                  <a:moveTo>
                    <a:pt x="0" y="802"/>
                  </a:moveTo>
                  <a:cubicBezTo>
                    <a:pt x="37" y="819"/>
                    <a:pt x="110" y="847"/>
                    <a:pt x="190" y="847"/>
                  </a:cubicBezTo>
                  <a:cubicBezTo>
                    <a:pt x="190" y="847"/>
                    <a:pt x="190" y="847"/>
                    <a:pt x="190" y="847"/>
                  </a:cubicBezTo>
                  <a:cubicBezTo>
                    <a:pt x="199" y="847"/>
                    <a:pt x="209" y="847"/>
                    <a:pt x="218" y="846"/>
                  </a:cubicBezTo>
                  <a:cubicBezTo>
                    <a:pt x="349" y="835"/>
                    <a:pt x="430" y="763"/>
                    <a:pt x="441" y="754"/>
                  </a:cubicBezTo>
                  <a:cubicBezTo>
                    <a:pt x="491" y="669"/>
                    <a:pt x="517" y="573"/>
                    <a:pt x="517" y="474"/>
                  </a:cubicBezTo>
                  <a:cubicBezTo>
                    <a:pt x="517" y="274"/>
                    <a:pt x="411" y="96"/>
                    <a:pt x="244" y="0"/>
                  </a:cubicBezTo>
                  <a:cubicBezTo>
                    <a:pt x="282" y="43"/>
                    <a:pt x="320" y="107"/>
                    <a:pt x="335" y="201"/>
                  </a:cubicBezTo>
                  <a:cubicBezTo>
                    <a:pt x="354" y="317"/>
                    <a:pt x="329" y="414"/>
                    <a:pt x="305" y="476"/>
                  </a:cubicBezTo>
                  <a:cubicBezTo>
                    <a:pt x="279" y="543"/>
                    <a:pt x="249" y="582"/>
                    <a:pt x="247" y="583"/>
                  </a:cubicBezTo>
                  <a:cubicBezTo>
                    <a:pt x="247" y="583"/>
                    <a:pt x="247" y="583"/>
                    <a:pt x="247" y="583"/>
                  </a:cubicBezTo>
                  <a:cubicBezTo>
                    <a:pt x="236" y="599"/>
                    <a:pt x="224" y="615"/>
                    <a:pt x="210" y="631"/>
                  </a:cubicBezTo>
                  <a:cubicBezTo>
                    <a:pt x="168" y="680"/>
                    <a:pt x="115" y="725"/>
                    <a:pt x="50" y="770"/>
                  </a:cubicBezTo>
                  <a:cubicBezTo>
                    <a:pt x="35" y="780"/>
                    <a:pt x="20" y="790"/>
                    <a:pt x="5" y="800"/>
                  </a:cubicBezTo>
                  <a:cubicBezTo>
                    <a:pt x="3" y="800"/>
                    <a:pt x="2" y="801"/>
                    <a:pt x="0" y="80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1224;p48">
              <a:extLst>
                <a:ext uri="{FF2B5EF4-FFF2-40B4-BE49-F238E27FC236}">
                  <a16:creationId xmlns:a16="http://schemas.microsoft.com/office/drawing/2014/main" xmlns="" id="{1411CD9D-45D5-6FAE-8379-2EB1FC74DB31}"/>
                </a:ext>
              </a:extLst>
            </p:cNvPr>
            <p:cNvSpPr/>
            <p:nvPr/>
          </p:nvSpPr>
          <p:spPr>
            <a:xfrm>
              <a:off x="4783248" y="3418197"/>
              <a:ext cx="616697" cy="485785"/>
            </a:xfrm>
            <a:custGeom>
              <a:avLst/>
              <a:gdLst/>
              <a:ahLst/>
              <a:cxnLst/>
              <a:rect l="l" t="t" r="r" b="b"/>
              <a:pathLst>
                <a:path w="942" h="739" extrusionOk="0">
                  <a:moveTo>
                    <a:pt x="84" y="145"/>
                  </a:moveTo>
                  <a:cubicBezTo>
                    <a:pt x="0" y="309"/>
                    <a:pt x="79" y="508"/>
                    <a:pt x="87" y="527"/>
                  </a:cubicBezTo>
                  <a:cubicBezTo>
                    <a:pt x="192" y="662"/>
                    <a:pt x="349" y="739"/>
                    <a:pt x="520" y="739"/>
                  </a:cubicBezTo>
                  <a:cubicBezTo>
                    <a:pt x="683" y="739"/>
                    <a:pt x="839" y="664"/>
                    <a:pt x="942" y="540"/>
                  </a:cubicBezTo>
                  <a:cubicBezTo>
                    <a:pt x="901" y="562"/>
                    <a:pt x="843" y="585"/>
                    <a:pt x="770" y="591"/>
                  </a:cubicBezTo>
                  <a:cubicBezTo>
                    <a:pt x="760" y="592"/>
                    <a:pt x="750" y="593"/>
                    <a:pt x="740" y="593"/>
                  </a:cubicBezTo>
                  <a:cubicBezTo>
                    <a:pt x="629" y="593"/>
                    <a:pt x="541" y="547"/>
                    <a:pt x="524" y="539"/>
                  </a:cubicBezTo>
                  <a:cubicBezTo>
                    <a:pt x="519" y="537"/>
                    <a:pt x="510" y="532"/>
                    <a:pt x="508" y="531"/>
                  </a:cubicBezTo>
                  <a:cubicBezTo>
                    <a:pt x="451" y="498"/>
                    <a:pt x="405" y="464"/>
                    <a:pt x="363" y="429"/>
                  </a:cubicBezTo>
                  <a:cubicBezTo>
                    <a:pt x="308" y="383"/>
                    <a:pt x="268" y="340"/>
                    <a:pt x="237" y="293"/>
                  </a:cubicBezTo>
                  <a:cubicBezTo>
                    <a:pt x="212" y="256"/>
                    <a:pt x="196" y="220"/>
                    <a:pt x="188" y="183"/>
                  </a:cubicBezTo>
                  <a:cubicBezTo>
                    <a:pt x="176" y="134"/>
                    <a:pt x="179" y="91"/>
                    <a:pt x="195" y="51"/>
                  </a:cubicBezTo>
                  <a:cubicBezTo>
                    <a:pt x="203" y="32"/>
                    <a:pt x="213" y="15"/>
                    <a:pt x="225" y="0"/>
                  </a:cubicBezTo>
                  <a:cubicBezTo>
                    <a:pt x="175" y="27"/>
                    <a:pt x="122" y="72"/>
                    <a:pt x="84" y="1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1225;p48">
              <a:extLst>
                <a:ext uri="{FF2B5EF4-FFF2-40B4-BE49-F238E27FC236}">
                  <a16:creationId xmlns:a16="http://schemas.microsoft.com/office/drawing/2014/main" xmlns="" id="{2A3CC250-B67B-AE4D-6C49-A269E03A9052}"/>
                </a:ext>
              </a:extLst>
            </p:cNvPr>
            <p:cNvSpPr/>
            <p:nvPr/>
          </p:nvSpPr>
          <p:spPr>
            <a:xfrm>
              <a:off x="4764809" y="3184208"/>
              <a:ext cx="585965" cy="520485"/>
            </a:xfrm>
            <a:custGeom>
              <a:avLst/>
              <a:gdLst/>
              <a:ahLst/>
              <a:cxnLst/>
              <a:rect l="l" t="t" r="r" b="b"/>
              <a:pathLst>
                <a:path w="895" h="792" extrusionOk="0">
                  <a:moveTo>
                    <a:pt x="885" y="279"/>
                  </a:moveTo>
                  <a:cubicBezTo>
                    <a:pt x="871" y="194"/>
                    <a:pt x="837" y="125"/>
                    <a:pt x="783" y="74"/>
                  </a:cubicBezTo>
                  <a:cubicBezTo>
                    <a:pt x="745" y="38"/>
                    <a:pt x="710" y="24"/>
                    <a:pt x="706" y="23"/>
                  </a:cubicBezTo>
                  <a:cubicBezTo>
                    <a:pt x="655" y="8"/>
                    <a:pt x="602" y="0"/>
                    <a:pt x="548" y="0"/>
                  </a:cubicBezTo>
                  <a:cubicBezTo>
                    <a:pt x="246" y="0"/>
                    <a:pt x="0" y="245"/>
                    <a:pt x="0" y="547"/>
                  </a:cubicBezTo>
                  <a:cubicBezTo>
                    <a:pt x="0" y="634"/>
                    <a:pt x="20" y="717"/>
                    <a:pt x="57" y="792"/>
                  </a:cubicBezTo>
                  <a:cubicBezTo>
                    <a:pt x="40" y="710"/>
                    <a:pt x="32" y="594"/>
                    <a:pt x="87" y="488"/>
                  </a:cubicBezTo>
                  <a:cubicBezTo>
                    <a:pt x="170" y="327"/>
                    <a:pt x="318" y="293"/>
                    <a:pt x="378" y="286"/>
                  </a:cubicBezTo>
                  <a:cubicBezTo>
                    <a:pt x="387" y="285"/>
                    <a:pt x="396" y="284"/>
                    <a:pt x="405" y="284"/>
                  </a:cubicBezTo>
                  <a:cubicBezTo>
                    <a:pt x="406" y="284"/>
                    <a:pt x="406" y="284"/>
                    <a:pt x="406" y="284"/>
                  </a:cubicBezTo>
                  <a:cubicBezTo>
                    <a:pt x="408" y="284"/>
                    <a:pt x="408" y="284"/>
                    <a:pt x="408" y="284"/>
                  </a:cubicBezTo>
                  <a:cubicBezTo>
                    <a:pt x="410" y="285"/>
                    <a:pt x="410" y="285"/>
                    <a:pt x="410" y="285"/>
                  </a:cubicBezTo>
                  <a:cubicBezTo>
                    <a:pt x="441" y="285"/>
                    <a:pt x="472" y="294"/>
                    <a:pt x="500" y="311"/>
                  </a:cubicBezTo>
                  <a:cubicBezTo>
                    <a:pt x="519" y="322"/>
                    <a:pt x="535" y="337"/>
                    <a:pt x="548" y="356"/>
                  </a:cubicBezTo>
                  <a:cubicBezTo>
                    <a:pt x="570" y="322"/>
                    <a:pt x="603" y="301"/>
                    <a:pt x="645" y="291"/>
                  </a:cubicBezTo>
                  <a:cubicBezTo>
                    <a:pt x="662" y="287"/>
                    <a:pt x="678" y="285"/>
                    <a:pt x="694" y="285"/>
                  </a:cubicBezTo>
                  <a:cubicBezTo>
                    <a:pt x="737" y="285"/>
                    <a:pt x="776" y="299"/>
                    <a:pt x="812" y="326"/>
                  </a:cubicBezTo>
                  <a:cubicBezTo>
                    <a:pt x="850" y="356"/>
                    <a:pt x="874" y="395"/>
                    <a:pt x="883" y="444"/>
                  </a:cubicBezTo>
                  <a:cubicBezTo>
                    <a:pt x="892" y="395"/>
                    <a:pt x="895" y="340"/>
                    <a:pt x="885" y="2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7" name="Google Shape;1226;p48">
            <a:extLst>
              <a:ext uri="{FF2B5EF4-FFF2-40B4-BE49-F238E27FC236}">
                <a16:creationId xmlns:a16="http://schemas.microsoft.com/office/drawing/2014/main" xmlns="" id="{7F0AA769-3DA0-FB52-1DE3-E5E60A759318}"/>
              </a:ext>
            </a:extLst>
          </p:cNvPr>
          <p:cNvGrpSpPr/>
          <p:nvPr/>
        </p:nvGrpSpPr>
        <p:grpSpPr>
          <a:xfrm>
            <a:off x="5947893" y="3102095"/>
            <a:ext cx="334310" cy="290709"/>
            <a:chOff x="3680173" y="3231000"/>
            <a:chExt cx="720106" cy="626190"/>
          </a:xfrm>
        </p:grpSpPr>
        <p:sp>
          <p:nvSpPr>
            <p:cNvPr id="248" name="Google Shape;1227;p48">
              <a:extLst>
                <a:ext uri="{FF2B5EF4-FFF2-40B4-BE49-F238E27FC236}">
                  <a16:creationId xmlns:a16="http://schemas.microsoft.com/office/drawing/2014/main" xmlns="" id="{DA1DD234-B518-0D3C-0B01-2F15C0EAB8BC}"/>
                </a:ext>
              </a:extLst>
            </p:cNvPr>
            <p:cNvSpPr/>
            <p:nvPr/>
          </p:nvSpPr>
          <p:spPr>
            <a:xfrm>
              <a:off x="3680173" y="3232386"/>
              <a:ext cx="468746" cy="451568"/>
            </a:xfrm>
            <a:custGeom>
              <a:avLst/>
              <a:gdLst/>
              <a:ahLst/>
              <a:cxnLst/>
              <a:rect l="l" t="t" r="r" b="b"/>
              <a:pathLst>
                <a:path w="341" h="326" extrusionOk="0">
                  <a:moveTo>
                    <a:pt x="337" y="79"/>
                  </a:moveTo>
                  <a:cubicBezTo>
                    <a:pt x="332" y="73"/>
                    <a:pt x="325" y="65"/>
                    <a:pt x="312" y="52"/>
                  </a:cubicBezTo>
                  <a:cubicBezTo>
                    <a:pt x="290" y="31"/>
                    <a:pt x="264" y="16"/>
                    <a:pt x="261" y="15"/>
                  </a:cubicBezTo>
                  <a:cubicBezTo>
                    <a:pt x="237" y="5"/>
                    <a:pt x="211" y="0"/>
                    <a:pt x="184" y="0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124" y="2"/>
                    <a:pt x="76" y="24"/>
                    <a:pt x="44" y="61"/>
                  </a:cubicBezTo>
                  <a:cubicBezTo>
                    <a:pt x="13" y="97"/>
                    <a:pt x="0" y="144"/>
                    <a:pt x="5" y="195"/>
                  </a:cubicBezTo>
                  <a:cubicBezTo>
                    <a:pt x="10" y="237"/>
                    <a:pt x="24" y="275"/>
                    <a:pt x="47" y="308"/>
                  </a:cubicBezTo>
                  <a:cubicBezTo>
                    <a:pt x="51" y="314"/>
                    <a:pt x="56" y="320"/>
                    <a:pt x="61" y="326"/>
                  </a:cubicBezTo>
                  <a:cubicBezTo>
                    <a:pt x="50" y="296"/>
                    <a:pt x="39" y="251"/>
                    <a:pt x="47" y="200"/>
                  </a:cubicBezTo>
                  <a:cubicBezTo>
                    <a:pt x="62" y="106"/>
                    <a:pt x="151" y="88"/>
                    <a:pt x="162" y="86"/>
                  </a:cubicBezTo>
                  <a:cubicBezTo>
                    <a:pt x="162" y="86"/>
                    <a:pt x="162" y="86"/>
                    <a:pt x="162" y="86"/>
                  </a:cubicBezTo>
                  <a:cubicBezTo>
                    <a:pt x="169" y="85"/>
                    <a:pt x="176" y="84"/>
                    <a:pt x="183" y="83"/>
                  </a:cubicBezTo>
                  <a:cubicBezTo>
                    <a:pt x="184" y="83"/>
                    <a:pt x="184" y="83"/>
                    <a:pt x="184" y="83"/>
                  </a:cubicBezTo>
                  <a:cubicBezTo>
                    <a:pt x="210" y="83"/>
                    <a:pt x="234" y="91"/>
                    <a:pt x="257" y="107"/>
                  </a:cubicBezTo>
                  <a:cubicBezTo>
                    <a:pt x="259" y="109"/>
                    <a:pt x="261" y="109"/>
                    <a:pt x="262" y="109"/>
                  </a:cubicBezTo>
                  <a:cubicBezTo>
                    <a:pt x="264" y="109"/>
                    <a:pt x="266" y="108"/>
                    <a:pt x="269" y="107"/>
                  </a:cubicBezTo>
                  <a:cubicBezTo>
                    <a:pt x="295" y="91"/>
                    <a:pt x="318" y="84"/>
                    <a:pt x="341" y="83"/>
                  </a:cubicBezTo>
                  <a:cubicBezTo>
                    <a:pt x="339" y="82"/>
                    <a:pt x="338" y="80"/>
                    <a:pt x="337" y="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1228;p48">
              <a:extLst>
                <a:ext uri="{FF2B5EF4-FFF2-40B4-BE49-F238E27FC236}">
                  <a16:creationId xmlns:a16="http://schemas.microsoft.com/office/drawing/2014/main" xmlns="" id="{CCE0A518-51C2-755D-44C2-255E17980195}"/>
                </a:ext>
              </a:extLst>
            </p:cNvPr>
            <p:cNvSpPr/>
            <p:nvPr/>
          </p:nvSpPr>
          <p:spPr>
            <a:xfrm>
              <a:off x="3743529" y="3408162"/>
              <a:ext cx="548171" cy="449028"/>
            </a:xfrm>
            <a:custGeom>
              <a:avLst/>
              <a:gdLst/>
              <a:ahLst/>
              <a:cxnLst/>
              <a:rect l="l" t="t" r="r" b="b"/>
              <a:pathLst>
                <a:path w="399" h="324" extrusionOk="0">
                  <a:moveTo>
                    <a:pt x="399" y="221"/>
                  </a:moveTo>
                  <a:cubicBezTo>
                    <a:pt x="381" y="231"/>
                    <a:pt x="357" y="241"/>
                    <a:pt x="329" y="246"/>
                  </a:cubicBezTo>
                  <a:cubicBezTo>
                    <a:pt x="315" y="249"/>
                    <a:pt x="299" y="250"/>
                    <a:pt x="284" y="250"/>
                  </a:cubicBezTo>
                  <a:cubicBezTo>
                    <a:pt x="244" y="250"/>
                    <a:pt x="214" y="241"/>
                    <a:pt x="209" y="239"/>
                  </a:cubicBezTo>
                  <a:cubicBezTo>
                    <a:pt x="208" y="239"/>
                    <a:pt x="206" y="239"/>
                    <a:pt x="204" y="238"/>
                  </a:cubicBezTo>
                  <a:cubicBezTo>
                    <a:pt x="143" y="209"/>
                    <a:pt x="100" y="176"/>
                    <a:pt x="70" y="133"/>
                  </a:cubicBezTo>
                  <a:cubicBezTo>
                    <a:pt x="55" y="111"/>
                    <a:pt x="46" y="86"/>
                    <a:pt x="43" y="59"/>
                  </a:cubicBezTo>
                  <a:cubicBezTo>
                    <a:pt x="40" y="36"/>
                    <a:pt x="44" y="16"/>
                    <a:pt x="53" y="0"/>
                  </a:cubicBezTo>
                  <a:cubicBezTo>
                    <a:pt x="35" y="16"/>
                    <a:pt x="18" y="39"/>
                    <a:pt x="12" y="75"/>
                  </a:cubicBezTo>
                  <a:cubicBezTo>
                    <a:pt x="0" y="154"/>
                    <a:pt x="37" y="221"/>
                    <a:pt x="41" y="228"/>
                  </a:cubicBezTo>
                  <a:cubicBezTo>
                    <a:pt x="74" y="261"/>
                    <a:pt x="116" y="289"/>
                    <a:pt x="169" y="314"/>
                  </a:cubicBezTo>
                  <a:cubicBezTo>
                    <a:pt x="183" y="320"/>
                    <a:pt x="199" y="324"/>
                    <a:pt x="215" y="324"/>
                  </a:cubicBezTo>
                  <a:cubicBezTo>
                    <a:pt x="233" y="324"/>
                    <a:pt x="252" y="319"/>
                    <a:pt x="268" y="312"/>
                  </a:cubicBezTo>
                  <a:cubicBezTo>
                    <a:pt x="312" y="291"/>
                    <a:pt x="350" y="266"/>
                    <a:pt x="383" y="236"/>
                  </a:cubicBezTo>
                  <a:cubicBezTo>
                    <a:pt x="389" y="231"/>
                    <a:pt x="394" y="226"/>
                    <a:pt x="399" y="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1229;p48">
              <a:extLst>
                <a:ext uri="{FF2B5EF4-FFF2-40B4-BE49-F238E27FC236}">
                  <a16:creationId xmlns:a16="http://schemas.microsoft.com/office/drawing/2014/main" xmlns="" id="{D07F8902-C609-DBC4-F10C-F1AE958EE8D9}"/>
                </a:ext>
              </a:extLst>
            </p:cNvPr>
            <p:cNvSpPr/>
            <p:nvPr/>
          </p:nvSpPr>
          <p:spPr>
            <a:xfrm>
              <a:off x="4061000" y="3231000"/>
              <a:ext cx="339279" cy="508390"/>
            </a:xfrm>
            <a:custGeom>
              <a:avLst/>
              <a:gdLst/>
              <a:ahLst/>
              <a:cxnLst/>
              <a:rect l="l" t="t" r="r" b="b"/>
              <a:pathLst>
                <a:path w="247" h="367" extrusionOk="0">
                  <a:moveTo>
                    <a:pt x="53" y="367"/>
                  </a:moveTo>
                  <a:cubicBezTo>
                    <a:pt x="68" y="367"/>
                    <a:pt x="82" y="365"/>
                    <a:pt x="96" y="363"/>
                  </a:cubicBezTo>
                  <a:cubicBezTo>
                    <a:pt x="150" y="353"/>
                    <a:pt x="191" y="320"/>
                    <a:pt x="195" y="316"/>
                  </a:cubicBezTo>
                  <a:cubicBezTo>
                    <a:pt x="221" y="279"/>
                    <a:pt x="237" y="239"/>
                    <a:pt x="242" y="195"/>
                  </a:cubicBezTo>
                  <a:cubicBezTo>
                    <a:pt x="247" y="155"/>
                    <a:pt x="239" y="116"/>
                    <a:pt x="221" y="85"/>
                  </a:cubicBezTo>
                  <a:cubicBezTo>
                    <a:pt x="201" y="51"/>
                    <a:pt x="170" y="26"/>
                    <a:pt x="130" y="12"/>
                  </a:cubicBezTo>
                  <a:cubicBezTo>
                    <a:pt x="110" y="4"/>
                    <a:pt x="88" y="0"/>
                    <a:pt x="66" y="0"/>
                  </a:cubicBezTo>
                  <a:cubicBezTo>
                    <a:pt x="44" y="0"/>
                    <a:pt x="22" y="4"/>
                    <a:pt x="0" y="11"/>
                  </a:cubicBezTo>
                  <a:cubicBezTo>
                    <a:pt x="11" y="18"/>
                    <a:pt x="28" y="30"/>
                    <a:pt x="43" y="44"/>
                  </a:cubicBezTo>
                  <a:cubicBezTo>
                    <a:pt x="57" y="58"/>
                    <a:pt x="64" y="66"/>
                    <a:pt x="69" y="72"/>
                  </a:cubicBezTo>
                  <a:cubicBezTo>
                    <a:pt x="71" y="74"/>
                    <a:pt x="72" y="76"/>
                    <a:pt x="74" y="78"/>
                  </a:cubicBezTo>
                  <a:cubicBezTo>
                    <a:pt x="80" y="85"/>
                    <a:pt x="89" y="87"/>
                    <a:pt x="89" y="87"/>
                  </a:cubicBezTo>
                  <a:cubicBezTo>
                    <a:pt x="102" y="91"/>
                    <a:pt x="102" y="91"/>
                    <a:pt x="102" y="91"/>
                  </a:cubicBezTo>
                  <a:cubicBezTo>
                    <a:pt x="102" y="91"/>
                    <a:pt x="102" y="91"/>
                    <a:pt x="102" y="91"/>
                  </a:cubicBezTo>
                  <a:cubicBezTo>
                    <a:pt x="143" y="106"/>
                    <a:pt x="164" y="140"/>
                    <a:pt x="159" y="185"/>
                  </a:cubicBezTo>
                  <a:cubicBezTo>
                    <a:pt x="154" y="230"/>
                    <a:pt x="133" y="268"/>
                    <a:pt x="96" y="302"/>
                  </a:cubicBezTo>
                  <a:cubicBezTo>
                    <a:pt x="70" y="326"/>
                    <a:pt x="40" y="345"/>
                    <a:pt x="5" y="362"/>
                  </a:cubicBezTo>
                  <a:cubicBezTo>
                    <a:pt x="18" y="365"/>
                    <a:pt x="34" y="367"/>
                    <a:pt x="53" y="367"/>
                  </a:cubicBezTo>
                  <a:cubicBezTo>
                    <a:pt x="53" y="367"/>
                    <a:pt x="53" y="367"/>
                    <a:pt x="53" y="36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1" name="Google Shape;1230;p48">
            <a:extLst>
              <a:ext uri="{FF2B5EF4-FFF2-40B4-BE49-F238E27FC236}">
                <a16:creationId xmlns:a16="http://schemas.microsoft.com/office/drawing/2014/main" xmlns="" id="{BE2046DF-CC3E-EADE-935F-2B47CBE782B1}"/>
              </a:ext>
            </a:extLst>
          </p:cNvPr>
          <p:cNvGrpSpPr/>
          <p:nvPr/>
        </p:nvGrpSpPr>
        <p:grpSpPr>
          <a:xfrm>
            <a:off x="7501959" y="3080342"/>
            <a:ext cx="332462" cy="334215"/>
            <a:chOff x="6931035" y="3184144"/>
            <a:chExt cx="716128" cy="719903"/>
          </a:xfrm>
        </p:grpSpPr>
        <p:sp>
          <p:nvSpPr>
            <p:cNvPr id="252" name="Google Shape;1231;p48">
              <a:extLst>
                <a:ext uri="{FF2B5EF4-FFF2-40B4-BE49-F238E27FC236}">
                  <a16:creationId xmlns:a16="http://schemas.microsoft.com/office/drawing/2014/main" xmlns="" id="{155709BE-22C7-02E1-41D7-625CD2499764}"/>
                </a:ext>
              </a:extLst>
            </p:cNvPr>
            <p:cNvSpPr/>
            <p:nvPr/>
          </p:nvSpPr>
          <p:spPr>
            <a:xfrm>
              <a:off x="7304099" y="3430106"/>
              <a:ext cx="343064" cy="228463"/>
            </a:xfrm>
            <a:custGeom>
              <a:avLst/>
              <a:gdLst/>
              <a:ahLst/>
              <a:cxnLst/>
              <a:rect l="l" t="t" r="r" b="b"/>
              <a:pathLst>
                <a:path w="590" h="391" extrusionOk="0">
                  <a:moveTo>
                    <a:pt x="507" y="0"/>
                  </a:moveTo>
                  <a:cubicBezTo>
                    <a:pt x="196" y="0"/>
                    <a:pt x="196" y="0"/>
                    <a:pt x="196" y="0"/>
                  </a:cubicBezTo>
                  <a:cubicBezTo>
                    <a:pt x="194" y="0"/>
                    <a:pt x="192" y="0"/>
                    <a:pt x="191" y="2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0" y="193"/>
                    <a:pt x="0" y="197"/>
                    <a:pt x="2" y="200"/>
                  </a:cubicBezTo>
                  <a:cubicBezTo>
                    <a:pt x="191" y="389"/>
                    <a:pt x="191" y="389"/>
                    <a:pt x="191" y="389"/>
                  </a:cubicBezTo>
                  <a:cubicBezTo>
                    <a:pt x="192" y="390"/>
                    <a:pt x="194" y="391"/>
                    <a:pt x="196" y="391"/>
                  </a:cubicBezTo>
                  <a:cubicBezTo>
                    <a:pt x="507" y="391"/>
                    <a:pt x="507" y="391"/>
                    <a:pt x="507" y="391"/>
                  </a:cubicBezTo>
                  <a:cubicBezTo>
                    <a:pt x="553" y="391"/>
                    <a:pt x="590" y="353"/>
                    <a:pt x="590" y="307"/>
                  </a:cubicBezTo>
                  <a:cubicBezTo>
                    <a:pt x="590" y="83"/>
                    <a:pt x="590" y="83"/>
                    <a:pt x="590" y="83"/>
                  </a:cubicBezTo>
                  <a:cubicBezTo>
                    <a:pt x="590" y="37"/>
                    <a:pt x="553" y="0"/>
                    <a:pt x="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1232;p48">
              <a:extLst>
                <a:ext uri="{FF2B5EF4-FFF2-40B4-BE49-F238E27FC236}">
                  <a16:creationId xmlns:a16="http://schemas.microsoft.com/office/drawing/2014/main" xmlns="" id="{B8B199D4-4452-6E48-51ED-C714A1E507E5}"/>
                </a:ext>
              </a:extLst>
            </p:cNvPr>
            <p:cNvSpPr/>
            <p:nvPr/>
          </p:nvSpPr>
          <p:spPr>
            <a:xfrm>
              <a:off x="6931035" y="3430106"/>
              <a:ext cx="343548" cy="228463"/>
            </a:xfrm>
            <a:custGeom>
              <a:avLst/>
              <a:gdLst/>
              <a:ahLst/>
              <a:cxnLst/>
              <a:rect l="l" t="t" r="r" b="b"/>
              <a:pathLst>
                <a:path w="591" h="391" extrusionOk="0">
                  <a:moveTo>
                    <a:pt x="84" y="0"/>
                  </a:moveTo>
                  <a:cubicBezTo>
                    <a:pt x="38" y="0"/>
                    <a:pt x="0" y="37"/>
                    <a:pt x="0" y="83"/>
                  </a:cubicBezTo>
                  <a:cubicBezTo>
                    <a:pt x="0" y="307"/>
                    <a:pt x="0" y="307"/>
                    <a:pt x="0" y="307"/>
                  </a:cubicBezTo>
                  <a:cubicBezTo>
                    <a:pt x="0" y="353"/>
                    <a:pt x="38" y="391"/>
                    <a:pt x="84" y="391"/>
                  </a:cubicBezTo>
                  <a:cubicBezTo>
                    <a:pt x="395" y="391"/>
                    <a:pt x="395" y="391"/>
                    <a:pt x="395" y="391"/>
                  </a:cubicBezTo>
                  <a:cubicBezTo>
                    <a:pt x="396" y="391"/>
                    <a:pt x="398" y="390"/>
                    <a:pt x="399" y="389"/>
                  </a:cubicBezTo>
                  <a:cubicBezTo>
                    <a:pt x="588" y="200"/>
                    <a:pt x="588" y="200"/>
                    <a:pt x="588" y="200"/>
                  </a:cubicBezTo>
                  <a:cubicBezTo>
                    <a:pt x="591" y="197"/>
                    <a:pt x="591" y="193"/>
                    <a:pt x="588" y="190"/>
                  </a:cubicBezTo>
                  <a:cubicBezTo>
                    <a:pt x="399" y="2"/>
                    <a:pt x="399" y="2"/>
                    <a:pt x="399" y="2"/>
                  </a:cubicBezTo>
                  <a:cubicBezTo>
                    <a:pt x="398" y="0"/>
                    <a:pt x="396" y="0"/>
                    <a:pt x="395" y="0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1233;p48">
              <a:extLst>
                <a:ext uri="{FF2B5EF4-FFF2-40B4-BE49-F238E27FC236}">
                  <a16:creationId xmlns:a16="http://schemas.microsoft.com/office/drawing/2014/main" xmlns="" id="{FB2A0848-A235-42B4-D1CC-A27847162941}"/>
                </a:ext>
              </a:extLst>
            </p:cNvPr>
            <p:cNvSpPr/>
            <p:nvPr/>
          </p:nvSpPr>
          <p:spPr>
            <a:xfrm>
              <a:off x="7175631" y="3184144"/>
              <a:ext cx="227419" cy="345369"/>
            </a:xfrm>
            <a:custGeom>
              <a:avLst/>
              <a:gdLst/>
              <a:ahLst/>
              <a:cxnLst/>
              <a:rect l="l" t="t" r="r" b="b"/>
              <a:pathLst>
                <a:path w="391" h="591" extrusionOk="0">
                  <a:moveTo>
                    <a:pt x="307" y="0"/>
                  </a:moveTo>
                  <a:cubicBezTo>
                    <a:pt x="84" y="0"/>
                    <a:pt x="84" y="0"/>
                    <a:pt x="84" y="0"/>
                  </a:cubicBezTo>
                  <a:cubicBezTo>
                    <a:pt x="37" y="0"/>
                    <a:pt x="0" y="38"/>
                    <a:pt x="0" y="84"/>
                  </a:cubicBezTo>
                  <a:cubicBezTo>
                    <a:pt x="0" y="395"/>
                    <a:pt x="0" y="395"/>
                    <a:pt x="0" y="395"/>
                  </a:cubicBezTo>
                  <a:cubicBezTo>
                    <a:pt x="0" y="396"/>
                    <a:pt x="1" y="398"/>
                    <a:pt x="2" y="399"/>
                  </a:cubicBezTo>
                  <a:cubicBezTo>
                    <a:pt x="191" y="588"/>
                    <a:pt x="191" y="588"/>
                    <a:pt x="191" y="588"/>
                  </a:cubicBezTo>
                  <a:cubicBezTo>
                    <a:pt x="193" y="591"/>
                    <a:pt x="198" y="591"/>
                    <a:pt x="200" y="588"/>
                  </a:cubicBezTo>
                  <a:cubicBezTo>
                    <a:pt x="389" y="399"/>
                    <a:pt x="389" y="399"/>
                    <a:pt x="389" y="399"/>
                  </a:cubicBezTo>
                  <a:cubicBezTo>
                    <a:pt x="390" y="398"/>
                    <a:pt x="391" y="396"/>
                    <a:pt x="391" y="395"/>
                  </a:cubicBezTo>
                  <a:cubicBezTo>
                    <a:pt x="391" y="84"/>
                    <a:pt x="391" y="84"/>
                    <a:pt x="391" y="84"/>
                  </a:cubicBezTo>
                  <a:cubicBezTo>
                    <a:pt x="391" y="38"/>
                    <a:pt x="354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1234;p48">
              <a:extLst>
                <a:ext uri="{FF2B5EF4-FFF2-40B4-BE49-F238E27FC236}">
                  <a16:creationId xmlns:a16="http://schemas.microsoft.com/office/drawing/2014/main" xmlns="" id="{E02EC18B-CC51-157C-BAF6-588564DC0631}"/>
                </a:ext>
              </a:extLst>
            </p:cNvPr>
            <p:cNvSpPr/>
            <p:nvPr/>
          </p:nvSpPr>
          <p:spPr>
            <a:xfrm>
              <a:off x="7175631" y="3558678"/>
              <a:ext cx="227419" cy="345369"/>
            </a:xfrm>
            <a:custGeom>
              <a:avLst/>
              <a:gdLst/>
              <a:ahLst/>
              <a:cxnLst/>
              <a:rect l="l" t="t" r="r" b="b"/>
              <a:pathLst>
                <a:path w="391" h="591" extrusionOk="0">
                  <a:moveTo>
                    <a:pt x="84" y="591"/>
                  </a:moveTo>
                  <a:cubicBezTo>
                    <a:pt x="307" y="591"/>
                    <a:pt x="307" y="591"/>
                    <a:pt x="307" y="591"/>
                  </a:cubicBezTo>
                  <a:cubicBezTo>
                    <a:pt x="354" y="591"/>
                    <a:pt x="391" y="553"/>
                    <a:pt x="391" y="507"/>
                  </a:cubicBezTo>
                  <a:cubicBezTo>
                    <a:pt x="391" y="197"/>
                    <a:pt x="391" y="197"/>
                    <a:pt x="391" y="197"/>
                  </a:cubicBezTo>
                  <a:cubicBezTo>
                    <a:pt x="391" y="195"/>
                    <a:pt x="390" y="193"/>
                    <a:pt x="389" y="192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8" y="0"/>
                    <a:pt x="193" y="0"/>
                    <a:pt x="191" y="3"/>
                  </a:cubicBezTo>
                  <a:cubicBezTo>
                    <a:pt x="2" y="192"/>
                    <a:pt x="2" y="192"/>
                    <a:pt x="2" y="192"/>
                  </a:cubicBezTo>
                  <a:cubicBezTo>
                    <a:pt x="1" y="193"/>
                    <a:pt x="0" y="195"/>
                    <a:pt x="0" y="197"/>
                  </a:cubicBezTo>
                  <a:cubicBezTo>
                    <a:pt x="0" y="507"/>
                    <a:pt x="0" y="507"/>
                    <a:pt x="0" y="507"/>
                  </a:cubicBezTo>
                  <a:cubicBezTo>
                    <a:pt x="0" y="553"/>
                    <a:pt x="37" y="591"/>
                    <a:pt x="84" y="59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6" name="Google Shape;1235;p48">
            <a:extLst>
              <a:ext uri="{FF2B5EF4-FFF2-40B4-BE49-F238E27FC236}">
                <a16:creationId xmlns:a16="http://schemas.microsoft.com/office/drawing/2014/main" xmlns="" id="{41223A1E-4A90-5918-10E7-F5A44831CFF8}"/>
              </a:ext>
            </a:extLst>
          </p:cNvPr>
          <p:cNvGrpSpPr/>
          <p:nvPr/>
        </p:nvGrpSpPr>
        <p:grpSpPr>
          <a:xfrm>
            <a:off x="6983483" y="3080302"/>
            <a:ext cx="334295" cy="334286"/>
            <a:chOff x="5846429" y="3184067"/>
            <a:chExt cx="720076" cy="720055"/>
          </a:xfrm>
        </p:grpSpPr>
        <p:sp>
          <p:nvSpPr>
            <p:cNvPr id="257" name="Google Shape;1236;p48">
              <a:extLst>
                <a:ext uri="{FF2B5EF4-FFF2-40B4-BE49-F238E27FC236}">
                  <a16:creationId xmlns:a16="http://schemas.microsoft.com/office/drawing/2014/main" xmlns="" id="{B08B9453-3DBF-6D3D-F888-ACADE52F04EE}"/>
                </a:ext>
              </a:extLst>
            </p:cNvPr>
            <p:cNvSpPr/>
            <p:nvPr/>
          </p:nvSpPr>
          <p:spPr>
            <a:xfrm>
              <a:off x="6207893" y="3184067"/>
              <a:ext cx="355998" cy="422879"/>
            </a:xfrm>
            <a:custGeom>
              <a:avLst/>
              <a:gdLst/>
              <a:ahLst/>
              <a:cxnLst/>
              <a:rect l="l" t="t" r="r" b="b"/>
              <a:pathLst>
                <a:path w="540" h="642" extrusionOk="0">
                  <a:moveTo>
                    <a:pt x="473" y="593"/>
                  </a:moveTo>
                  <a:cubicBezTo>
                    <a:pt x="536" y="545"/>
                    <a:pt x="540" y="487"/>
                    <a:pt x="540" y="480"/>
                  </a:cubicBezTo>
                  <a:cubicBezTo>
                    <a:pt x="507" y="208"/>
                    <a:pt x="276" y="2"/>
                    <a:pt x="0" y="0"/>
                  </a:cubicBezTo>
                  <a:cubicBezTo>
                    <a:pt x="24" y="14"/>
                    <a:pt x="46" y="33"/>
                    <a:pt x="64" y="57"/>
                  </a:cubicBezTo>
                  <a:cubicBezTo>
                    <a:pt x="117" y="125"/>
                    <a:pt x="119" y="216"/>
                    <a:pt x="119" y="220"/>
                  </a:cubicBezTo>
                  <a:cubicBezTo>
                    <a:pt x="119" y="425"/>
                    <a:pt x="119" y="425"/>
                    <a:pt x="119" y="425"/>
                  </a:cubicBezTo>
                  <a:cubicBezTo>
                    <a:pt x="337" y="425"/>
                    <a:pt x="337" y="425"/>
                    <a:pt x="337" y="425"/>
                  </a:cubicBezTo>
                  <a:cubicBezTo>
                    <a:pt x="337" y="642"/>
                    <a:pt x="337" y="642"/>
                    <a:pt x="337" y="642"/>
                  </a:cubicBezTo>
                  <a:cubicBezTo>
                    <a:pt x="365" y="640"/>
                    <a:pt x="425" y="630"/>
                    <a:pt x="473" y="5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1237;p48">
              <a:extLst>
                <a:ext uri="{FF2B5EF4-FFF2-40B4-BE49-F238E27FC236}">
                  <a16:creationId xmlns:a16="http://schemas.microsoft.com/office/drawing/2014/main" xmlns="" id="{670A9CF0-30E9-D0C9-85BA-A4C9442FB597}"/>
                </a:ext>
              </a:extLst>
            </p:cNvPr>
            <p:cNvSpPr/>
            <p:nvPr/>
          </p:nvSpPr>
          <p:spPr>
            <a:xfrm>
              <a:off x="5846429" y="3186676"/>
              <a:ext cx="423253" cy="355759"/>
            </a:xfrm>
            <a:custGeom>
              <a:avLst/>
              <a:gdLst/>
              <a:ahLst/>
              <a:cxnLst/>
              <a:rect l="l" t="t" r="r" b="b"/>
              <a:pathLst>
                <a:path w="642" h="540" extrusionOk="0">
                  <a:moveTo>
                    <a:pt x="480" y="0"/>
                  </a:moveTo>
                  <a:cubicBezTo>
                    <a:pt x="207" y="33"/>
                    <a:pt x="1" y="265"/>
                    <a:pt x="0" y="540"/>
                  </a:cubicBezTo>
                  <a:cubicBezTo>
                    <a:pt x="13" y="516"/>
                    <a:pt x="32" y="495"/>
                    <a:pt x="56" y="476"/>
                  </a:cubicBezTo>
                  <a:cubicBezTo>
                    <a:pt x="125" y="423"/>
                    <a:pt x="215" y="421"/>
                    <a:pt x="219" y="421"/>
                  </a:cubicBezTo>
                  <a:cubicBezTo>
                    <a:pt x="425" y="421"/>
                    <a:pt x="425" y="421"/>
                    <a:pt x="425" y="421"/>
                  </a:cubicBezTo>
                  <a:cubicBezTo>
                    <a:pt x="425" y="203"/>
                    <a:pt x="425" y="203"/>
                    <a:pt x="425" y="203"/>
                  </a:cubicBezTo>
                  <a:cubicBezTo>
                    <a:pt x="642" y="203"/>
                    <a:pt x="642" y="203"/>
                    <a:pt x="642" y="203"/>
                  </a:cubicBezTo>
                  <a:cubicBezTo>
                    <a:pt x="639" y="176"/>
                    <a:pt x="629" y="115"/>
                    <a:pt x="593" y="68"/>
                  </a:cubicBezTo>
                  <a:cubicBezTo>
                    <a:pt x="544" y="4"/>
                    <a:pt x="486" y="1"/>
                    <a:pt x="4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1238;p48">
              <a:extLst>
                <a:ext uri="{FF2B5EF4-FFF2-40B4-BE49-F238E27FC236}">
                  <a16:creationId xmlns:a16="http://schemas.microsoft.com/office/drawing/2014/main" xmlns="" id="{4C6B7B72-521E-3E10-60E8-5156B2B00FA8}"/>
                </a:ext>
              </a:extLst>
            </p:cNvPr>
            <p:cNvSpPr/>
            <p:nvPr/>
          </p:nvSpPr>
          <p:spPr>
            <a:xfrm>
              <a:off x="5849043" y="3481007"/>
              <a:ext cx="355998" cy="423115"/>
            </a:xfrm>
            <a:custGeom>
              <a:avLst/>
              <a:gdLst/>
              <a:ahLst/>
              <a:cxnLst/>
              <a:rect l="l" t="t" r="r" b="b"/>
              <a:pathLst>
                <a:path w="540" h="642" extrusionOk="0">
                  <a:moveTo>
                    <a:pt x="476" y="586"/>
                  </a:moveTo>
                  <a:cubicBezTo>
                    <a:pt x="423" y="517"/>
                    <a:pt x="421" y="426"/>
                    <a:pt x="421" y="423"/>
                  </a:cubicBezTo>
                  <a:cubicBezTo>
                    <a:pt x="421" y="217"/>
                    <a:pt x="421" y="217"/>
                    <a:pt x="421" y="217"/>
                  </a:cubicBezTo>
                  <a:cubicBezTo>
                    <a:pt x="203" y="217"/>
                    <a:pt x="203" y="217"/>
                    <a:pt x="203" y="217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175" y="2"/>
                    <a:pt x="114" y="12"/>
                    <a:pt x="67" y="49"/>
                  </a:cubicBezTo>
                  <a:cubicBezTo>
                    <a:pt x="4" y="97"/>
                    <a:pt x="0" y="155"/>
                    <a:pt x="0" y="162"/>
                  </a:cubicBezTo>
                  <a:cubicBezTo>
                    <a:pt x="32" y="434"/>
                    <a:pt x="264" y="641"/>
                    <a:pt x="540" y="642"/>
                  </a:cubicBezTo>
                  <a:cubicBezTo>
                    <a:pt x="516" y="628"/>
                    <a:pt x="494" y="610"/>
                    <a:pt x="476" y="58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1239;p48">
              <a:extLst>
                <a:ext uri="{FF2B5EF4-FFF2-40B4-BE49-F238E27FC236}">
                  <a16:creationId xmlns:a16="http://schemas.microsoft.com/office/drawing/2014/main" xmlns="" id="{A9C241B5-797C-D2E2-63E3-9C7C85A9D018}"/>
                </a:ext>
              </a:extLst>
            </p:cNvPr>
            <p:cNvSpPr/>
            <p:nvPr/>
          </p:nvSpPr>
          <p:spPr>
            <a:xfrm>
              <a:off x="6143252" y="3545755"/>
              <a:ext cx="423253" cy="355759"/>
            </a:xfrm>
            <a:custGeom>
              <a:avLst/>
              <a:gdLst/>
              <a:ahLst/>
              <a:cxnLst/>
              <a:rect l="l" t="t" r="r" b="b"/>
              <a:pathLst>
                <a:path w="642" h="540" extrusionOk="0">
                  <a:moveTo>
                    <a:pt x="423" y="119"/>
                  </a:moveTo>
                  <a:cubicBezTo>
                    <a:pt x="217" y="119"/>
                    <a:pt x="217" y="119"/>
                    <a:pt x="217" y="119"/>
                  </a:cubicBezTo>
                  <a:cubicBezTo>
                    <a:pt x="217" y="337"/>
                    <a:pt x="217" y="337"/>
                    <a:pt x="217" y="337"/>
                  </a:cubicBezTo>
                  <a:cubicBezTo>
                    <a:pt x="0" y="337"/>
                    <a:pt x="0" y="337"/>
                    <a:pt x="0" y="337"/>
                  </a:cubicBezTo>
                  <a:cubicBezTo>
                    <a:pt x="3" y="365"/>
                    <a:pt x="12" y="425"/>
                    <a:pt x="49" y="473"/>
                  </a:cubicBezTo>
                  <a:cubicBezTo>
                    <a:pt x="98" y="536"/>
                    <a:pt x="156" y="540"/>
                    <a:pt x="162" y="540"/>
                  </a:cubicBezTo>
                  <a:cubicBezTo>
                    <a:pt x="435" y="507"/>
                    <a:pt x="641" y="275"/>
                    <a:pt x="642" y="0"/>
                  </a:cubicBezTo>
                  <a:cubicBezTo>
                    <a:pt x="629" y="24"/>
                    <a:pt x="610" y="45"/>
                    <a:pt x="586" y="64"/>
                  </a:cubicBezTo>
                  <a:cubicBezTo>
                    <a:pt x="517" y="117"/>
                    <a:pt x="427" y="119"/>
                    <a:pt x="423" y="1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1" name="Google Shape;1240;p48">
            <a:extLst>
              <a:ext uri="{FF2B5EF4-FFF2-40B4-BE49-F238E27FC236}">
                <a16:creationId xmlns:a16="http://schemas.microsoft.com/office/drawing/2014/main" xmlns="" id="{54CE13FC-8BD5-BFD3-8B5B-333996229084}"/>
              </a:ext>
            </a:extLst>
          </p:cNvPr>
          <p:cNvGrpSpPr/>
          <p:nvPr/>
        </p:nvGrpSpPr>
        <p:grpSpPr>
          <a:xfrm>
            <a:off x="4498882" y="3080266"/>
            <a:ext cx="227774" cy="334369"/>
            <a:chOff x="655600" y="3183978"/>
            <a:chExt cx="490627" cy="720234"/>
          </a:xfrm>
        </p:grpSpPr>
        <p:sp>
          <p:nvSpPr>
            <p:cNvPr id="262" name="Google Shape;1241;p48">
              <a:extLst>
                <a:ext uri="{FF2B5EF4-FFF2-40B4-BE49-F238E27FC236}">
                  <a16:creationId xmlns:a16="http://schemas.microsoft.com/office/drawing/2014/main" xmlns="" id="{17E3C44D-D8B2-FE6C-6866-BBF25DEBA0F8}"/>
                </a:ext>
              </a:extLst>
            </p:cNvPr>
            <p:cNvSpPr/>
            <p:nvPr/>
          </p:nvSpPr>
          <p:spPr>
            <a:xfrm>
              <a:off x="781315" y="3461564"/>
              <a:ext cx="274086" cy="162243"/>
            </a:xfrm>
            <a:custGeom>
              <a:avLst/>
              <a:gdLst/>
              <a:ahLst/>
              <a:cxnLst/>
              <a:rect l="l" t="t" r="r" b="b"/>
              <a:pathLst>
                <a:path w="513" h="302" extrusionOk="0">
                  <a:moveTo>
                    <a:pt x="447" y="170"/>
                  </a:moveTo>
                  <a:cubicBezTo>
                    <a:pt x="454" y="167"/>
                    <a:pt x="462" y="168"/>
                    <a:pt x="468" y="172"/>
                  </a:cubicBezTo>
                  <a:cubicBezTo>
                    <a:pt x="474" y="175"/>
                    <a:pt x="478" y="182"/>
                    <a:pt x="479" y="189"/>
                  </a:cubicBezTo>
                  <a:cubicBezTo>
                    <a:pt x="511" y="137"/>
                    <a:pt x="511" y="137"/>
                    <a:pt x="511" y="137"/>
                  </a:cubicBezTo>
                  <a:cubicBezTo>
                    <a:pt x="513" y="133"/>
                    <a:pt x="511" y="127"/>
                    <a:pt x="507" y="125"/>
                  </a:cubicBezTo>
                  <a:cubicBezTo>
                    <a:pt x="466" y="104"/>
                    <a:pt x="418" y="87"/>
                    <a:pt x="363" y="73"/>
                  </a:cubicBezTo>
                  <a:cubicBezTo>
                    <a:pt x="339" y="68"/>
                    <a:pt x="220" y="38"/>
                    <a:pt x="197" y="31"/>
                  </a:cubicBezTo>
                  <a:cubicBezTo>
                    <a:pt x="153" y="20"/>
                    <a:pt x="118" y="10"/>
                    <a:pt x="89" y="1"/>
                  </a:cubicBezTo>
                  <a:cubicBezTo>
                    <a:pt x="85" y="0"/>
                    <a:pt x="80" y="2"/>
                    <a:pt x="78" y="6"/>
                  </a:cubicBezTo>
                  <a:cubicBezTo>
                    <a:pt x="55" y="75"/>
                    <a:pt x="55" y="75"/>
                    <a:pt x="55" y="75"/>
                  </a:cubicBezTo>
                  <a:cubicBezTo>
                    <a:pt x="54" y="76"/>
                    <a:pt x="51" y="78"/>
                    <a:pt x="49" y="77"/>
                  </a:cubicBezTo>
                  <a:cubicBezTo>
                    <a:pt x="45" y="76"/>
                    <a:pt x="41" y="74"/>
                    <a:pt x="39" y="69"/>
                  </a:cubicBezTo>
                  <a:cubicBezTo>
                    <a:pt x="38" y="67"/>
                    <a:pt x="38" y="64"/>
                    <a:pt x="37" y="61"/>
                  </a:cubicBezTo>
                  <a:cubicBezTo>
                    <a:pt x="35" y="52"/>
                    <a:pt x="27" y="48"/>
                    <a:pt x="19" y="53"/>
                  </a:cubicBezTo>
                  <a:cubicBezTo>
                    <a:pt x="12" y="58"/>
                    <a:pt x="7" y="66"/>
                    <a:pt x="4" y="74"/>
                  </a:cubicBezTo>
                  <a:cubicBezTo>
                    <a:pt x="1" y="83"/>
                    <a:pt x="0" y="93"/>
                    <a:pt x="3" y="101"/>
                  </a:cubicBezTo>
                  <a:cubicBezTo>
                    <a:pt x="6" y="109"/>
                    <a:pt x="15" y="111"/>
                    <a:pt x="22" y="106"/>
                  </a:cubicBezTo>
                  <a:cubicBezTo>
                    <a:pt x="24" y="104"/>
                    <a:pt x="26" y="102"/>
                    <a:pt x="29" y="100"/>
                  </a:cubicBezTo>
                  <a:cubicBezTo>
                    <a:pt x="33" y="97"/>
                    <a:pt x="37" y="98"/>
                    <a:pt x="41" y="100"/>
                  </a:cubicBezTo>
                  <a:cubicBezTo>
                    <a:pt x="44" y="101"/>
                    <a:pt x="44" y="103"/>
                    <a:pt x="45" y="106"/>
                  </a:cubicBezTo>
                  <a:cubicBezTo>
                    <a:pt x="20" y="179"/>
                    <a:pt x="20" y="179"/>
                    <a:pt x="20" y="179"/>
                  </a:cubicBezTo>
                  <a:cubicBezTo>
                    <a:pt x="18" y="183"/>
                    <a:pt x="21" y="188"/>
                    <a:pt x="25" y="189"/>
                  </a:cubicBezTo>
                  <a:cubicBezTo>
                    <a:pt x="53" y="198"/>
                    <a:pt x="81" y="206"/>
                    <a:pt x="111" y="214"/>
                  </a:cubicBezTo>
                  <a:cubicBezTo>
                    <a:pt x="135" y="220"/>
                    <a:pt x="278" y="256"/>
                    <a:pt x="301" y="261"/>
                  </a:cubicBezTo>
                  <a:cubicBezTo>
                    <a:pt x="346" y="272"/>
                    <a:pt x="380" y="285"/>
                    <a:pt x="404" y="299"/>
                  </a:cubicBezTo>
                  <a:cubicBezTo>
                    <a:pt x="408" y="302"/>
                    <a:pt x="414" y="300"/>
                    <a:pt x="416" y="296"/>
                  </a:cubicBezTo>
                  <a:cubicBezTo>
                    <a:pt x="446" y="245"/>
                    <a:pt x="446" y="245"/>
                    <a:pt x="446" y="245"/>
                  </a:cubicBezTo>
                  <a:cubicBezTo>
                    <a:pt x="439" y="248"/>
                    <a:pt x="432" y="247"/>
                    <a:pt x="425" y="243"/>
                  </a:cubicBezTo>
                  <a:cubicBezTo>
                    <a:pt x="419" y="240"/>
                    <a:pt x="415" y="234"/>
                    <a:pt x="414" y="226"/>
                  </a:cubicBezTo>
                  <a:cubicBezTo>
                    <a:pt x="412" y="216"/>
                    <a:pt x="415" y="204"/>
                    <a:pt x="422" y="193"/>
                  </a:cubicBezTo>
                  <a:cubicBezTo>
                    <a:pt x="428" y="182"/>
                    <a:pt x="437" y="173"/>
                    <a:pt x="447" y="17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1242;p48">
              <a:extLst>
                <a:ext uri="{FF2B5EF4-FFF2-40B4-BE49-F238E27FC236}">
                  <a16:creationId xmlns:a16="http://schemas.microsoft.com/office/drawing/2014/main" xmlns="" id="{47B03CAA-3178-E79F-B499-74A392736DC3}"/>
                </a:ext>
              </a:extLst>
            </p:cNvPr>
            <p:cNvSpPr/>
            <p:nvPr/>
          </p:nvSpPr>
          <p:spPr>
            <a:xfrm>
              <a:off x="850087" y="3183978"/>
              <a:ext cx="259850" cy="244775"/>
            </a:xfrm>
            <a:custGeom>
              <a:avLst/>
              <a:gdLst/>
              <a:ahLst/>
              <a:cxnLst/>
              <a:rect l="l" t="t" r="r" b="b"/>
              <a:pathLst>
                <a:path w="486" h="456" extrusionOk="0">
                  <a:moveTo>
                    <a:pt x="0" y="212"/>
                  </a:moveTo>
                  <a:cubicBezTo>
                    <a:pt x="4" y="206"/>
                    <a:pt x="11" y="203"/>
                    <a:pt x="18" y="203"/>
                  </a:cubicBezTo>
                  <a:cubicBezTo>
                    <a:pt x="26" y="203"/>
                    <a:pt x="32" y="206"/>
                    <a:pt x="37" y="212"/>
                  </a:cubicBezTo>
                  <a:cubicBezTo>
                    <a:pt x="44" y="220"/>
                    <a:pt x="48" y="232"/>
                    <a:pt x="47" y="245"/>
                  </a:cubicBezTo>
                  <a:cubicBezTo>
                    <a:pt x="48" y="258"/>
                    <a:pt x="44" y="269"/>
                    <a:pt x="37" y="277"/>
                  </a:cubicBezTo>
                  <a:cubicBezTo>
                    <a:pt x="32" y="283"/>
                    <a:pt x="26" y="286"/>
                    <a:pt x="18" y="286"/>
                  </a:cubicBezTo>
                  <a:cubicBezTo>
                    <a:pt x="11" y="286"/>
                    <a:pt x="4" y="283"/>
                    <a:pt x="0" y="277"/>
                  </a:cubicBezTo>
                  <a:cubicBezTo>
                    <a:pt x="0" y="331"/>
                    <a:pt x="0" y="331"/>
                    <a:pt x="0" y="331"/>
                  </a:cubicBezTo>
                  <a:cubicBezTo>
                    <a:pt x="0" y="336"/>
                    <a:pt x="4" y="340"/>
                    <a:pt x="9" y="340"/>
                  </a:cubicBezTo>
                  <a:cubicBezTo>
                    <a:pt x="31" y="337"/>
                    <a:pt x="55" y="336"/>
                    <a:pt x="83" y="336"/>
                  </a:cubicBezTo>
                  <a:cubicBezTo>
                    <a:pt x="202" y="336"/>
                    <a:pt x="321" y="425"/>
                    <a:pt x="321" y="425"/>
                  </a:cubicBezTo>
                  <a:cubicBezTo>
                    <a:pt x="368" y="456"/>
                    <a:pt x="397" y="454"/>
                    <a:pt x="436" y="417"/>
                  </a:cubicBezTo>
                  <a:cubicBezTo>
                    <a:pt x="436" y="417"/>
                    <a:pt x="486" y="374"/>
                    <a:pt x="486" y="334"/>
                  </a:cubicBezTo>
                  <a:cubicBezTo>
                    <a:pt x="486" y="273"/>
                    <a:pt x="343" y="186"/>
                    <a:pt x="190" y="155"/>
                  </a:cubicBezTo>
                  <a:cubicBezTo>
                    <a:pt x="190" y="49"/>
                    <a:pt x="190" y="49"/>
                    <a:pt x="190" y="49"/>
                  </a:cubicBezTo>
                  <a:cubicBezTo>
                    <a:pt x="190" y="22"/>
                    <a:pt x="163" y="0"/>
                    <a:pt x="1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27" y="0"/>
                    <a:pt x="0" y="22"/>
                    <a:pt x="0" y="49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0" y="148"/>
                  </a:cubicBezTo>
                  <a:lnTo>
                    <a:pt x="0" y="2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1243;p48">
              <a:extLst>
                <a:ext uri="{FF2B5EF4-FFF2-40B4-BE49-F238E27FC236}">
                  <a16:creationId xmlns:a16="http://schemas.microsoft.com/office/drawing/2014/main" xmlns="" id="{FB9E6BDA-D619-1475-AB55-3CA8A15341A9}"/>
                </a:ext>
              </a:extLst>
            </p:cNvPr>
            <p:cNvSpPr/>
            <p:nvPr/>
          </p:nvSpPr>
          <p:spPr>
            <a:xfrm>
              <a:off x="655600" y="3264496"/>
              <a:ext cx="213333" cy="294294"/>
            </a:xfrm>
            <a:custGeom>
              <a:avLst/>
              <a:gdLst/>
              <a:ahLst/>
              <a:cxnLst/>
              <a:rect l="l" t="t" r="r" b="b"/>
              <a:pathLst>
                <a:path w="399" h="548" extrusionOk="0">
                  <a:moveTo>
                    <a:pt x="242" y="541"/>
                  </a:moveTo>
                  <a:cubicBezTo>
                    <a:pt x="262" y="483"/>
                    <a:pt x="262" y="483"/>
                    <a:pt x="262" y="483"/>
                  </a:cubicBezTo>
                  <a:cubicBezTo>
                    <a:pt x="255" y="488"/>
                    <a:pt x="248" y="489"/>
                    <a:pt x="241" y="486"/>
                  </a:cubicBezTo>
                  <a:cubicBezTo>
                    <a:pt x="234" y="484"/>
                    <a:pt x="229" y="479"/>
                    <a:pt x="226" y="472"/>
                  </a:cubicBezTo>
                  <a:cubicBezTo>
                    <a:pt x="222" y="462"/>
                    <a:pt x="223" y="450"/>
                    <a:pt x="227" y="437"/>
                  </a:cubicBezTo>
                  <a:cubicBezTo>
                    <a:pt x="231" y="425"/>
                    <a:pt x="238" y="415"/>
                    <a:pt x="247" y="410"/>
                  </a:cubicBezTo>
                  <a:cubicBezTo>
                    <a:pt x="254" y="406"/>
                    <a:pt x="261" y="405"/>
                    <a:pt x="268" y="407"/>
                  </a:cubicBezTo>
                  <a:cubicBezTo>
                    <a:pt x="275" y="409"/>
                    <a:pt x="280" y="415"/>
                    <a:pt x="283" y="422"/>
                  </a:cubicBezTo>
                  <a:cubicBezTo>
                    <a:pt x="301" y="369"/>
                    <a:pt x="301" y="369"/>
                    <a:pt x="301" y="369"/>
                  </a:cubicBezTo>
                  <a:cubicBezTo>
                    <a:pt x="302" y="364"/>
                    <a:pt x="300" y="359"/>
                    <a:pt x="296" y="358"/>
                  </a:cubicBezTo>
                  <a:cubicBezTo>
                    <a:pt x="238" y="335"/>
                    <a:pt x="219" y="315"/>
                    <a:pt x="219" y="287"/>
                  </a:cubicBezTo>
                  <a:cubicBezTo>
                    <a:pt x="219" y="250"/>
                    <a:pt x="254" y="211"/>
                    <a:pt x="343" y="194"/>
                  </a:cubicBezTo>
                  <a:cubicBezTo>
                    <a:pt x="347" y="193"/>
                    <a:pt x="350" y="190"/>
                    <a:pt x="350" y="186"/>
                  </a:cubicBezTo>
                  <a:cubicBezTo>
                    <a:pt x="350" y="111"/>
                    <a:pt x="350" y="111"/>
                    <a:pt x="350" y="111"/>
                  </a:cubicBezTo>
                  <a:cubicBezTo>
                    <a:pt x="351" y="109"/>
                    <a:pt x="353" y="107"/>
                    <a:pt x="355" y="107"/>
                  </a:cubicBezTo>
                  <a:cubicBezTo>
                    <a:pt x="360" y="106"/>
                    <a:pt x="364" y="107"/>
                    <a:pt x="367" y="111"/>
                  </a:cubicBezTo>
                  <a:cubicBezTo>
                    <a:pt x="369" y="113"/>
                    <a:pt x="370" y="116"/>
                    <a:pt x="371" y="118"/>
                  </a:cubicBezTo>
                  <a:cubicBezTo>
                    <a:pt x="376" y="126"/>
                    <a:pt x="385" y="127"/>
                    <a:pt x="391" y="120"/>
                  </a:cubicBezTo>
                  <a:cubicBezTo>
                    <a:pt x="397" y="113"/>
                    <a:pt x="399" y="104"/>
                    <a:pt x="399" y="95"/>
                  </a:cubicBezTo>
                  <a:cubicBezTo>
                    <a:pt x="399" y="86"/>
                    <a:pt x="397" y="76"/>
                    <a:pt x="391" y="69"/>
                  </a:cubicBezTo>
                  <a:cubicBezTo>
                    <a:pt x="385" y="63"/>
                    <a:pt x="376" y="63"/>
                    <a:pt x="371" y="71"/>
                  </a:cubicBezTo>
                  <a:cubicBezTo>
                    <a:pt x="370" y="73"/>
                    <a:pt x="369" y="76"/>
                    <a:pt x="367" y="78"/>
                  </a:cubicBezTo>
                  <a:cubicBezTo>
                    <a:pt x="364" y="83"/>
                    <a:pt x="360" y="83"/>
                    <a:pt x="355" y="83"/>
                  </a:cubicBezTo>
                  <a:cubicBezTo>
                    <a:pt x="353" y="82"/>
                    <a:pt x="351" y="80"/>
                    <a:pt x="350" y="78"/>
                  </a:cubicBezTo>
                  <a:cubicBezTo>
                    <a:pt x="350" y="9"/>
                    <a:pt x="350" y="9"/>
                    <a:pt x="350" y="9"/>
                  </a:cubicBezTo>
                  <a:cubicBezTo>
                    <a:pt x="350" y="4"/>
                    <a:pt x="346" y="0"/>
                    <a:pt x="341" y="1"/>
                  </a:cubicBezTo>
                  <a:cubicBezTo>
                    <a:pt x="117" y="30"/>
                    <a:pt x="0" y="150"/>
                    <a:pt x="0" y="292"/>
                  </a:cubicBezTo>
                  <a:cubicBezTo>
                    <a:pt x="0" y="428"/>
                    <a:pt x="100" y="499"/>
                    <a:pt x="231" y="546"/>
                  </a:cubicBezTo>
                  <a:cubicBezTo>
                    <a:pt x="236" y="548"/>
                    <a:pt x="240" y="546"/>
                    <a:pt x="242" y="5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1244;p48">
              <a:extLst>
                <a:ext uri="{FF2B5EF4-FFF2-40B4-BE49-F238E27FC236}">
                  <a16:creationId xmlns:a16="http://schemas.microsoft.com/office/drawing/2014/main" xmlns="" id="{F8E30FBA-8E51-6F17-4FBE-62FC40542585}"/>
                </a:ext>
              </a:extLst>
            </p:cNvPr>
            <p:cNvSpPr/>
            <p:nvPr/>
          </p:nvSpPr>
          <p:spPr>
            <a:xfrm>
              <a:off x="673846" y="3654405"/>
              <a:ext cx="303960" cy="249807"/>
            </a:xfrm>
            <a:custGeom>
              <a:avLst/>
              <a:gdLst/>
              <a:ahLst/>
              <a:cxnLst/>
              <a:rect l="l" t="t" r="r" b="b"/>
              <a:pathLst>
                <a:path w="569" h="465" extrusionOk="0">
                  <a:moveTo>
                    <a:pt x="520" y="368"/>
                  </a:moveTo>
                  <a:cubicBezTo>
                    <a:pt x="520" y="233"/>
                    <a:pt x="520" y="233"/>
                    <a:pt x="520" y="233"/>
                  </a:cubicBezTo>
                  <a:cubicBezTo>
                    <a:pt x="521" y="231"/>
                    <a:pt x="523" y="229"/>
                    <a:pt x="525" y="229"/>
                  </a:cubicBezTo>
                  <a:cubicBezTo>
                    <a:pt x="530" y="229"/>
                    <a:pt x="534" y="229"/>
                    <a:pt x="537" y="233"/>
                  </a:cubicBezTo>
                  <a:cubicBezTo>
                    <a:pt x="539" y="236"/>
                    <a:pt x="540" y="238"/>
                    <a:pt x="542" y="241"/>
                  </a:cubicBezTo>
                  <a:cubicBezTo>
                    <a:pt x="546" y="248"/>
                    <a:pt x="556" y="249"/>
                    <a:pt x="561" y="242"/>
                  </a:cubicBezTo>
                  <a:cubicBezTo>
                    <a:pt x="567" y="236"/>
                    <a:pt x="569" y="226"/>
                    <a:pt x="569" y="217"/>
                  </a:cubicBezTo>
                  <a:cubicBezTo>
                    <a:pt x="569" y="208"/>
                    <a:pt x="567" y="199"/>
                    <a:pt x="561" y="192"/>
                  </a:cubicBezTo>
                  <a:cubicBezTo>
                    <a:pt x="556" y="185"/>
                    <a:pt x="546" y="186"/>
                    <a:pt x="542" y="194"/>
                  </a:cubicBezTo>
                  <a:cubicBezTo>
                    <a:pt x="540" y="196"/>
                    <a:pt x="539" y="199"/>
                    <a:pt x="537" y="201"/>
                  </a:cubicBezTo>
                  <a:cubicBezTo>
                    <a:pt x="534" y="205"/>
                    <a:pt x="530" y="205"/>
                    <a:pt x="525" y="205"/>
                  </a:cubicBezTo>
                  <a:cubicBezTo>
                    <a:pt x="523" y="205"/>
                    <a:pt x="521" y="203"/>
                    <a:pt x="520" y="201"/>
                  </a:cubicBezTo>
                  <a:cubicBezTo>
                    <a:pt x="520" y="133"/>
                    <a:pt x="520" y="133"/>
                    <a:pt x="520" y="133"/>
                  </a:cubicBezTo>
                  <a:cubicBezTo>
                    <a:pt x="520" y="128"/>
                    <a:pt x="516" y="124"/>
                    <a:pt x="511" y="124"/>
                  </a:cubicBezTo>
                  <a:cubicBezTo>
                    <a:pt x="489" y="127"/>
                    <a:pt x="464" y="129"/>
                    <a:pt x="436" y="129"/>
                  </a:cubicBezTo>
                  <a:cubicBezTo>
                    <a:pt x="317" y="129"/>
                    <a:pt x="154" y="29"/>
                    <a:pt x="154" y="29"/>
                  </a:cubicBezTo>
                  <a:cubicBezTo>
                    <a:pt x="110" y="0"/>
                    <a:pt x="67" y="8"/>
                    <a:pt x="30" y="51"/>
                  </a:cubicBezTo>
                  <a:cubicBezTo>
                    <a:pt x="30" y="51"/>
                    <a:pt x="0" y="88"/>
                    <a:pt x="0" y="130"/>
                  </a:cubicBezTo>
                  <a:cubicBezTo>
                    <a:pt x="0" y="194"/>
                    <a:pt x="169" y="278"/>
                    <a:pt x="330" y="309"/>
                  </a:cubicBezTo>
                  <a:cubicBezTo>
                    <a:pt x="330" y="416"/>
                    <a:pt x="330" y="416"/>
                    <a:pt x="330" y="416"/>
                  </a:cubicBezTo>
                  <a:cubicBezTo>
                    <a:pt x="330" y="443"/>
                    <a:pt x="357" y="465"/>
                    <a:pt x="390" y="465"/>
                  </a:cubicBezTo>
                  <a:cubicBezTo>
                    <a:pt x="460" y="465"/>
                    <a:pt x="460" y="465"/>
                    <a:pt x="460" y="465"/>
                  </a:cubicBezTo>
                  <a:cubicBezTo>
                    <a:pt x="493" y="465"/>
                    <a:pt x="520" y="443"/>
                    <a:pt x="520" y="416"/>
                  </a:cubicBezTo>
                  <a:cubicBezTo>
                    <a:pt x="520" y="368"/>
                    <a:pt x="520" y="368"/>
                    <a:pt x="520" y="3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1245;p48">
              <a:extLst>
                <a:ext uri="{FF2B5EF4-FFF2-40B4-BE49-F238E27FC236}">
                  <a16:creationId xmlns:a16="http://schemas.microsoft.com/office/drawing/2014/main" xmlns="" id="{FB904DE1-F0FF-6362-FE9E-7F0B93161F32}"/>
                </a:ext>
              </a:extLst>
            </p:cNvPr>
            <p:cNvSpPr/>
            <p:nvPr/>
          </p:nvSpPr>
          <p:spPr>
            <a:xfrm>
              <a:off x="959159" y="3535238"/>
              <a:ext cx="187068" cy="287248"/>
            </a:xfrm>
            <a:custGeom>
              <a:avLst/>
              <a:gdLst/>
              <a:ahLst/>
              <a:cxnLst/>
              <a:rect l="l" t="t" r="r" b="b"/>
              <a:pathLst>
                <a:path w="350" h="535" extrusionOk="0">
                  <a:moveTo>
                    <a:pt x="201" y="3"/>
                  </a:moveTo>
                  <a:cubicBezTo>
                    <a:pt x="197" y="0"/>
                    <a:pt x="192" y="2"/>
                    <a:pt x="190" y="6"/>
                  </a:cubicBezTo>
                  <a:cubicBezTo>
                    <a:pt x="150" y="73"/>
                    <a:pt x="150" y="73"/>
                    <a:pt x="150" y="73"/>
                  </a:cubicBezTo>
                  <a:cubicBezTo>
                    <a:pt x="148" y="74"/>
                    <a:pt x="146" y="75"/>
                    <a:pt x="143" y="74"/>
                  </a:cubicBezTo>
                  <a:cubicBezTo>
                    <a:pt x="139" y="72"/>
                    <a:pt x="135" y="70"/>
                    <a:pt x="135" y="64"/>
                  </a:cubicBezTo>
                  <a:cubicBezTo>
                    <a:pt x="135" y="62"/>
                    <a:pt x="135" y="59"/>
                    <a:pt x="135" y="56"/>
                  </a:cubicBezTo>
                  <a:cubicBezTo>
                    <a:pt x="135" y="47"/>
                    <a:pt x="127" y="41"/>
                    <a:pt x="119" y="44"/>
                  </a:cubicBezTo>
                  <a:cubicBezTo>
                    <a:pt x="111" y="47"/>
                    <a:pt x="104" y="55"/>
                    <a:pt x="100" y="62"/>
                  </a:cubicBezTo>
                  <a:cubicBezTo>
                    <a:pt x="95" y="70"/>
                    <a:pt x="92" y="79"/>
                    <a:pt x="93" y="88"/>
                  </a:cubicBezTo>
                  <a:cubicBezTo>
                    <a:pt x="95" y="96"/>
                    <a:pt x="103" y="101"/>
                    <a:pt x="111" y="97"/>
                  </a:cubicBezTo>
                  <a:cubicBezTo>
                    <a:pt x="114" y="95"/>
                    <a:pt x="116" y="94"/>
                    <a:pt x="119" y="92"/>
                  </a:cubicBezTo>
                  <a:cubicBezTo>
                    <a:pt x="123" y="90"/>
                    <a:pt x="127" y="92"/>
                    <a:pt x="131" y="95"/>
                  </a:cubicBezTo>
                  <a:cubicBezTo>
                    <a:pt x="133" y="96"/>
                    <a:pt x="133" y="99"/>
                    <a:pt x="133" y="101"/>
                  </a:cubicBezTo>
                  <a:cubicBezTo>
                    <a:pt x="94" y="168"/>
                    <a:pt x="94" y="168"/>
                    <a:pt x="94" y="168"/>
                  </a:cubicBezTo>
                  <a:cubicBezTo>
                    <a:pt x="91" y="171"/>
                    <a:pt x="92" y="176"/>
                    <a:pt x="96" y="179"/>
                  </a:cubicBezTo>
                  <a:cubicBezTo>
                    <a:pt x="123" y="201"/>
                    <a:pt x="131" y="223"/>
                    <a:pt x="131" y="240"/>
                  </a:cubicBezTo>
                  <a:cubicBezTo>
                    <a:pt x="131" y="283"/>
                    <a:pt x="96" y="324"/>
                    <a:pt x="7" y="342"/>
                  </a:cubicBezTo>
                  <a:cubicBezTo>
                    <a:pt x="3" y="342"/>
                    <a:pt x="0" y="346"/>
                    <a:pt x="0" y="350"/>
                  </a:cubicBezTo>
                  <a:cubicBezTo>
                    <a:pt x="0" y="407"/>
                    <a:pt x="0" y="407"/>
                    <a:pt x="0" y="407"/>
                  </a:cubicBezTo>
                  <a:cubicBezTo>
                    <a:pt x="4" y="401"/>
                    <a:pt x="11" y="397"/>
                    <a:pt x="19" y="397"/>
                  </a:cubicBezTo>
                  <a:cubicBezTo>
                    <a:pt x="26" y="397"/>
                    <a:pt x="33" y="401"/>
                    <a:pt x="37" y="406"/>
                  </a:cubicBezTo>
                  <a:cubicBezTo>
                    <a:pt x="44" y="415"/>
                    <a:pt x="48" y="426"/>
                    <a:pt x="48" y="439"/>
                  </a:cubicBezTo>
                  <a:cubicBezTo>
                    <a:pt x="48" y="452"/>
                    <a:pt x="44" y="464"/>
                    <a:pt x="37" y="472"/>
                  </a:cubicBezTo>
                  <a:cubicBezTo>
                    <a:pt x="33" y="478"/>
                    <a:pt x="26" y="481"/>
                    <a:pt x="19" y="481"/>
                  </a:cubicBezTo>
                  <a:cubicBezTo>
                    <a:pt x="11" y="481"/>
                    <a:pt x="4" y="478"/>
                    <a:pt x="0" y="472"/>
                  </a:cubicBezTo>
                  <a:cubicBezTo>
                    <a:pt x="0" y="526"/>
                    <a:pt x="0" y="526"/>
                    <a:pt x="0" y="526"/>
                  </a:cubicBezTo>
                  <a:cubicBezTo>
                    <a:pt x="0" y="531"/>
                    <a:pt x="4" y="535"/>
                    <a:pt x="9" y="535"/>
                  </a:cubicBezTo>
                  <a:cubicBezTo>
                    <a:pt x="245" y="503"/>
                    <a:pt x="350" y="374"/>
                    <a:pt x="350" y="237"/>
                  </a:cubicBezTo>
                  <a:cubicBezTo>
                    <a:pt x="350" y="143"/>
                    <a:pt x="301" y="62"/>
                    <a:pt x="201" y="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7" name="Google Shape;1246;p48">
            <a:extLst>
              <a:ext uri="{FF2B5EF4-FFF2-40B4-BE49-F238E27FC236}">
                <a16:creationId xmlns:a16="http://schemas.microsoft.com/office/drawing/2014/main" xmlns="" id="{FCB7EE29-94C0-D7D8-A0F7-8B26505DCACD}"/>
              </a:ext>
            </a:extLst>
          </p:cNvPr>
          <p:cNvGrpSpPr/>
          <p:nvPr/>
        </p:nvGrpSpPr>
        <p:grpSpPr>
          <a:xfrm>
            <a:off x="8018608" y="3080348"/>
            <a:ext cx="142339" cy="334194"/>
            <a:chOff x="8011692" y="3184166"/>
            <a:chExt cx="306600" cy="719859"/>
          </a:xfrm>
        </p:grpSpPr>
        <p:sp>
          <p:nvSpPr>
            <p:cNvPr id="268" name="Google Shape;1247;p48">
              <a:extLst>
                <a:ext uri="{FF2B5EF4-FFF2-40B4-BE49-F238E27FC236}">
                  <a16:creationId xmlns:a16="http://schemas.microsoft.com/office/drawing/2014/main" xmlns="" id="{6483A233-A52F-9BC4-006D-006AC9B962F0}"/>
                </a:ext>
              </a:extLst>
            </p:cNvPr>
            <p:cNvSpPr/>
            <p:nvPr/>
          </p:nvSpPr>
          <p:spPr>
            <a:xfrm>
              <a:off x="8011692" y="3885096"/>
              <a:ext cx="306496" cy="18928"/>
            </a:xfrm>
            <a:custGeom>
              <a:avLst/>
              <a:gdLst/>
              <a:ahLst/>
              <a:cxnLst/>
              <a:rect l="l" t="t" r="r" b="b"/>
              <a:pathLst>
                <a:path w="569" h="35" extrusionOk="0">
                  <a:moveTo>
                    <a:pt x="569" y="13"/>
                  </a:moveTo>
                  <a:cubicBezTo>
                    <a:pt x="569" y="19"/>
                    <a:pt x="562" y="23"/>
                    <a:pt x="554" y="24"/>
                  </a:cubicBezTo>
                  <a:cubicBezTo>
                    <a:pt x="520" y="28"/>
                    <a:pt x="430" y="35"/>
                    <a:pt x="284" y="35"/>
                  </a:cubicBezTo>
                  <a:cubicBezTo>
                    <a:pt x="134" y="35"/>
                    <a:pt x="47" y="28"/>
                    <a:pt x="14" y="24"/>
                  </a:cubicBezTo>
                  <a:cubicBezTo>
                    <a:pt x="6" y="23"/>
                    <a:pt x="0" y="19"/>
                    <a:pt x="0" y="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69" y="0"/>
                    <a:pt x="569" y="0"/>
                    <a:pt x="569" y="0"/>
                  </a:cubicBezTo>
                  <a:lnTo>
                    <a:pt x="569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1248;p48">
              <a:extLst>
                <a:ext uri="{FF2B5EF4-FFF2-40B4-BE49-F238E27FC236}">
                  <a16:creationId xmlns:a16="http://schemas.microsoft.com/office/drawing/2014/main" xmlns="" id="{3D458F82-DAEA-2311-21EB-20856CA9988A}"/>
                </a:ext>
              </a:extLst>
            </p:cNvPr>
            <p:cNvSpPr/>
            <p:nvPr/>
          </p:nvSpPr>
          <p:spPr>
            <a:xfrm>
              <a:off x="8011692" y="3184166"/>
              <a:ext cx="306496" cy="40025"/>
            </a:xfrm>
            <a:custGeom>
              <a:avLst/>
              <a:gdLst/>
              <a:ahLst/>
              <a:cxnLst/>
              <a:rect l="l" t="t" r="r" b="b"/>
              <a:pathLst>
                <a:path w="569" h="74" extrusionOk="0">
                  <a:moveTo>
                    <a:pt x="372" y="32"/>
                  </a:moveTo>
                  <a:cubicBezTo>
                    <a:pt x="372" y="24"/>
                    <a:pt x="372" y="24"/>
                    <a:pt x="372" y="24"/>
                  </a:cubicBezTo>
                  <a:cubicBezTo>
                    <a:pt x="372" y="14"/>
                    <a:pt x="360" y="6"/>
                    <a:pt x="345" y="4"/>
                  </a:cubicBezTo>
                  <a:cubicBezTo>
                    <a:pt x="325" y="2"/>
                    <a:pt x="316" y="0"/>
                    <a:pt x="287" y="0"/>
                  </a:cubicBezTo>
                  <a:cubicBezTo>
                    <a:pt x="255" y="0"/>
                    <a:pt x="247" y="2"/>
                    <a:pt x="228" y="4"/>
                  </a:cubicBezTo>
                  <a:cubicBezTo>
                    <a:pt x="212" y="5"/>
                    <a:pt x="201" y="14"/>
                    <a:pt x="201" y="24"/>
                  </a:cubicBezTo>
                  <a:cubicBezTo>
                    <a:pt x="201" y="32"/>
                    <a:pt x="201" y="32"/>
                    <a:pt x="201" y="32"/>
                  </a:cubicBezTo>
                  <a:cubicBezTo>
                    <a:pt x="201" y="36"/>
                    <a:pt x="195" y="40"/>
                    <a:pt x="188" y="41"/>
                  </a:cubicBezTo>
                  <a:cubicBezTo>
                    <a:pt x="108" y="43"/>
                    <a:pt x="36" y="48"/>
                    <a:pt x="13" y="50"/>
                  </a:cubicBezTo>
                  <a:cubicBezTo>
                    <a:pt x="6" y="51"/>
                    <a:pt x="0" y="55"/>
                    <a:pt x="0" y="6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569" y="74"/>
                    <a:pt x="569" y="74"/>
                    <a:pt x="569" y="74"/>
                  </a:cubicBezTo>
                  <a:cubicBezTo>
                    <a:pt x="569" y="60"/>
                    <a:pt x="569" y="60"/>
                    <a:pt x="569" y="60"/>
                  </a:cubicBezTo>
                  <a:cubicBezTo>
                    <a:pt x="569" y="55"/>
                    <a:pt x="563" y="51"/>
                    <a:pt x="555" y="50"/>
                  </a:cubicBezTo>
                  <a:cubicBezTo>
                    <a:pt x="533" y="47"/>
                    <a:pt x="464" y="43"/>
                    <a:pt x="385" y="41"/>
                  </a:cubicBezTo>
                  <a:cubicBezTo>
                    <a:pt x="378" y="40"/>
                    <a:pt x="372" y="36"/>
                    <a:pt x="372" y="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1249;p48">
              <a:extLst>
                <a:ext uri="{FF2B5EF4-FFF2-40B4-BE49-F238E27FC236}">
                  <a16:creationId xmlns:a16="http://schemas.microsoft.com/office/drawing/2014/main" xmlns="" id="{87E103D4-64D4-B947-63CB-44EB435A5E3B}"/>
                </a:ext>
              </a:extLst>
            </p:cNvPr>
            <p:cNvSpPr txBox="1"/>
            <p:nvPr/>
          </p:nvSpPr>
          <p:spPr>
            <a:xfrm>
              <a:off x="8011692" y="3395332"/>
              <a:ext cx="306600" cy="1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1250;p48">
              <a:extLst>
                <a:ext uri="{FF2B5EF4-FFF2-40B4-BE49-F238E27FC236}">
                  <a16:creationId xmlns:a16="http://schemas.microsoft.com/office/drawing/2014/main" xmlns="" id="{528E28B1-3B95-FE77-E33F-245088C819D6}"/>
                </a:ext>
              </a:extLst>
            </p:cNvPr>
            <p:cNvSpPr txBox="1"/>
            <p:nvPr/>
          </p:nvSpPr>
          <p:spPr>
            <a:xfrm>
              <a:off x="8011692" y="3231683"/>
              <a:ext cx="306600" cy="15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1251;p48">
              <a:extLst>
                <a:ext uri="{FF2B5EF4-FFF2-40B4-BE49-F238E27FC236}">
                  <a16:creationId xmlns:a16="http://schemas.microsoft.com/office/drawing/2014/main" xmlns="" id="{D8DC5711-22F2-49E5-288D-C18B8E8827C2}"/>
                </a:ext>
              </a:extLst>
            </p:cNvPr>
            <p:cNvSpPr txBox="1"/>
            <p:nvPr/>
          </p:nvSpPr>
          <p:spPr>
            <a:xfrm>
              <a:off x="8011692" y="3718293"/>
              <a:ext cx="306600" cy="159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1252;p48">
              <a:extLst>
                <a:ext uri="{FF2B5EF4-FFF2-40B4-BE49-F238E27FC236}">
                  <a16:creationId xmlns:a16="http://schemas.microsoft.com/office/drawing/2014/main" xmlns="" id="{C3291033-68CD-54B7-694D-3B1F4A568E99}"/>
                </a:ext>
              </a:extLst>
            </p:cNvPr>
            <p:cNvSpPr txBox="1"/>
            <p:nvPr/>
          </p:nvSpPr>
          <p:spPr>
            <a:xfrm>
              <a:off x="8011692" y="3556812"/>
              <a:ext cx="306600" cy="157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4" name="Google Shape;1253;p48">
            <a:extLst>
              <a:ext uri="{FF2B5EF4-FFF2-40B4-BE49-F238E27FC236}">
                <a16:creationId xmlns:a16="http://schemas.microsoft.com/office/drawing/2014/main" xmlns="" id="{D3A49F5F-2A2F-8883-6CC0-81F951DBE8E6}"/>
              </a:ext>
            </a:extLst>
          </p:cNvPr>
          <p:cNvGrpSpPr/>
          <p:nvPr/>
        </p:nvGrpSpPr>
        <p:grpSpPr>
          <a:xfrm>
            <a:off x="8344698" y="3080165"/>
            <a:ext cx="184649" cy="334137"/>
            <a:chOff x="4556125" y="630237"/>
            <a:chExt cx="3081338" cy="5568950"/>
          </a:xfrm>
        </p:grpSpPr>
        <p:sp>
          <p:nvSpPr>
            <p:cNvPr id="275" name="Google Shape;1254;p48">
              <a:extLst>
                <a:ext uri="{FF2B5EF4-FFF2-40B4-BE49-F238E27FC236}">
                  <a16:creationId xmlns:a16="http://schemas.microsoft.com/office/drawing/2014/main" xmlns="" id="{C46FCA15-E39C-740A-116A-4FA0D153A307}"/>
                </a:ext>
              </a:extLst>
            </p:cNvPr>
            <p:cNvSpPr/>
            <p:nvPr/>
          </p:nvSpPr>
          <p:spPr>
            <a:xfrm>
              <a:off x="4756150" y="630237"/>
              <a:ext cx="2397126" cy="1016000"/>
            </a:xfrm>
            <a:custGeom>
              <a:avLst/>
              <a:gdLst/>
              <a:ahLst/>
              <a:cxnLst/>
              <a:rect l="l" t="t" r="r" b="b"/>
              <a:pathLst>
                <a:path w="550" h="233" extrusionOk="0">
                  <a:moveTo>
                    <a:pt x="88" y="233"/>
                  </a:moveTo>
                  <a:cubicBezTo>
                    <a:pt x="49" y="233"/>
                    <a:pt x="14" y="205"/>
                    <a:pt x="7" y="165"/>
                  </a:cubicBezTo>
                  <a:cubicBezTo>
                    <a:pt x="0" y="120"/>
                    <a:pt x="30" y="78"/>
                    <a:pt x="74" y="71"/>
                  </a:cubicBezTo>
                  <a:cubicBezTo>
                    <a:pt x="448" y="8"/>
                    <a:pt x="448" y="8"/>
                    <a:pt x="448" y="8"/>
                  </a:cubicBezTo>
                  <a:cubicBezTo>
                    <a:pt x="492" y="0"/>
                    <a:pt x="535" y="30"/>
                    <a:pt x="542" y="75"/>
                  </a:cubicBezTo>
                  <a:cubicBezTo>
                    <a:pt x="550" y="120"/>
                    <a:pt x="520" y="162"/>
                    <a:pt x="475" y="169"/>
                  </a:cubicBezTo>
                  <a:cubicBezTo>
                    <a:pt x="102" y="232"/>
                    <a:pt x="102" y="232"/>
                    <a:pt x="102" y="232"/>
                  </a:cubicBezTo>
                  <a:cubicBezTo>
                    <a:pt x="97" y="233"/>
                    <a:pt x="92" y="233"/>
                    <a:pt x="88" y="2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1255;p48">
              <a:extLst>
                <a:ext uri="{FF2B5EF4-FFF2-40B4-BE49-F238E27FC236}">
                  <a16:creationId xmlns:a16="http://schemas.microsoft.com/office/drawing/2014/main" xmlns="" id="{B68D1C9B-A82C-3BA1-3A21-26B8B5CFBB29}"/>
                </a:ext>
              </a:extLst>
            </p:cNvPr>
            <p:cNvSpPr/>
            <p:nvPr/>
          </p:nvSpPr>
          <p:spPr>
            <a:xfrm>
              <a:off x="4556125" y="1357312"/>
              <a:ext cx="3081338" cy="1135062"/>
            </a:xfrm>
            <a:custGeom>
              <a:avLst/>
              <a:gdLst/>
              <a:ahLst/>
              <a:cxnLst/>
              <a:rect l="l" t="t" r="r" b="b"/>
              <a:pathLst>
                <a:path w="707" h="260" extrusionOk="0">
                  <a:moveTo>
                    <a:pt x="88" y="260"/>
                  </a:moveTo>
                  <a:cubicBezTo>
                    <a:pt x="49" y="260"/>
                    <a:pt x="14" y="232"/>
                    <a:pt x="7" y="192"/>
                  </a:cubicBezTo>
                  <a:cubicBezTo>
                    <a:pt x="0" y="147"/>
                    <a:pt x="30" y="105"/>
                    <a:pt x="74" y="97"/>
                  </a:cubicBezTo>
                  <a:cubicBezTo>
                    <a:pt x="605" y="7"/>
                    <a:pt x="605" y="7"/>
                    <a:pt x="605" y="7"/>
                  </a:cubicBezTo>
                  <a:cubicBezTo>
                    <a:pt x="649" y="0"/>
                    <a:pt x="692" y="30"/>
                    <a:pt x="699" y="75"/>
                  </a:cubicBezTo>
                  <a:cubicBezTo>
                    <a:pt x="707" y="119"/>
                    <a:pt x="677" y="161"/>
                    <a:pt x="632" y="169"/>
                  </a:cubicBezTo>
                  <a:cubicBezTo>
                    <a:pt x="102" y="259"/>
                    <a:pt x="102" y="259"/>
                    <a:pt x="102" y="259"/>
                  </a:cubicBezTo>
                  <a:cubicBezTo>
                    <a:pt x="97" y="260"/>
                    <a:pt x="93" y="260"/>
                    <a:pt x="88" y="2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1256;p48">
              <a:extLst>
                <a:ext uri="{FF2B5EF4-FFF2-40B4-BE49-F238E27FC236}">
                  <a16:creationId xmlns:a16="http://schemas.microsoft.com/office/drawing/2014/main" xmlns="" id="{4C66A9B8-FDD3-3687-F5F1-CA87782A52ED}"/>
                </a:ext>
              </a:extLst>
            </p:cNvPr>
            <p:cNvSpPr/>
            <p:nvPr/>
          </p:nvSpPr>
          <p:spPr>
            <a:xfrm>
              <a:off x="4556125" y="2168525"/>
              <a:ext cx="3081338" cy="1139825"/>
            </a:xfrm>
            <a:custGeom>
              <a:avLst/>
              <a:gdLst/>
              <a:ahLst/>
              <a:cxnLst/>
              <a:rect l="l" t="t" r="r" b="b"/>
              <a:pathLst>
                <a:path w="707" h="261" extrusionOk="0">
                  <a:moveTo>
                    <a:pt x="88" y="261"/>
                  </a:moveTo>
                  <a:cubicBezTo>
                    <a:pt x="49" y="261"/>
                    <a:pt x="14" y="232"/>
                    <a:pt x="7" y="192"/>
                  </a:cubicBezTo>
                  <a:cubicBezTo>
                    <a:pt x="0" y="148"/>
                    <a:pt x="30" y="105"/>
                    <a:pt x="74" y="98"/>
                  </a:cubicBezTo>
                  <a:cubicBezTo>
                    <a:pt x="605" y="8"/>
                    <a:pt x="605" y="8"/>
                    <a:pt x="605" y="8"/>
                  </a:cubicBezTo>
                  <a:cubicBezTo>
                    <a:pt x="649" y="0"/>
                    <a:pt x="692" y="30"/>
                    <a:pt x="699" y="75"/>
                  </a:cubicBezTo>
                  <a:cubicBezTo>
                    <a:pt x="707" y="119"/>
                    <a:pt x="677" y="162"/>
                    <a:pt x="632" y="169"/>
                  </a:cubicBezTo>
                  <a:cubicBezTo>
                    <a:pt x="102" y="259"/>
                    <a:pt x="102" y="259"/>
                    <a:pt x="102" y="259"/>
                  </a:cubicBezTo>
                  <a:cubicBezTo>
                    <a:pt x="97" y="260"/>
                    <a:pt x="93" y="261"/>
                    <a:pt x="88" y="26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1257;p48">
              <a:extLst>
                <a:ext uri="{FF2B5EF4-FFF2-40B4-BE49-F238E27FC236}">
                  <a16:creationId xmlns:a16="http://schemas.microsoft.com/office/drawing/2014/main" xmlns="" id="{92412F9A-E204-B2A8-AD9C-9E90D5D416F5}"/>
                </a:ext>
              </a:extLst>
            </p:cNvPr>
            <p:cNvSpPr/>
            <p:nvPr/>
          </p:nvSpPr>
          <p:spPr>
            <a:xfrm>
              <a:off x="4556125" y="2981325"/>
              <a:ext cx="3081338" cy="1138237"/>
            </a:xfrm>
            <a:custGeom>
              <a:avLst/>
              <a:gdLst/>
              <a:ahLst/>
              <a:cxnLst/>
              <a:rect l="l" t="t" r="r" b="b"/>
              <a:pathLst>
                <a:path w="707" h="261" extrusionOk="0">
                  <a:moveTo>
                    <a:pt x="88" y="261"/>
                  </a:moveTo>
                  <a:cubicBezTo>
                    <a:pt x="49" y="261"/>
                    <a:pt x="14" y="233"/>
                    <a:pt x="7" y="193"/>
                  </a:cubicBezTo>
                  <a:cubicBezTo>
                    <a:pt x="0" y="148"/>
                    <a:pt x="30" y="106"/>
                    <a:pt x="74" y="98"/>
                  </a:cubicBezTo>
                  <a:cubicBezTo>
                    <a:pt x="605" y="8"/>
                    <a:pt x="605" y="8"/>
                    <a:pt x="605" y="8"/>
                  </a:cubicBezTo>
                  <a:cubicBezTo>
                    <a:pt x="649" y="0"/>
                    <a:pt x="692" y="31"/>
                    <a:pt x="699" y="75"/>
                  </a:cubicBezTo>
                  <a:cubicBezTo>
                    <a:pt x="707" y="120"/>
                    <a:pt x="677" y="162"/>
                    <a:pt x="632" y="170"/>
                  </a:cubicBezTo>
                  <a:cubicBezTo>
                    <a:pt x="102" y="260"/>
                    <a:pt x="102" y="260"/>
                    <a:pt x="102" y="260"/>
                  </a:cubicBezTo>
                  <a:cubicBezTo>
                    <a:pt x="97" y="261"/>
                    <a:pt x="93" y="261"/>
                    <a:pt x="88" y="26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1258;p48">
              <a:extLst>
                <a:ext uri="{FF2B5EF4-FFF2-40B4-BE49-F238E27FC236}">
                  <a16:creationId xmlns:a16="http://schemas.microsoft.com/office/drawing/2014/main" xmlns="" id="{5B6A687B-2FA2-1CA1-030D-EC4F9EF39DAD}"/>
                </a:ext>
              </a:extLst>
            </p:cNvPr>
            <p:cNvSpPr/>
            <p:nvPr/>
          </p:nvSpPr>
          <p:spPr>
            <a:xfrm>
              <a:off x="4830762" y="4476750"/>
              <a:ext cx="2535237" cy="1722437"/>
            </a:xfrm>
            <a:custGeom>
              <a:avLst/>
              <a:gdLst/>
              <a:ahLst/>
              <a:cxnLst/>
              <a:rect l="l" t="t" r="r" b="b"/>
              <a:pathLst>
                <a:path w="582" h="395" extrusionOk="0">
                  <a:moveTo>
                    <a:pt x="550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14" y="0"/>
                    <a:pt x="0" y="14"/>
                    <a:pt x="0" y="3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152"/>
                    <a:pt x="72" y="234"/>
                    <a:pt x="166" y="250"/>
                  </a:cubicBezTo>
                  <a:cubicBezTo>
                    <a:pt x="164" y="253"/>
                    <a:pt x="164" y="256"/>
                    <a:pt x="164" y="259"/>
                  </a:cubicBezTo>
                  <a:cubicBezTo>
                    <a:pt x="164" y="273"/>
                    <a:pt x="175" y="284"/>
                    <a:pt x="188" y="284"/>
                  </a:cubicBezTo>
                  <a:cubicBezTo>
                    <a:pt x="190" y="284"/>
                    <a:pt x="190" y="284"/>
                    <a:pt x="190" y="284"/>
                  </a:cubicBezTo>
                  <a:cubicBezTo>
                    <a:pt x="180" y="287"/>
                    <a:pt x="173" y="296"/>
                    <a:pt x="173" y="308"/>
                  </a:cubicBezTo>
                  <a:cubicBezTo>
                    <a:pt x="173" y="321"/>
                    <a:pt x="184" y="332"/>
                    <a:pt x="197" y="332"/>
                  </a:cubicBezTo>
                  <a:cubicBezTo>
                    <a:pt x="186" y="334"/>
                    <a:pt x="177" y="344"/>
                    <a:pt x="177" y="356"/>
                  </a:cubicBezTo>
                  <a:cubicBezTo>
                    <a:pt x="177" y="370"/>
                    <a:pt x="188" y="381"/>
                    <a:pt x="202" y="381"/>
                  </a:cubicBezTo>
                  <a:cubicBezTo>
                    <a:pt x="218" y="381"/>
                    <a:pt x="218" y="381"/>
                    <a:pt x="218" y="381"/>
                  </a:cubicBezTo>
                  <a:cubicBezTo>
                    <a:pt x="232" y="390"/>
                    <a:pt x="259" y="395"/>
                    <a:pt x="289" y="395"/>
                  </a:cubicBezTo>
                  <a:cubicBezTo>
                    <a:pt x="319" y="395"/>
                    <a:pt x="346" y="390"/>
                    <a:pt x="360" y="381"/>
                  </a:cubicBezTo>
                  <a:cubicBezTo>
                    <a:pt x="379" y="381"/>
                    <a:pt x="379" y="381"/>
                    <a:pt x="379" y="381"/>
                  </a:cubicBezTo>
                  <a:cubicBezTo>
                    <a:pt x="393" y="381"/>
                    <a:pt x="404" y="370"/>
                    <a:pt x="404" y="356"/>
                  </a:cubicBezTo>
                  <a:cubicBezTo>
                    <a:pt x="404" y="344"/>
                    <a:pt x="395" y="335"/>
                    <a:pt x="384" y="332"/>
                  </a:cubicBezTo>
                  <a:cubicBezTo>
                    <a:pt x="398" y="332"/>
                    <a:pt x="409" y="321"/>
                    <a:pt x="409" y="308"/>
                  </a:cubicBezTo>
                  <a:cubicBezTo>
                    <a:pt x="409" y="296"/>
                    <a:pt x="401" y="287"/>
                    <a:pt x="391" y="284"/>
                  </a:cubicBezTo>
                  <a:cubicBezTo>
                    <a:pt x="392" y="284"/>
                    <a:pt x="392" y="284"/>
                    <a:pt x="392" y="284"/>
                  </a:cubicBezTo>
                  <a:cubicBezTo>
                    <a:pt x="406" y="284"/>
                    <a:pt x="417" y="273"/>
                    <a:pt x="417" y="259"/>
                  </a:cubicBezTo>
                  <a:cubicBezTo>
                    <a:pt x="417" y="256"/>
                    <a:pt x="416" y="253"/>
                    <a:pt x="415" y="250"/>
                  </a:cubicBezTo>
                  <a:cubicBezTo>
                    <a:pt x="510" y="234"/>
                    <a:pt x="582" y="153"/>
                    <a:pt x="582" y="54"/>
                  </a:cubicBezTo>
                  <a:cubicBezTo>
                    <a:pt x="582" y="31"/>
                    <a:pt x="582" y="31"/>
                    <a:pt x="582" y="31"/>
                  </a:cubicBezTo>
                  <a:cubicBezTo>
                    <a:pt x="582" y="14"/>
                    <a:pt x="567" y="0"/>
                    <a:pt x="5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1259;p48">
              <a:extLst>
                <a:ext uri="{FF2B5EF4-FFF2-40B4-BE49-F238E27FC236}">
                  <a16:creationId xmlns:a16="http://schemas.microsoft.com/office/drawing/2014/main" xmlns="" id="{A261C40D-7CD2-62FB-A536-71DDBA9FD967}"/>
                </a:ext>
              </a:extLst>
            </p:cNvPr>
            <p:cNvSpPr/>
            <p:nvPr/>
          </p:nvSpPr>
          <p:spPr>
            <a:xfrm>
              <a:off x="5078412" y="4067175"/>
              <a:ext cx="714375" cy="322262"/>
            </a:xfrm>
            <a:custGeom>
              <a:avLst/>
              <a:gdLst/>
              <a:ahLst/>
              <a:cxnLst/>
              <a:rect l="l" t="t" r="r" b="b"/>
              <a:pathLst>
                <a:path w="164" h="74" extrusionOk="0">
                  <a:moveTo>
                    <a:pt x="164" y="67"/>
                  </a:moveTo>
                  <a:cubicBezTo>
                    <a:pt x="164" y="12"/>
                    <a:pt x="164" y="12"/>
                    <a:pt x="164" y="12"/>
                  </a:cubicBezTo>
                  <a:cubicBezTo>
                    <a:pt x="164" y="5"/>
                    <a:pt x="158" y="0"/>
                    <a:pt x="152" y="1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4" y="27"/>
                    <a:pt x="0" y="31"/>
                    <a:pt x="0" y="36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71"/>
                    <a:pt x="3" y="74"/>
                    <a:pt x="8" y="74"/>
                  </a:cubicBezTo>
                  <a:cubicBezTo>
                    <a:pt x="156" y="74"/>
                    <a:pt x="156" y="74"/>
                    <a:pt x="156" y="74"/>
                  </a:cubicBezTo>
                  <a:cubicBezTo>
                    <a:pt x="160" y="74"/>
                    <a:pt x="164" y="71"/>
                    <a:pt x="164" y="6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1260;p48">
              <a:extLst>
                <a:ext uri="{FF2B5EF4-FFF2-40B4-BE49-F238E27FC236}">
                  <a16:creationId xmlns:a16="http://schemas.microsoft.com/office/drawing/2014/main" xmlns="" id="{ADEB8C27-75BC-6A2B-7087-ECB5033043EA}"/>
                </a:ext>
              </a:extLst>
            </p:cNvPr>
            <p:cNvSpPr/>
            <p:nvPr/>
          </p:nvSpPr>
          <p:spPr>
            <a:xfrm>
              <a:off x="6389687" y="3844925"/>
              <a:ext cx="715962" cy="544512"/>
            </a:xfrm>
            <a:custGeom>
              <a:avLst/>
              <a:gdLst/>
              <a:ahLst/>
              <a:cxnLst/>
              <a:rect l="l" t="t" r="r" b="b"/>
              <a:pathLst>
                <a:path w="164" h="125" extrusionOk="0">
                  <a:moveTo>
                    <a:pt x="164" y="118"/>
                  </a:moveTo>
                  <a:cubicBezTo>
                    <a:pt x="164" y="11"/>
                    <a:pt x="164" y="11"/>
                    <a:pt x="164" y="11"/>
                  </a:cubicBezTo>
                  <a:cubicBezTo>
                    <a:pt x="164" y="5"/>
                    <a:pt x="158" y="0"/>
                    <a:pt x="152" y="1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3" y="26"/>
                    <a:pt x="0" y="31"/>
                    <a:pt x="0" y="36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2"/>
                    <a:pt x="3" y="125"/>
                    <a:pt x="8" y="125"/>
                  </a:cubicBezTo>
                  <a:cubicBezTo>
                    <a:pt x="156" y="125"/>
                    <a:pt x="156" y="125"/>
                    <a:pt x="156" y="125"/>
                  </a:cubicBezTo>
                  <a:cubicBezTo>
                    <a:pt x="160" y="125"/>
                    <a:pt x="164" y="122"/>
                    <a:pt x="164" y="1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2" name="Google Shape;1261;p48">
            <a:extLst>
              <a:ext uri="{FF2B5EF4-FFF2-40B4-BE49-F238E27FC236}">
                <a16:creationId xmlns:a16="http://schemas.microsoft.com/office/drawing/2014/main" xmlns="" id="{CEAC8675-A693-FE5B-6910-FB5D3E3415B9}"/>
              </a:ext>
            </a:extLst>
          </p:cNvPr>
          <p:cNvGrpSpPr/>
          <p:nvPr/>
        </p:nvGrpSpPr>
        <p:grpSpPr>
          <a:xfrm>
            <a:off x="3980461" y="3080315"/>
            <a:ext cx="334326" cy="334273"/>
            <a:chOff x="1674084" y="3214987"/>
            <a:chExt cx="720142" cy="720027"/>
          </a:xfrm>
        </p:grpSpPr>
        <p:sp>
          <p:nvSpPr>
            <p:cNvPr id="283" name="Google Shape;1262;p48">
              <a:extLst>
                <a:ext uri="{FF2B5EF4-FFF2-40B4-BE49-F238E27FC236}">
                  <a16:creationId xmlns:a16="http://schemas.microsoft.com/office/drawing/2014/main" xmlns="" id="{09621A95-048E-E02B-C962-EE5BA9C64479}"/>
                </a:ext>
              </a:extLst>
            </p:cNvPr>
            <p:cNvSpPr/>
            <p:nvPr/>
          </p:nvSpPr>
          <p:spPr>
            <a:xfrm>
              <a:off x="1674084" y="3354958"/>
              <a:ext cx="179880" cy="21321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57" y="222"/>
                  </a:moveTo>
                  <a:cubicBezTo>
                    <a:pt x="57" y="214"/>
                    <a:pt x="61" y="207"/>
                    <a:pt x="67" y="202"/>
                  </a:cubicBezTo>
                  <a:cubicBezTo>
                    <a:pt x="76" y="195"/>
                    <a:pt x="88" y="191"/>
                    <a:pt x="102" y="191"/>
                  </a:cubicBezTo>
                  <a:cubicBezTo>
                    <a:pt x="116" y="191"/>
                    <a:pt x="129" y="195"/>
                    <a:pt x="137" y="202"/>
                  </a:cubicBezTo>
                  <a:cubicBezTo>
                    <a:pt x="144" y="207"/>
                    <a:pt x="147" y="214"/>
                    <a:pt x="147" y="222"/>
                  </a:cubicBezTo>
                  <a:cubicBezTo>
                    <a:pt x="147" y="230"/>
                    <a:pt x="143" y="237"/>
                    <a:pt x="137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8" y="242"/>
                    <a:pt x="204" y="235"/>
                    <a:pt x="204" y="22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4" y="59"/>
                    <a:pt x="198" y="52"/>
                    <a:pt x="190" y="52"/>
                  </a:cubicBezTo>
                  <a:cubicBezTo>
                    <a:pt x="120" y="52"/>
                    <a:pt x="120" y="52"/>
                    <a:pt x="120" y="52"/>
                  </a:cubicBezTo>
                  <a:cubicBezTo>
                    <a:pt x="118" y="51"/>
                    <a:pt x="115" y="50"/>
                    <a:pt x="115" y="47"/>
                  </a:cubicBezTo>
                  <a:cubicBezTo>
                    <a:pt x="115" y="42"/>
                    <a:pt x="115" y="37"/>
                    <a:pt x="120" y="34"/>
                  </a:cubicBezTo>
                  <a:cubicBezTo>
                    <a:pt x="122" y="32"/>
                    <a:pt x="125" y="31"/>
                    <a:pt x="128" y="30"/>
                  </a:cubicBezTo>
                  <a:cubicBezTo>
                    <a:pt x="136" y="25"/>
                    <a:pt x="137" y="14"/>
                    <a:pt x="129" y="8"/>
                  </a:cubicBezTo>
                  <a:cubicBezTo>
                    <a:pt x="122" y="2"/>
                    <a:pt x="112" y="0"/>
                    <a:pt x="102" y="0"/>
                  </a:cubicBezTo>
                  <a:cubicBezTo>
                    <a:pt x="93" y="0"/>
                    <a:pt x="82" y="2"/>
                    <a:pt x="75" y="8"/>
                  </a:cubicBezTo>
                  <a:cubicBezTo>
                    <a:pt x="68" y="14"/>
                    <a:pt x="69" y="25"/>
                    <a:pt x="77" y="30"/>
                  </a:cubicBezTo>
                  <a:cubicBezTo>
                    <a:pt x="80" y="31"/>
                    <a:pt x="82" y="32"/>
                    <a:pt x="85" y="34"/>
                  </a:cubicBezTo>
                  <a:cubicBezTo>
                    <a:pt x="89" y="37"/>
                    <a:pt x="90" y="42"/>
                    <a:pt x="89" y="47"/>
                  </a:cubicBezTo>
                  <a:cubicBezTo>
                    <a:pt x="89" y="50"/>
                    <a:pt x="87" y="51"/>
                    <a:pt x="8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7" y="52"/>
                    <a:pt x="0" y="59"/>
                    <a:pt x="0" y="67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35"/>
                    <a:pt x="7" y="242"/>
                    <a:pt x="15" y="242"/>
                  </a:cubicBezTo>
                  <a:cubicBezTo>
                    <a:pt x="68" y="242"/>
                    <a:pt x="68" y="242"/>
                    <a:pt x="68" y="242"/>
                  </a:cubicBezTo>
                  <a:cubicBezTo>
                    <a:pt x="61" y="237"/>
                    <a:pt x="57" y="230"/>
                    <a:pt x="57" y="222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1263;p48">
              <a:extLst>
                <a:ext uri="{FF2B5EF4-FFF2-40B4-BE49-F238E27FC236}">
                  <a16:creationId xmlns:a16="http://schemas.microsoft.com/office/drawing/2014/main" xmlns="" id="{26CB5E4B-A4DD-5200-0846-EDD6AEBC88CB}"/>
                </a:ext>
              </a:extLst>
            </p:cNvPr>
            <p:cNvSpPr/>
            <p:nvPr/>
          </p:nvSpPr>
          <p:spPr>
            <a:xfrm>
              <a:off x="1674084" y="3534654"/>
              <a:ext cx="179880" cy="21352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57" y="222"/>
                  </a:moveTo>
                  <a:cubicBezTo>
                    <a:pt x="57" y="214"/>
                    <a:pt x="61" y="207"/>
                    <a:pt x="67" y="202"/>
                  </a:cubicBezTo>
                  <a:cubicBezTo>
                    <a:pt x="76" y="195"/>
                    <a:pt x="88" y="191"/>
                    <a:pt x="102" y="191"/>
                  </a:cubicBezTo>
                  <a:cubicBezTo>
                    <a:pt x="116" y="191"/>
                    <a:pt x="129" y="195"/>
                    <a:pt x="137" y="202"/>
                  </a:cubicBezTo>
                  <a:cubicBezTo>
                    <a:pt x="144" y="207"/>
                    <a:pt x="147" y="214"/>
                    <a:pt x="147" y="222"/>
                  </a:cubicBezTo>
                  <a:cubicBezTo>
                    <a:pt x="147" y="230"/>
                    <a:pt x="143" y="237"/>
                    <a:pt x="137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8" y="242"/>
                    <a:pt x="204" y="236"/>
                    <a:pt x="204" y="22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4" y="59"/>
                    <a:pt x="198" y="53"/>
                    <a:pt x="190" y="53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18" y="52"/>
                    <a:pt x="115" y="50"/>
                    <a:pt x="115" y="47"/>
                  </a:cubicBezTo>
                  <a:cubicBezTo>
                    <a:pt x="115" y="42"/>
                    <a:pt x="115" y="38"/>
                    <a:pt x="120" y="34"/>
                  </a:cubicBezTo>
                  <a:cubicBezTo>
                    <a:pt x="122" y="33"/>
                    <a:pt x="125" y="31"/>
                    <a:pt x="128" y="30"/>
                  </a:cubicBezTo>
                  <a:cubicBezTo>
                    <a:pt x="136" y="25"/>
                    <a:pt x="137" y="15"/>
                    <a:pt x="129" y="9"/>
                  </a:cubicBezTo>
                  <a:cubicBezTo>
                    <a:pt x="122" y="3"/>
                    <a:pt x="112" y="0"/>
                    <a:pt x="102" y="1"/>
                  </a:cubicBezTo>
                  <a:cubicBezTo>
                    <a:pt x="93" y="0"/>
                    <a:pt x="82" y="3"/>
                    <a:pt x="75" y="9"/>
                  </a:cubicBezTo>
                  <a:cubicBezTo>
                    <a:pt x="68" y="15"/>
                    <a:pt x="69" y="25"/>
                    <a:pt x="77" y="30"/>
                  </a:cubicBezTo>
                  <a:cubicBezTo>
                    <a:pt x="80" y="31"/>
                    <a:pt x="82" y="33"/>
                    <a:pt x="85" y="34"/>
                  </a:cubicBezTo>
                  <a:cubicBezTo>
                    <a:pt x="89" y="38"/>
                    <a:pt x="90" y="42"/>
                    <a:pt x="89" y="47"/>
                  </a:cubicBezTo>
                  <a:cubicBezTo>
                    <a:pt x="89" y="50"/>
                    <a:pt x="87" y="52"/>
                    <a:pt x="85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59"/>
                    <a:pt x="0" y="67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36"/>
                    <a:pt x="7" y="242"/>
                    <a:pt x="15" y="242"/>
                  </a:cubicBezTo>
                  <a:cubicBezTo>
                    <a:pt x="68" y="242"/>
                    <a:pt x="68" y="242"/>
                    <a:pt x="68" y="242"/>
                  </a:cubicBezTo>
                  <a:cubicBezTo>
                    <a:pt x="61" y="237"/>
                    <a:pt x="57" y="230"/>
                    <a:pt x="57" y="222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1264;p48">
              <a:extLst>
                <a:ext uri="{FF2B5EF4-FFF2-40B4-BE49-F238E27FC236}">
                  <a16:creationId xmlns:a16="http://schemas.microsoft.com/office/drawing/2014/main" xmlns="" id="{E5D9D459-A60F-8664-FBD0-827FA27F44C4}"/>
                </a:ext>
              </a:extLst>
            </p:cNvPr>
            <p:cNvSpPr/>
            <p:nvPr/>
          </p:nvSpPr>
          <p:spPr>
            <a:xfrm>
              <a:off x="1861110" y="3214987"/>
              <a:ext cx="212190" cy="179696"/>
            </a:xfrm>
            <a:custGeom>
              <a:avLst/>
              <a:gdLst/>
              <a:ahLst/>
              <a:cxnLst/>
              <a:rect l="l" t="t" r="r" b="b"/>
              <a:pathLst>
                <a:path w="241" h="204" extrusionOk="0">
                  <a:moveTo>
                    <a:pt x="20" y="57"/>
                  </a:moveTo>
                  <a:cubicBezTo>
                    <a:pt x="27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7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97"/>
                    <a:pt x="6" y="204"/>
                    <a:pt x="14" y="204"/>
                  </a:cubicBezTo>
                  <a:cubicBezTo>
                    <a:pt x="175" y="204"/>
                    <a:pt x="175" y="204"/>
                    <a:pt x="175" y="204"/>
                  </a:cubicBezTo>
                  <a:cubicBezTo>
                    <a:pt x="183" y="204"/>
                    <a:pt x="189" y="197"/>
                    <a:pt x="189" y="18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17"/>
                    <a:pt x="192" y="115"/>
                    <a:pt x="195" y="115"/>
                  </a:cubicBezTo>
                  <a:cubicBezTo>
                    <a:pt x="200" y="115"/>
                    <a:pt x="204" y="115"/>
                    <a:pt x="207" y="119"/>
                  </a:cubicBezTo>
                  <a:cubicBezTo>
                    <a:pt x="209" y="122"/>
                    <a:pt x="210" y="125"/>
                    <a:pt x="212" y="127"/>
                  </a:cubicBezTo>
                  <a:cubicBezTo>
                    <a:pt x="217" y="135"/>
                    <a:pt x="227" y="136"/>
                    <a:pt x="233" y="129"/>
                  </a:cubicBezTo>
                  <a:cubicBezTo>
                    <a:pt x="239" y="122"/>
                    <a:pt x="241" y="112"/>
                    <a:pt x="241" y="102"/>
                  </a:cubicBezTo>
                  <a:cubicBezTo>
                    <a:pt x="241" y="92"/>
                    <a:pt x="239" y="82"/>
                    <a:pt x="233" y="75"/>
                  </a:cubicBezTo>
                  <a:cubicBezTo>
                    <a:pt x="227" y="68"/>
                    <a:pt x="217" y="69"/>
                    <a:pt x="212" y="77"/>
                  </a:cubicBezTo>
                  <a:cubicBezTo>
                    <a:pt x="210" y="79"/>
                    <a:pt x="209" y="82"/>
                    <a:pt x="207" y="85"/>
                  </a:cubicBezTo>
                  <a:cubicBezTo>
                    <a:pt x="204" y="89"/>
                    <a:pt x="200" y="89"/>
                    <a:pt x="195" y="89"/>
                  </a:cubicBezTo>
                  <a:cubicBezTo>
                    <a:pt x="192" y="89"/>
                    <a:pt x="190" y="87"/>
                    <a:pt x="189" y="8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6"/>
                    <a:pt x="183" y="0"/>
                    <a:pt x="17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1265;p48">
              <a:extLst>
                <a:ext uri="{FF2B5EF4-FFF2-40B4-BE49-F238E27FC236}">
                  <a16:creationId xmlns:a16="http://schemas.microsoft.com/office/drawing/2014/main" xmlns="" id="{4B7239FC-E5DF-0E51-5475-822BD015C191}"/>
                </a:ext>
              </a:extLst>
            </p:cNvPr>
            <p:cNvSpPr/>
            <p:nvPr/>
          </p:nvSpPr>
          <p:spPr>
            <a:xfrm>
              <a:off x="2040679" y="3214987"/>
              <a:ext cx="213433" cy="179696"/>
            </a:xfrm>
            <a:custGeom>
              <a:avLst/>
              <a:gdLst/>
              <a:ahLst/>
              <a:cxnLst/>
              <a:rect l="l" t="t" r="r" b="b"/>
              <a:pathLst>
                <a:path w="242" h="204" extrusionOk="0">
                  <a:moveTo>
                    <a:pt x="20" y="57"/>
                  </a:moveTo>
                  <a:cubicBezTo>
                    <a:pt x="28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8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97"/>
                    <a:pt x="6" y="204"/>
                    <a:pt x="14" y="204"/>
                  </a:cubicBezTo>
                  <a:cubicBezTo>
                    <a:pt x="175" y="204"/>
                    <a:pt x="175" y="204"/>
                    <a:pt x="175" y="204"/>
                  </a:cubicBezTo>
                  <a:cubicBezTo>
                    <a:pt x="183" y="204"/>
                    <a:pt x="189" y="197"/>
                    <a:pt x="189" y="18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17"/>
                    <a:pt x="192" y="115"/>
                    <a:pt x="195" y="115"/>
                  </a:cubicBezTo>
                  <a:cubicBezTo>
                    <a:pt x="200" y="115"/>
                    <a:pt x="204" y="115"/>
                    <a:pt x="208" y="119"/>
                  </a:cubicBezTo>
                  <a:cubicBezTo>
                    <a:pt x="209" y="122"/>
                    <a:pt x="211" y="125"/>
                    <a:pt x="212" y="127"/>
                  </a:cubicBezTo>
                  <a:cubicBezTo>
                    <a:pt x="217" y="135"/>
                    <a:pt x="227" y="136"/>
                    <a:pt x="233" y="129"/>
                  </a:cubicBezTo>
                  <a:cubicBezTo>
                    <a:pt x="239" y="122"/>
                    <a:pt x="242" y="112"/>
                    <a:pt x="241" y="102"/>
                  </a:cubicBezTo>
                  <a:cubicBezTo>
                    <a:pt x="242" y="92"/>
                    <a:pt x="239" y="82"/>
                    <a:pt x="233" y="75"/>
                  </a:cubicBezTo>
                  <a:cubicBezTo>
                    <a:pt x="227" y="68"/>
                    <a:pt x="217" y="69"/>
                    <a:pt x="212" y="77"/>
                  </a:cubicBezTo>
                  <a:cubicBezTo>
                    <a:pt x="211" y="79"/>
                    <a:pt x="209" y="82"/>
                    <a:pt x="208" y="85"/>
                  </a:cubicBezTo>
                  <a:cubicBezTo>
                    <a:pt x="204" y="89"/>
                    <a:pt x="200" y="89"/>
                    <a:pt x="195" y="89"/>
                  </a:cubicBezTo>
                  <a:cubicBezTo>
                    <a:pt x="192" y="89"/>
                    <a:pt x="190" y="87"/>
                    <a:pt x="189" y="8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6"/>
                    <a:pt x="183" y="0"/>
                    <a:pt x="17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1266;p48">
              <a:extLst>
                <a:ext uri="{FF2B5EF4-FFF2-40B4-BE49-F238E27FC236}">
                  <a16:creationId xmlns:a16="http://schemas.microsoft.com/office/drawing/2014/main" xmlns="" id="{60222FA4-5BC0-704D-1215-A0373C0C9F6C}"/>
                </a:ext>
              </a:extLst>
            </p:cNvPr>
            <p:cNvSpPr/>
            <p:nvPr/>
          </p:nvSpPr>
          <p:spPr>
            <a:xfrm>
              <a:off x="1674084" y="3714660"/>
              <a:ext cx="173666" cy="220353"/>
            </a:xfrm>
            <a:custGeom>
              <a:avLst/>
              <a:gdLst/>
              <a:ahLst/>
              <a:cxnLst/>
              <a:rect l="l" t="t" r="r" b="b"/>
              <a:pathLst>
                <a:path w="197" h="250" extrusionOk="0">
                  <a:moveTo>
                    <a:pt x="177" y="192"/>
                  </a:moveTo>
                  <a:cubicBezTo>
                    <a:pt x="169" y="192"/>
                    <a:pt x="162" y="189"/>
                    <a:pt x="157" y="183"/>
                  </a:cubicBezTo>
                  <a:cubicBezTo>
                    <a:pt x="150" y="174"/>
                    <a:pt x="146" y="161"/>
                    <a:pt x="146" y="147"/>
                  </a:cubicBezTo>
                  <a:cubicBezTo>
                    <a:pt x="146" y="134"/>
                    <a:pt x="150" y="121"/>
                    <a:pt x="157" y="112"/>
                  </a:cubicBezTo>
                  <a:cubicBezTo>
                    <a:pt x="162" y="106"/>
                    <a:pt x="169" y="103"/>
                    <a:pt x="177" y="103"/>
                  </a:cubicBezTo>
                  <a:cubicBezTo>
                    <a:pt x="185" y="103"/>
                    <a:pt x="192" y="106"/>
                    <a:pt x="197" y="113"/>
                  </a:cubicBezTo>
                  <a:cubicBezTo>
                    <a:pt x="197" y="67"/>
                    <a:pt x="197" y="67"/>
                    <a:pt x="197" y="67"/>
                  </a:cubicBezTo>
                  <a:cubicBezTo>
                    <a:pt x="197" y="59"/>
                    <a:pt x="191" y="53"/>
                    <a:pt x="182" y="53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18" y="52"/>
                    <a:pt x="115" y="50"/>
                    <a:pt x="115" y="47"/>
                  </a:cubicBezTo>
                  <a:cubicBezTo>
                    <a:pt x="115" y="42"/>
                    <a:pt x="115" y="38"/>
                    <a:pt x="120" y="35"/>
                  </a:cubicBezTo>
                  <a:cubicBezTo>
                    <a:pt x="122" y="33"/>
                    <a:pt x="125" y="32"/>
                    <a:pt x="128" y="30"/>
                  </a:cubicBezTo>
                  <a:cubicBezTo>
                    <a:pt x="136" y="25"/>
                    <a:pt x="137" y="15"/>
                    <a:pt x="129" y="9"/>
                  </a:cubicBezTo>
                  <a:cubicBezTo>
                    <a:pt x="122" y="3"/>
                    <a:pt x="112" y="0"/>
                    <a:pt x="102" y="1"/>
                  </a:cubicBezTo>
                  <a:cubicBezTo>
                    <a:pt x="93" y="0"/>
                    <a:pt x="82" y="3"/>
                    <a:pt x="75" y="9"/>
                  </a:cubicBezTo>
                  <a:cubicBezTo>
                    <a:pt x="68" y="15"/>
                    <a:pt x="69" y="25"/>
                    <a:pt x="77" y="30"/>
                  </a:cubicBezTo>
                  <a:cubicBezTo>
                    <a:pt x="80" y="32"/>
                    <a:pt x="82" y="33"/>
                    <a:pt x="85" y="35"/>
                  </a:cubicBezTo>
                  <a:cubicBezTo>
                    <a:pt x="89" y="38"/>
                    <a:pt x="90" y="42"/>
                    <a:pt x="89" y="47"/>
                  </a:cubicBezTo>
                  <a:cubicBezTo>
                    <a:pt x="89" y="50"/>
                    <a:pt x="87" y="52"/>
                    <a:pt x="85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59"/>
                    <a:pt x="0" y="67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243"/>
                    <a:pt x="7" y="250"/>
                    <a:pt x="15" y="250"/>
                  </a:cubicBezTo>
                  <a:cubicBezTo>
                    <a:pt x="182" y="250"/>
                    <a:pt x="182" y="250"/>
                    <a:pt x="182" y="250"/>
                  </a:cubicBezTo>
                  <a:cubicBezTo>
                    <a:pt x="191" y="250"/>
                    <a:pt x="197" y="243"/>
                    <a:pt x="197" y="235"/>
                  </a:cubicBezTo>
                  <a:cubicBezTo>
                    <a:pt x="197" y="182"/>
                    <a:pt x="197" y="182"/>
                    <a:pt x="197" y="182"/>
                  </a:cubicBezTo>
                  <a:cubicBezTo>
                    <a:pt x="192" y="189"/>
                    <a:pt x="185" y="192"/>
                    <a:pt x="177" y="192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1267;p48">
              <a:extLst>
                <a:ext uri="{FF2B5EF4-FFF2-40B4-BE49-F238E27FC236}">
                  <a16:creationId xmlns:a16="http://schemas.microsoft.com/office/drawing/2014/main" xmlns="" id="{79A07F14-9223-24E8-A96C-3BDEE9F6291A}"/>
                </a:ext>
              </a:extLst>
            </p:cNvPr>
            <p:cNvSpPr/>
            <p:nvPr/>
          </p:nvSpPr>
          <p:spPr>
            <a:xfrm>
              <a:off x="1674084" y="3214987"/>
              <a:ext cx="219646" cy="173489"/>
            </a:xfrm>
            <a:custGeom>
              <a:avLst/>
              <a:gdLst/>
              <a:ahLst/>
              <a:cxnLst/>
              <a:rect l="l" t="t" r="r" b="b"/>
              <a:pathLst>
                <a:path w="249" h="197" extrusionOk="0">
                  <a:moveTo>
                    <a:pt x="57" y="177"/>
                  </a:moveTo>
                  <a:cubicBezTo>
                    <a:pt x="57" y="169"/>
                    <a:pt x="61" y="162"/>
                    <a:pt x="67" y="157"/>
                  </a:cubicBezTo>
                  <a:cubicBezTo>
                    <a:pt x="76" y="149"/>
                    <a:pt x="88" y="146"/>
                    <a:pt x="102" y="146"/>
                  </a:cubicBezTo>
                  <a:cubicBezTo>
                    <a:pt x="116" y="146"/>
                    <a:pt x="129" y="149"/>
                    <a:pt x="137" y="157"/>
                  </a:cubicBezTo>
                  <a:cubicBezTo>
                    <a:pt x="144" y="162"/>
                    <a:pt x="147" y="169"/>
                    <a:pt x="147" y="177"/>
                  </a:cubicBezTo>
                  <a:cubicBezTo>
                    <a:pt x="147" y="185"/>
                    <a:pt x="143" y="192"/>
                    <a:pt x="137" y="197"/>
                  </a:cubicBezTo>
                  <a:cubicBezTo>
                    <a:pt x="182" y="197"/>
                    <a:pt x="182" y="197"/>
                    <a:pt x="182" y="197"/>
                  </a:cubicBezTo>
                  <a:cubicBezTo>
                    <a:pt x="191" y="197"/>
                    <a:pt x="197" y="190"/>
                    <a:pt x="197" y="182"/>
                  </a:cubicBezTo>
                  <a:cubicBezTo>
                    <a:pt x="197" y="119"/>
                    <a:pt x="197" y="119"/>
                    <a:pt x="197" y="119"/>
                  </a:cubicBezTo>
                  <a:cubicBezTo>
                    <a:pt x="198" y="117"/>
                    <a:pt x="200" y="115"/>
                    <a:pt x="202" y="115"/>
                  </a:cubicBezTo>
                  <a:cubicBezTo>
                    <a:pt x="207" y="115"/>
                    <a:pt x="212" y="115"/>
                    <a:pt x="215" y="119"/>
                  </a:cubicBezTo>
                  <a:cubicBezTo>
                    <a:pt x="217" y="122"/>
                    <a:pt x="218" y="125"/>
                    <a:pt x="220" y="127"/>
                  </a:cubicBezTo>
                  <a:cubicBezTo>
                    <a:pt x="225" y="135"/>
                    <a:pt x="235" y="136"/>
                    <a:pt x="241" y="129"/>
                  </a:cubicBezTo>
                  <a:cubicBezTo>
                    <a:pt x="247" y="122"/>
                    <a:pt x="249" y="112"/>
                    <a:pt x="249" y="102"/>
                  </a:cubicBezTo>
                  <a:cubicBezTo>
                    <a:pt x="249" y="92"/>
                    <a:pt x="247" y="82"/>
                    <a:pt x="241" y="75"/>
                  </a:cubicBezTo>
                  <a:cubicBezTo>
                    <a:pt x="235" y="68"/>
                    <a:pt x="225" y="69"/>
                    <a:pt x="220" y="77"/>
                  </a:cubicBezTo>
                  <a:cubicBezTo>
                    <a:pt x="218" y="79"/>
                    <a:pt x="217" y="82"/>
                    <a:pt x="215" y="85"/>
                  </a:cubicBezTo>
                  <a:cubicBezTo>
                    <a:pt x="212" y="89"/>
                    <a:pt x="207" y="89"/>
                    <a:pt x="202" y="89"/>
                  </a:cubicBezTo>
                  <a:cubicBezTo>
                    <a:pt x="200" y="89"/>
                    <a:pt x="198" y="87"/>
                    <a:pt x="197" y="85"/>
                  </a:cubicBezTo>
                  <a:cubicBezTo>
                    <a:pt x="197" y="15"/>
                    <a:pt x="197" y="15"/>
                    <a:pt x="197" y="15"/>
                  </a:cubicBezTo>
                  <a:cubicBezTo>
                    <a:pt x="197" y="6"/>
                    <a:pt x="191" y="0"/>
                    <a:pt x="18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5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90"/>
                    <a:pt x="7" y="197"/>
                    <a:pt x="15" y="197"/>
                  </a:cubicBezTo>
                  <a:cubicBezTo>
                    <a:pt x="68" y="197"/>
                    <a:pt x="68" y="197"/>
                    <a:pt x="68" y="197"/>
                  </a:cubicBezTo>
                  <a:cubicBezTo>
                    <a:pt x="61" y="192"/>
                    <a:pt x="57" y="185"/>
                    <a:pt x="57" y="177"/>
                  </a:cubicBez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1268;p48">
              <a:extLst>
                <a:ext uri="{FF2B5EF4-FFF2-40B4-BE49-F238E27FC236}">
                  <a16:creationId xmlns:a16="http://schemas.microsoft.com/office/drawing/2014/main" xmlns="" id="{26CA6F40-0D41-731C-9E1F-977B1FB12AC9}"/>
                </a:ext>
              </a:extLst>
            </p:cNvPr>
            <p:cNvSpPr/>
            <p:nvPr/>
          </p:nvSpPr>
          <p:spPr>
            <a:xfrm>
              <a:off x="1995010" y="3754076"/>
              <a:ext cx="212501" cy="180938"/>
            </a:xfrm>
            <a:custGeom>
              <a:avLst/>
              <a:gdLst/>
              <a:ahLst/>
              <a:cxnLst/>
              <a:rect l="l" t="t" r="r" b="b"/>
              <a:pathLst>
                <a:path w="241" h="205" extrusionOk="0">
                  <a:moveTo>
                    <a:pt x="221" y="147"/>
                  </a:moveTo>
                  <a:cubicBezTo>
                    <a:pt x="214" y="147"/>
                    <a:pt x="206" y="144"/>
                    <a:pt x="201" y="138"/>
                  </a:cubicBezTo>
                  <a:cubicBezTo>
                    <a:pt x="194" y="129"/>
                    <a:pt x="190" y="116"/>
                    <a:pt x="190" y="102"/>
                  </a:cubicBezTo>
                  <a:cubicBezTo>
                    <a:pt x="190" y="89"/>
                    <a:pt x="194" y="76"/>
                    <a:pt x="201" y="67"/>
                  </a:cubicBezTo>
                  <a:cubicBezTo>
                    <a:pt x="206" y="61"/>
                    <a:pt x="214" y="58"/>
                    <a:pt x="221" y="58"/>
                  </a:cubicBezTo>
                  <a:cubicBezTo>
                    <a:pt x="229" y="58"/>
                    <a:pt x="236" y="61"/>
                    <a:pt x="241" y="68"/>
                  </a:cubicBezTo>
                  <a:cubicBezTo>
                    <a:pt x="241" y="15"/>
                    <a:pt x="241" y="15"/>
                    <a:pt x="241" y="15"/>
                  </a:cubicBezTo>
                  <a:cubicBezTo>
                    <a:pt x="241" y="7"/>
                    <a:pt x="235" y="0"/>
                    <a:pt x="22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8" y="0"/>
                    <a:pt x="52" y="7"/>
                    <a:pt x="52" y="15"/>
                  </a:cubicBezTo>
                  <a:cubicBezTo>
                    <a:pt x="52" y="85"/>
                    <a:pt x="52" y="85"/>
                    <a:pt x="52" y="85"/>
                  </a:cubicBezTo>
                  <a:cubicBezTo>
                    <a:pt x="51" y="87"/>
                    <a:pt x="49" y="89"/>
                    <a:pt x="46" y="90"/>
                  </a:cubicBezTo>
                  <a:cubicBezTo>
                    <a:pt x="41" y="90"/>
                    <a:pt x="37" y="90"/>
                    <a:pt x="34" y="85"/>
                  </a:cubicBezTo>
                  <a:cubicBezTo>
                    <a:pt x="32" y="83"/>
                    <a:pt x="31" y="80"/>
                    <a:pt x="29" y="77"/>
                  </a:cubicBezTo>
                  <a:cubicBezTo>
                    <a:pt x="24" y="69"/>
                    <a:pt x="14" y="68"/>
                    <a:pt x="8" y="75"/>
                  </a:cubicBezTo>
                  <a:cubicBezTo>
                    <a:pt x="2" y="83"/>
                    <a:pt x="0" y="93"/>
                    <a:pt x="0" y="102"/>
                  </a:cubicBezTo>
                  <a:cubicBezTo>
                    <a:pt x="0" y="112"/>
                    <a:pt x="2" y="122"/>
                    <a:pt x="8" y="129"/>
                  </a:cubicBezTo>
                  <a:cubicBezTo>
                    <a:pt x="14" y="137"/>
                    <a:pt x="24" y="136"/>
                    <a:pt x="29" y="128"/>
                  </a:cubicBezTo>
                  <a:cubicBezTo>
                    <a:pt x="31" y="125"/>
                    <a:pt x="32" y="122"/>
                    <a:pt x="34" y="120"/>
                  </a:cubicBezTo>
                  <a:cubicBezTo>
                    <a:pt x="37" y="115"/>
                    <a:pt x="41" y="115"/>
                    <a:pt x="46" y="115"/>
                  </a:cubicBezTo>
                  <a:cubicBezTo>
                    <a:pt x="49" y="115"/>
                    <a:pt x="51" y="118"/>
                    <a:pt x="52" y="120"/>
                  </a:cubicBezTo>
                  <a:cubicBezTo>
                    <a:pt x="52" y="190"/>
                    <a:pt x="52" y="190"/>
                    <a:pt x="52" y="190"/>
                  </a:cubicBezTo>
                  <a:cubicBezTo>
                    <a:pt x="52" y="198"/>
                    <a:pt x="58" y="205"/>
                    <a:pt x="67" y="205"/>
                  </a:cubicBezTo>
                  <a:cubicBezTo>
                    <a:pt x="227" y="205"/>
                    <a:pt x="227" y="205"/>
                    <a:pt x="227" y="205"/>
                  </a:cubicBezTo>
                  <a:cubicBezTo>
                    <a:pt x="235" y="205"/>
                    <a:pt x="241" y="198"/>
                    <a:pt x="241" y="190"/>
                  </a:cubicBezTo>
                  <a:cubicBezTo>
                    <a:pt x="241" y="137"/>
                    <a:pt x="241" y="137"/>
                    <a:pt x="241" y="137"/>
                  </a:cubicBezTo>
                  <a:cubicBezTo>
                    <a:pt x="236" y="144"/>
                    <a:pt x="229" y="147"/>
                    <a:pt x="221" y="147"/>
                  </a:cubicBezTo>
                  <a:close/>
                </a:path>
              </a:pathLst>
            </a:custGeom>
            <a:solidFill>
              <a:srgbClr val="3D85C6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1269;p48">
              <a:extLst>
                <a:ext uri="{FF2B5EF4-FFF2-40B4-BE49-F238E27FC236}">
                  <a16:creationId xmlns:a16="http://schemas.microsoft.com/office/drawing/2014/main" xmlns="" id="{63DD6332-6BA7-9790-3B9B-100FE5953F7F}"/>
                </a:ext>
              </a:extLst>
            </p:cNvPr>
            <p:cNvSpPr/>
            <p:nvPr/>
          </p:nvSpPr>
          <p:spPr>
            <a:xfrm>
              <a:off x="2220560" y="3214987"/>
              <a:ext cx="173666" cy="219422"/>
            </a:xfrm>
            <a:custGeom>
              <a:avLst/>
              <a:gdLst/>
              <a:ahLst/>
              <a:cxnLst/>
              <a:rect l="l" t="t" r="r" b="b"/>
              <a:pathLst>
                <a:path w="197" h="249" extrusionOk="0">
                  <a:moveTo>
                    <a:pt x="0" y="15"/>
                  </a:move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ubicBezTo>
                    <a:pt x="28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8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90"/>
                    <a:pt x="6" y="197"/>
                    <a:pt x="15" y="197"/>
                  </a:cubicBezTo>
                  <a:cubicBezTo>
                    <a:pt x="77" y="197"/>
                    <a:pt x="77" y="197"/>
                    <a:pt x="77" y="197"/>
                  </a:cubicBezTo>
                  <a:cubicBezTo>
                    <a:pt x="80" y="198"/>
                    <a:pt x="82" y="199"/>
                    <a:pt x="82" y="202"/>
                  </a:cubicBezTo>
                  <a:cubicBezTo>
                    <a:pt x="82" y="207"/>
                    <a:pt x="82" y="212"/>
                    <a:pt x="77" y="215"/>
                  </a:cubicBezTo>
                  <a:cubicBezTo>
                    <a:pt x="75" y="217"/>
                    <a:pt x="72" y="218"/>
                    <a:pt x="69" y="219"/>
                  </a:cubicBezTo>
                  <a:cubicBezTo>
                    <a:pt x="61" y="224"/>
                    <a:pt x="60" y="235"/>
                    <a:pt x="68" y="241"/>
                  </a:cubicBezTo>
                  <a:cubicBezTo>
                    <a:pt x="75" y="247"/>
                    <a:pt x="85" y="249"/>
                    <a:pt x="95" y="249"/>
                  </a:cubicBezTo>
                  <a:cubicBezTo>
                    <a:pt x="104" y="249"/>
                    <a:pt x="115" y="247"/>
                    <a:pt x="122" y="241"/>
                  </a:cubicBezTo>
                  <a:cubicBezTo>
                    <a:pt x="129" y="235"/>
                    <a:pt x="128" y="224"/>
                    <a:pt x="120" y="219"/>
                  </a:cubicBezTo>
                  <a:cubicBezTo>
                    <a:pt x="118" y="218"/>
                    <a:pt x="115" y="217"/>
                    <a:pt x="112" y="215"/>
                  </a:cubicBezTo>
                  <a:cubicBezTo>
                    <a:pt x="108" y="212"/>
                    <a:pt x="107" y="207"/>
                    <a:pt x="108" y="202"/>
                  </a:cubicBezTo>
                  <a:cubicBezTo>
                    <a:pt x="108" y="199"/>
                    <a:pt x="110" y="198"/>
                    <a:pt x="112" y="197"/>
                  </a:cubicBezTo>
                  <a:cubicBezTo>
                    <a:pt x="182" y="197"/>
                    <a:pt x="182" y="197"/>
                    <a:pt x="182" y="197"/>
                  </a:cubicBezTo>
                  <a:cubicBezTo>
                    <a:pt x="190" y="197"/>
                    <a:pt x="197" y="190"/>
                    <a:pt x="197" y="182"/>
                  </a:cubicBezTo>
                  <a:cubicBezTo>
                    <a:pt x="197" y="15"/>
                    <a:pt x="197" y="15"/>
                    <a:pt x="197" y="15"/>
                  </a:cubicBezTo>
                  <a:cubicBezTo>
                    <a:pt x="197" y="6"/>
                    <a:pt x="190" y="0"/>
                    <a:pt x="18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6" y="0"/>
                    <a:pt x="0" y="6"/>
                    <a:pt x="0" y="15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1270;p48">
              <a:extLst>
                <a:ext uri="{FF2B5EF4-FFF2-40B4-BE49-F238E27FC236}">
                  <a16:creationId xmlns:a16="http://schemas.microsoft.com/office/drawing/2014/main" xmlns="" id="{25767A22-260B-A9F3-8B17-4900DB13501F}"/>
                </a:ext>
              </a:extLst>
            </p:cNvPr>
            <p:cNvSpPr/>
            <p:nvPr/>
          </p:nvSpPr>
          <p:spPr>
            <a:xfrm>
              <a:off x="2214346" y="3400890"/>
              <a:ext cx="179880" cy="21321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147" y="20"/>
                  </a:moveTo>
                  <a:cubicBezTo>
                    <a:pt x="147" y="28"/>
                    <a:pt x="143" y="35"/>
                    <a:pt x="137" y="40"/>
                  </a:cubicBezTo>
                  <a:cubicBezTo>
                    <a:pt x="128" y="48"/>
                    <a:pt x="116" y="51"/>
                    <a:pt x="102" y="51"/>
                  </a:cubicBezTo>
                  <a:cubicBezTo>
                    <a:pt x="88" y="51"/>
                    <a:pt x="75" y="48"/>
                    <a:pt x="67" y="40"/>
                  </a:cubicBezTo>
                  <a:cubicBezTo>
                    <a:pt x="60" y="35"/>
                    <a:pt x="57" y="28"/>
                    <a:pt x="57" y="20"/>
                  </a:cubicBezTo>
                  <a:cubicBezTo>
                    <a:pt x="57" y="12"/>
                    <a:pt x="61" y="5"/>
                    <a:pt x="67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3"/>
                    <a:pt x="6" y="190"/>
                    <a:pt x="14" y="190"/>
                  </a:cubicBezTo>
                  <a:cubicBezTo>
                    <a:pt x="84" y="190"/>
                    <a:pt x="84" y="190"/>
                    <a:pt x="84" y="190"/>
                  </a:cubicBezTo>
                  <a:cubicBezTo>
                    <a:pt x="87" y="191"/>
                    <a:pt x="89" y="192"/>
                    <a:pt x="89" y="195"/>
                  </a:cubicBezTo>
                  <a:cubicBezTo>
                    <a:pt x="89" y="200"/>
                    <a:pt x="89" y="205"/>
                    <a:pt x="84" y="208"/>
                  </a:cubicBezTo>
                  <a:cubicBezTo>
                    <a:pt x="82" y="210"/>
                    <a:pt x="79" y="211"/>
                    <a:pt x="76" y="212"/>
                  </a:cubicBezTo>
                  <a:cubicBezTo>
                    <a:pt x="68" y="217"/>
                    <a:pt x="67" y="228"/>
                    <a:pt x="75" y="234"/>
                  </a:cubicBezTo>
                  <a:cubicBezTo>
                    <a:pt x="82" y="240"/>
                    <a:pt x="92" y="242"/>
                    <a:pt x="102" y="242"/>
                  </a:cubicBezTo>
                  <a:cubicBezTo>
                    <a:pt x="111" y="242"/>
                    <a:pt x="122" y="240"/>
                    <a:pt x="129" y="234"/>
                  </a:cubicBezTo>
                  <a:cubicBezTo>
                    <a:pt x="136" y="228"/>
                    <a:pt x="135" y="217"/>
                    <a:pt x="127" y="212"/>
                  </a:cubicBezTo>
                  <a:cubicBezTo>
                    <a:pt x="125" y="211"/>
                    <a:pt x="122" y="210"/>
                    <a:pt x="119" y="208"/>
                  </a:cubicBezTo>
                  <a:cubicBezTo>
                    <a:pt x="115" y="205"/>
                    <a:pt x="114" y="200"/>
                    <a:pt x="115" y="195"/>
                  </a:cubicBezTo>
                  <a:cubicBezTo>
                    <a:pt x="115" y="192"/>
                    <a:pt x="117" y="191"/>
                    <a:pt x="119" y="190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197" y="190"/>
                    <a:pt x="204" y="183"/>
                    <a:pt x="204" y="175"/>
                  </a:cubicBezTo>
                  <a:cubicBezTo>
                    <a:pt x="204" y="15"/>
                    <a:pt x="204" y="15"/>
                    <a:pt x="204" y="15"/>
                  </a:cubicBezTo>
                  <a:cubicBezTo>
                    <a:pt x="204" y="7"/>
                    <a:pt x="197" y="0"/>
                    <a:pt x="189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3" y="5"/>
                    <a:pt x="147" y="12"/>
                    <a:pt x="147" y="2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1271;p48">
              <a:extLst>
                <a:ext uri="{FF2B5EF4-FFF2-40B4-BE49-F238E27FC236}">
                  <a16:creationId xmlns:a16="http://schemas.microsoft.com/office/drawing/2014/main" xmlns="" id="{77BA9241-C8AB-26E7-6338-8485DBF2CD84}"/>
                </a:ext>
              </a:extLst>
            </p:cNvPr>
            <p:cNvSpPr/>
            <p:nvPr/>
          </p:nvSpPr>
          <p:spPr>
            <a:xfrm>
              <a:off x="1814198" y="3754076"/>
              <a:ext cx="213433" cy="180938"/>
            </a:xfrm>
            <a:custGeom>
              <a:avLst/>
              <a:gdLst/>
              <a:ahLst/>
              <a:cxnLst/>
              <a:rect l="l" t="t" r="r" b="b"/>
              <a:pathLst>
                <a:path w="242" h="205" extrusionOk="0">
                  <a:moveTo>
                    <a:pt x="222" y="147"/>
                  </a:moveTo>
                  <a:cubicBezTo>
                    <a:pt x="214" y="147"/>
                    <a:pt x="207" y="144"/>
                    <a:pt x="202" y="138"/>
                  </a:cubicBezTo>
                  <a:cubicBezTo>
                    <a:pt x="195" y="129"/>
                    <a:pt x="191" y="116"/>
                    <a:pt x="191" y="102"/>
                  </a:cubicBezTo>
                  <a:cubicBezTo>
                    <a:pt x="191" y="89"/>
                    <a:pt x="195" y="76"/>
                    <a:pt x="202" y="67"/>
                  </a:cubicBezTo>
                  <a:cubicBezTo>
                    <a:pt x="207" y="61"/>
                    <a:pt x="214" y="58"/>
                    <a:pt x="222" y="58"/>
                  </a:cubicBezTo>
                  <a:cubicBezTo>
                    <a:pt x="230" y="58"/>
                    <a:pt x="237" y="61"/>
                    <a:pt x="242" y="68"/>
                  </a:cubicBezTo>
                  <a:cubicBezTo>
                    <a:pt x="242" y="15"/>
                    <a:pt x="242" y="15"/>
                    <a:pt x="242" y="15"/>
                  </a:cubicBezTo>
                  <a:cubicBezTo>
                    <a:pt x="242" y="7"/>
                    <a:pt x="236" y="0"/>
                    <a:pt x="228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9" y="0"/>
                    <a:pt x="53" y="7"/>
                    <a:pt x="53" y="15"/>
                  </a:cubicBezTo>
                  <a:cubicBezTo>
                    <a:pt x="53" y="85"/>
                    <a:pt x="53" y="85"/>
                    <a:pt x="53" y="85"/>
                  </a:cubicBezTo>
                  <a:cubicBezTo>
                    <a:pt x="52" y="87"/>
                    <a:pt x="50" y="89"/>
                    <a:pt x="47" y="90"/>
                  </a:cubicBezTo>
                  <a:cubicBezTo>
                    <a:pt x="42" y="90"/>
                    <a:pt x="38" y="90"/>
                    <a:pt x="34" y="85"/>
                  </a:cubicBezTo>
                  <a:cubicBezTo>
                    <a:pt x="33" y="83"/>
                    <a:pt x="32" y="80"/>
                    <a:pt x="30" y="77"/>
                  </a:cubicBezTo>
                  <a:cubicBezTo>
                    <a:pt x="25" y="69"/>
                    <a:pt x="15" y="68"/>
                    <a:pt x="9" y="75"/>
                  </a:cubicBezTo>
                  <a:cubicBezTo>
                    <a:pt x="3" y="83"/>
                    <a:pt x="0" y="93"/>
                    <a:pt x="1" y="102"/>
                  </a:cubicBezTo>
                  <a:cubicBezTo>
                    <a:pt x="0" y="112"/>
                    <a:pt x="3" y="122"/>
                    <a:pt x="9" y="129"/>
                  </a:cubicBezTo>
                  <a:cubicBezTo>
                    <a:pt x="15" y="137"/>
                    <a:pt x="25" y="136"/>
                    <a:pt x="30" y="128"/>
                  </a:cubicBezTo>
                  <a:cubicBezTo>
                    <a:pt x="32" y="125"/>
                    <a:pt x="33" y="122"/>
                    <a:pt x="34" y="120"/>
                  </a:cubicBezTo>
                  <a:cubicBezTo>
                    <a:pt x="38" y="115"/>
                    <a:pt x="42" y="115"/>
                    <a:pt x="47" y="115"/>
                  </a:cubicBezTo>
                  <a:cubicBezTo>
                    <a:pt x="50" y="115"/>
                    <a:pt x="52" y="118"/>
                    <a:pt x="53" y="120"/>
                  </a:cubicBezTo>
                  <a:cubicBezTo>
                    <a:pt x="53" y="190"/>
                    <a:pt x="53" y="190"/>
                    <a:pt x="53" y="190"/>
                  </a:cubicBezTo>
                  <a:cubicBezTo>
                    <a:pt x="53" y="198"/>
                    <a:pt x="59" y="205"/>
                    <a:pt x="67" y="205"/>
                  </a:cubicBezTo>
                  <a:cubicBezTo>
                    <a:pt x="228" y="205"/>
                    <a:pt x="228" y="205"/>
                    <a:pt x="228" y="205"/>
                  </a:cubicBezTo>
                  <a:cubicBezTo>
                    <a:pt x="236" y="205"/>
                    <a:pt x="242" y="198"/>
                    <a:pt x="242" y="190"/>
                  </a:cubicBezTo>
                  <a:cubicBezTo>
                    <a:pt x="242" y="137"/>
                    <a:pt x="242" y="137"/>
                    <a:pt x="242" y="137"/>
                  </a:cubicBezTo>
                  <a:cubicBezTo>
                    <a:pt x="237" y="144"/>
                    <a:pt x="230" y="147"/>
                    <a:pt x="222" y="147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1272;p48">
              <a:extLst>
                <a:ext uri="{FF2B5EF4-FFF2-40B4-BE49-F238E27FC236}">
                  <a16:creationId xmlns:a16="http://schemas.microsoft.com/office/drawing/2014/main" xmlns="" id="{5604EA88-745D-D209-B8BB-9643B6ADB8B5}"/>
                </a:ext>
              </a:extLst>
            </p:cNvPr>
            <p:cNvSpPr/>
            <p:nvPr/>
          </p:nvSpPr>
          <p:spPr>
            <a:xfrm>
              <a:off x="2214346" y="3580587"/>
              <a:ext cx="179880" cy="21321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147" y="20"/>
                  </a:moveTo>
                  <a:cubicBezTo>
                    <a:pt x="147" y="28"/>
                    <a:pt x="143" y="35"/>
                    <a:pt x="137" y="40"/>
                  </a:cubicBezTo>
                  <a:cubicBezTo>
                    <a:pt x="128" y="48"/>
                    <a:pt x="116" y="52"/>
                    <a:pt x="102" y="51"/>
                  </a:cubicBezTo>
                  <a:cubicBezTo>
                    <a:pt x="88" y="52"/>
                    <a:pt x="75" y="48"/>
                    <a:pt x="67" y="40"/>
                  </a:cubicBezTo>
                  <a:cubicBezTo>
                    <a:pt x="60" y="35"/>
                    <a:pt x="57" y="28"/>
                    <a:pt x="57" y="20"/>
                  </a:cubicBezTo>
                  <a:cubicBezTo>
                    <a:pt x="57" y="13"/>
                    <a:pt x="61" y="5"/>
                    <a:pt x="67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3"/>
                    <a:pt x="6" y="190"/>
                    <a:pt x="14" y="190"/>
                  </a:cubicBezTo>
                  <a:cubicBezTo>
                    <a:pt x="84" y="190"/>
                    <a:pt x="84" y="190"/>
                    <a:pt x="84" y="190"/>
                  </a:cubicBezTo>
                  <a:cubicBezTo>
                    <a:pt x="87" y="191"/>
                    <a:pt x="89" y="193"/>
                    <a:pt x="89" y="195"/>
                  </a:cubicBezTo>
                  <a:cubicBezTo>
                    <a:pt x="89" y="200"/>
                    <a:pt x="89" y="205"/>
                    <a:pt x="84" y="208"/>
                  </a:cubicBezTo>
                  <a:cubicBezTo>
                    <a:pt x="82" y="210"/>
                    <a:pt x="79" y="211"/>
                    <a:pt x="76" y="213"/>
                  </a:cubicBezTo>
                  <a:cubicBezTo>
                    <a:pt x="68" y="218"/>
                    <a:pt x="67" y="228"/>
                    <a:pt x="75" y="234"/>
                  </a:cubicBezTo>
                  <a:cubicBezTo>
                    <a:pt x="82" y="240"/>
                    <a:pt x="92" y="242"/>
                    <a:pt x="102" y="242"/>
                  </a:cubicBezTo>
                  <a:cubicBezTo>
                    <a:pt x="111" y="242"/>
                    <a:pt x="122" y="240"/>
                    <a:pt x="129" y="234"/>
                  </a:cubicBezTo>
                  <a:cubicBezTo>
                    <a:pt x="136" y="228"/>
                    <a:pt x="135" y="218"/>
                    <a:pt x="127" y="213"/>
                  </a:cubicBezTo>
                  <a:cubicBezTo>
                    <a:pt x="125" y="211"/>
                    <a:pt x="122" y="210"/>
                    <a:pt x="119" y="208"/>
                  </a:cubicBezTo>
                  <a:cubicBezTo>
                    <a:pt x="115" y="205"/>
                    <a:pt x="114" y="200"/>
                    <a:pt x="115" y="195"/>
                  </a:cubicBezTo>
                  <a:cubicBezTo>
                    <a:pt x="115" y="193"/>
                    <a:pt x="117" y="191"/>
                    <a:pt x="119" y="190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197" y="190"/>
                    <a:pt x="204" y="183"/>
                    <a:pt x="204" y="175"/>
                  </a:cubicBezTo>
                  <a:cubicBezTo>
                    <a:pt x="204" y="15"/>
                    <a:pt x="204" y="15"/>
                    <a:pt x="204" y="15"/>
                  </a:cubicBezTo>
                  <a:cubicBezTo>
                    <a:pt x="204" y="7"/>
                    <a:pt x="197" y="0"/>
                    <a:pt x="189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3" y="5"/>
                    <a:pt x="147" y="13"/>
                    <a:pt x="147" y="20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1273;p48">
              <a:extLst>
                <a:ext uri="{FF2B5EF4-FFF2-40B4-BE49-F238E27FC236}">
                  <a16:creationId xmlns:a16="http://schemas.microsoft.com/office/drawing/2014/main" xmlns="" id="{DF9F2E31-3ABE-CA4D-31AB-77B4495334AF}"/>
                </a:ext>
              </a:extLst>
            </p:cNvPr>
            <p:cNvSpPr/>
            <p:nvPr/>
          </p:nvSpPr>
          <p:spPr>
            <a:xfrm>
              <a:off x="2174890" y="3760283"/>
              <a:ext cx="219335" cy="174731"/>
            </a:xfrm>
            <a:custGeom>
              <a:avLst/>
              <a:gdLst/>
              <a:ahLst/>
              <a:cxnLst/>
              <a:rect l="l" t="t" r="r" b="b"/>
              <a:pathLst>
                <a:path w="249" h="198" extrusionOk="0">
                  <a:moveTo>
                    <a:pt x="192" y="21"/>
                  </a:moveTo>
                  <a:cubicBezTo>
                    <a:pt x="192" y="28"/>
                    <a:pt x="188" y="35"/>
                    <a:pt x="182" y="41"/>
                  </a:cubicBezTo>
                  <a:cubicBezTo>
                    <a:pt x="173" y="48"/>
                    <a:pt x="161" y="52"/>
                    <a:pt x="147" y="52"/>
                  </a:cubicBezTo>
                  <a:cubicBezTo>
                    <a:pt x="133" y="52"/>
                    <a:pt x="120" y="48"/>
                    <a:pt x="112" y="41"/>
                  </a:cubicBezTo>
                  <a:cubicBezTo>
                    <a:pt x="105" y="35"/>
                    <a:pt x="102" y="28"/>
                    <a:pt x="102" y="21"/>
                  </a:cubicBezTo>
                  <a:cubicBezTo>
                    <a:pt x="102" y="13"/>
                    <a:pt x="106" y="5"/>
                    <a:pt x="112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9" y="0"/>
                    <a:pt x="52" y="7"/>
                    <a:pt x="52" y="15"/>
                  </a:cubicBezTo>
                  <a:cubicBezTo>
                    <a:pt x="52" y="78"/>
                    <a:pt x="52" y="78"/>
                    <a:pt x="52" y="78"/>
                  </a:cubicBezTo>
                  <a:cubicBezTo>
                    <a:pt x="51" y="80"/>
                    <a:pt x="49" y="82"/>
                    <a:pt x="47" y="83"/>
                  </a:cubicBezTo>
                  <a:cubicBezTo>
                    <a:pt x="42" y="83"/>
                    <a:pt x="37" y="83"/>
                    <a:pt x="34" y="78"/>
                  </a:cubicBezTo>
                  <a:cubicBezTo>
                    <a:pt x="32" y="76"/>
                    <a:pt x="31" y="73"/>
                    <a:pt x="29" y="70"/>
                  </a:cubicBezTo>
                  <a:cubicBezTo>
                    <a:pt x="24" y="62"/>
                    <a:pt x="14" y="61"/>
                    <a:pt x="8" y="68"/>
                  </a:cubicBezTo>
                  <a:cubicBezTo>
                    <a:pt x="2" y="76"/>
                    <a:pt x="0" y="86"/>
                    <a:pt x="0" y="95"/>
                  </a:cubicBezTo>
                  <a:cubicBezTo>
                    <a:pt x="0" y="105"/>
                    <a:pt x="2" y="115"/>
                    <a:pt x="8" y="122"/>
                  </a:cubicBezTo>
                  <a:cubicBezTo>
                    <a:pt x="14" y="130"/>
                    <a:pt x="24" y="129"/>
                    <a:pt x="29" y="121"/>
                  </a:cubicBezTo>
                  <a:cubicBezTo>
                    <a:pt x="31" y="118"/>
                    <a:pt x="32" y="115"/>
                    <a:pt x="34" y="113"/>
                  </a:cubicBezTo>
                  <a:cubicBezTo>
                    <a:pt x="37" y="108"/>
                    <a:pt x="42" y="108"/>
                    <a:pt x="47" y="108"/>
                  </a:cubicBezTo>
                  <a:cubicBezTo>
                    <a:pt x="49" y="108"/>
                    <a:pt x="51" y="111"/>
                    <a:pt x="52" y="113"/>
                  </a:cubicBezTo>
                  <a:cubicBezTo>
                    <a:pt x="52" y="183"/>
                    <a:pt x="52" y="183"/>
                    <a:pt x="52" y="183"/>
                  </a:cubicBezTo>
                  <a:cubicBezTo>
                    <a:pt x="52" y="191"/>
                    <a:pt x="59" y="198"/>
                    <a:pt x="67" y="198"/>
                  </a:cubicBezTo>
                  <a:cubicBezTo>
                    <a:pt x="234" y="198"/>
                    <a:pt x="234" y="198"/>
                    <a:pt x="234" y="198"/>
                  </a:cubicBezTo>
                  <a:cubicBezTo>
                    <a:pt x="242" y="198"/>
                    <a:pt x="249" y="191"/>
                    <a:pt x="249" y="183"/>
                  </a:cubicBezTo>
                  <a:cubicBezTo>
                    <a:pt x="249" y="15"/>
                    <a:pt x="249" y="15"/>
                    <a:pt x="249" y="15"/>
                  </a:cubicBezTo>
                  <a:cubicBezTo>
                    <a:pt x="249" y="7"/>
                    <a:pt x="242" y="0"/>
                    <a:pt x="234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88" y="5"/>
                    <a:pt x="192" y="13"/>
                    <a:pt x="192" y="21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5" name="Google Shape;1274;p48">
            <a:extLst>
              <a:ext uri="{FF2B5EF4-FFF2-40B4-BE49-F238E27FC236}">
                <a16:creationId xmlns:a16="http://schemas.microsoft.com/office/drawing/2014/main" xmlns="" id="{FC10A145-819A-C0DB-BD4B-3EAF2A231A80}"/>
              </a:ext>
            </a:extLst>
          </p:cNvPr>
          <p:cNvGrpSpPr/>
          <p:nvPr/>
        </p:nvGrpSpPr>
        <p:grpSpPr>
          <a:xfrm>
            <a:off x="3462091" y="3080283"/>
            <a:ext cx="334184" cy="334330"/>
            <a:chOff x="557511" y="3214925"/>
            <a:chExt cx="719836" cy="720150"/>
          </a:xfrm>
        </p:grpSpPr>
        <p:sp>
          <p:nvSpPr>
            <p:cNvPr id="296" name="Google Shape;1275;p48">
              <a:extLst>
                <a:ext uri="{FF2B5EF4-FFF2-40B4-BE49-F238E27FC236}">
                  <a16:creationId xmlns:a16="http://schemas.microsoft.com/office/drawing/2014/main" xmlns="" id="{39415C28-A710-2897-A973-C8049E1E8D17}"/>
                </a:ext>
              </a:extLst>
            </p:cNvPr>
            <p:cNvSpPr/>
            <p:nvPr/>
          </p:nvSpPr>
          <p:spPr>
            <a:xfrm>
              <a:off x="557511" y="3214925"/>
              <a:ext cx="434543" cy="347863"/>
            </a:xfrm>
            <a:custGeom>
              <a:avLst/>
              <a:gdLst/>
              <a:ahLst/>
              <a:cxnLst/>
              <a:rect l="l" t="t" r="r" b="b"/>
              <a:pathLst>
                <a:path w="515" h="412" extrusionOk="0">
                  <a:moveTo>
                    <a:pt x="159" y="412"/>
                  </a:moveTo>
                  <a:cubicBezTo>
                    <a:pt x="147" y="402"/>
                    <a:pt x="139" y="388"/>
                    <a:pt x="139" y="373"/>
                  </a:cubicBezTo>
                  <a:cubicBezTo>
                    <a:pt x="139" y="358"/>
                    <a:pt x="146" y="344"/>
                    <a:pt x="158" y="334"/>
                  </a:cubicBezTo>
                  <a:cubicBezTo>
                    <a:pt x="175" y="319"/>
                    <a:pt x="200" y="312"/>
                    <a:pt x="227" y="312"/>
                  </a:cubicBezTo>
                  <a:cubicBezTo>
                    <a:pt x="254" y="312"/>
                    <a:pt x="278" y="319"/>
                    <a:pt x="296" y="334"/>
                  </a:cubicBezTo>
                  <a:cubicBezTo>
                    <a:pt x="307" y="344"/>
                    <a:pt x="314" y="358"/>
                    <a:pt x="314" y="373"/>
                  </a:cubicBezTo>
                  <a:cubicBezTo>
                    <a:pt x="314" y="388"/>
                    <a:pt x="307" y="402"/>
                    <a:pt x="295" y="412"/>
                  </a:cubicBezTo>
                  <a:cubicBezTo>
                    <a:pt x="402" y="412"/>
                    <a:pt x="402" y="412"/>
                    <a:pt x="402" y="412"/>
                  </a:cubicBezTo>
                  <a:cubicBezTo>
                    <a:pt x="408" y="412"/>
                    <a:pt x="413" y="407"/>
                    <a:pt x="413" y="401"/>
                  </a:cubicBezTo>
                  <a:cubicBezTo>
                    <a:pt x="413" y="262"/>
                    <a:pt x="413" y="262"/>
                    <a:pt x="413" y="262"/>
                  </a:cubicBezTo>
                  <a:cubicBezTo>
                    <a:pt x="414" y="258"/>
                    <a:pt x="418" y="253"/>
                    <a:pt x="423" y="253"/>
                  </a:cubicBezTo>
                  <a:cubicBezTo>
                    <a:pt x="433" y="253"/>
                    <a:pt x="442" y="253"/>
                    <a:pt x="448" y="262"/>
                  </a:cubicBezTo>
                  <a:cubicBezTo>
                    <a:pt x="452" y="267"/>
                    <a:pt x="454" y="272"/>
                    <a:pt x="457" y="277"/>
                  </a:cubicBezTo>
                  <a:cubicBezTo>
                    <a:pt x="467" y="293"/>
                    <a:pt x="487" y="294"/>
                    <a:pt x="499" y="280"/>
                  </a:cubicBezTo>
                  <a:cubicBezTo>
                    <a:pt x="510" y="266"/>
                    <a:pt x="515" y="246"/>
                    <a:pt x="514" y="228"/>
                  </a:cubicBezTo>
                  <a:cubicBezTo>
                    <a:pt x="515" y="210"/>
                    <a:pt x="510" y="190"/>
                    <a:pt x="499" y="176"/>
                  </a:cubicBezTo>
                  <a:cubicBezTo>
                    <a:pt x="487" y="161"/>
                    <a:pt x="467" y="162"/>
                    <a:pt x="457" y="178"/>
                  </a:cubicBezTo>
                  <a:cubicBezTo>
                    <a:pt x="454" y="183"/>
                    <a:pt x="452" y="189"/>
                    <a:pt x="448" y="194"/>
                  </a:cubicBezTo>
                  <a:cubicBezTo>
                    <a:pt x="442" y="203"/>
                    <a:pt x="433" y="203"/>
                    <a:pt x="423" y="203"/>
                  </a:cubicBezTo>
                  <a:cubicBezTo>
                    <a:pt x="418" y="202"/>
                    <a:pt x="414" y="198"/>
                    <a:pt x="413" y="194"/>
                  </a:cubicBezTo>
                  <a:cubicBezTo>
                    <a:pt x="413" y="12"/>
                    <a:pt x="413" y="12"/>
                    <a:pt x="413" y="12"/>
                  </a:cubicBezTo>
                  <a:cubicBezTo>
                    <a:pt x="413" y="5"/>
                    <a:pt x="408" y="0"/>
                    <a:pt x="402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401"/>
                    <a:pt x="0" y="401"/>
                    <a:pt x="0" y="401"/>
                  </a:cubicBezTo>
                  <a:cubicBezTo>
                    <a:pt x="0" y="407"/>
                    <a:pt x="5" y="412"/>
                    <a:pt x="11" y="412"/>
                  </a:cubicBezTo>
                  <a:lnTo>
                    <a:pt x="159" y="4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1276;p48">
              <a:extLst>
                <a:ext uri="{FF2B5EF4-FFF2-40B4-BE49-F238E27FC236}">
                  <a16:creationId xmlns:a16="http://schemas.microsoft.com/office/drawing/2014/main" xmlns="" id="{CE179E3F-80A8-1989-743D-F42BB89AE59E}"/>
                </a:ext>
              </a:extLst>
            </p:cNvPr>
            <p:cNvSpPr/>
            <p:nvPr/>
          </p:nvSpPr>
          <p:spPr>
            <a:xfrm>
              <a:off x="929646" y="3214925"/>
              <a:ext cx="347700" cy="434664"/>
            </a:xfrm>
            <a:custGeom>
              <a:avLst/>
              <a:gdLst/>
              <a:ahLst/>
              <a:cxnLst/>
              <a:rect l="l" t="t" r="r" b="b"/>
              <a:pathLst>
                <a:path w="412" h="515" extrusionOk="0">
                  <a:moveTo>
                    <a:pt x="0" y="160"/>
                  </a:moveTo>
                  <a:cubicBezTo>
                    <a:pt x="10" y="148"/>
                    <a:pt x="24" y="140"/>
                    <a:pt x="39" y="140"/>
                  </a:cubicBezTo>
                  <a:cubicBezTo>
                    <a:pt x="54" y="140"/>
                    <a:pt x="68" y="147"/>
                    <a:pt x="78" y="159"/>
                  </a:cubicBezTo>
                  <a:cubicBezTo>
                    <a:pt x="93" y="176"/>
                    <a:pt x="100" y="201"/>
                    <a:pt x="100" y="228"/>
                  </a:cubicBezTo>
                  <a:cubicBezTo>
                    <a:pt x="100" y="255"/>
                    <a:pt x="93" y="279"/>
                    <a:pt x="78" y="296"/>
                  </a:cubicBezTo>
                  <a:cubicBezTo>
                    <a:pt x="68" y="308"/>
                    <a:pt x="54" y="315"/>
                    <a:pt x="39" y="315"/>
                  </a:cubicBezTo>
                  <a:cubicBezTo>
                    <a:pt x="24" y="315"/>
                    <a:pt x="10" y="308"/>
                    <a:pt x="0" y="296"/>
                  </a:cubicBezTo>
                  <a:cubicBezTo>
                    <a:pt x="0" y="402"/>
                    <a:pt x="0" y="402"/>
                    <a:pt x="0" y="402"/>
                  </a:cubicBezTo>
                  <a:cubicBezTo>
                    <a:pt x="0" y="409"/>
                    <a:pt x="5" y="414"/>
                    <a:pt x="11" y="414"/>
                  </a:cubicBezTo>
                  <a:cubicBezTo>
                    <a:pt x="150" y="414"/>
                    <a:pt x="150" y="414"/>
                    <a:pt x="150" y="414"/>
                  </a:cubicBezTo>
                  <a:cubicBezTo>
                    <a:pt x="154" y="415"/>
                    <a:pt x="159" y="419"/>
                    <a:pt x="159" y="424"/>
                  </a:cubicBezTo>
                  <a:cubicBezTo>
                    <a:pt x="159" y="434"/>
                    <a:pt x="159" y="443"/>
                    <a:pt x="150" y="449"/>
                  </a:cubicBezTo>
                  <a:cubicBezTo>
                    <a:pt x="145" y="452"/>
                    <a:pt x="140" y="455"/>
                    <a:pt x="135" y="458"/>
                  </a:cubicBezTo>
                  <a:cubicBezTo>
                    <a:pt x="119" y="468"/>
                    <a:pt x="118" y="488"/>
                    <a:pt x="132" y="500"/>
                  </a:cubicBezTo>
                  <a:cubicBezTo>
                    <a:pt x="146" y="511"/>
                    <a:pt x="166" y="515"/>
                    <a:pt x="184" y="515"/>
                  </a:cubicBezTo>
                  <a:cubicBezTo>
                    <a:pt x="202" y="515"/>
                    <a:pt x="222" y="511"/>
                    <a:pt x="236" y="500"/>
                  </a:cubicBezTo>
                  <a:cubicBezTo>
                    <a:pt x="251" y="488"/>
                    <a:pt x="250" y="468"/>
                    <a:pt x="234" y="458"/>
                  </a:cubicBezTo>
                  <a:cubicBezTo>
                    <a:pt x="229" y="455"/>
                    <a:pt x="223" y="452"/>
                    <a:pt x="218" y="449"/>
                  </a:cubicBezTo>
                  <a:cubicBezTo>
                    <a:pt x="209" y="443"/>
                    <a:pt x="209" y="434"/>
                    <a:pt x="209" y="424"/>
                  </a:cubicBezTo>
                  <a:cubicBezTo>
                    <a:pt x="210" y="419"/>
                    <a:pt x="214" y="415"/>
                    <a:pt x="218" y="414"/>
                  </a:cubicBezTo>
                  <a:cubicBezTo>
                    <a:pt x="400" y="414"/>
                    <a:pt x="400" y="414"/>
                    <a:pt x="400" y="414"/>
                  </a:cubicBezTo>
                  <a:cubicBezTo>
                    <a:pt x="407" y="414"/>
                    <a:pt x="412" y="409"/>
                    <a:pt x="412" y="402"/>
                  </a:cubicBezTo>
                  <a:cubicBezTo>
                    <a:pt x="412" y="12"/>
                    <a:pt x="412" y="12"/>
                    <a:pt x="412" y="12"/>
                  </a:cubicBezTo>
                  <a:cubicBezTo>
                    <a:pt x="412" y="5"/>
                    <a:pt x="407" y="0"/>
                    <a:pt x="40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lnTo>
                    <a:pt x="0" y="16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1277;p48">
              <a:extLst>
                <a:ext uri="{FF2B5EF4-FFF2-40B4-BE49-F238E27FC236}">
                  <a16:creationId xmlns:a16="http://schemas.microsoft.com/office/drawing/2014/main" xmlns="" id="{159CB89E-DB8A-60CC-DFFC-0C9C9295CE59}"/>
                </a:ext>
              </a:extLst>
            </p:cNvPr>
            <p:cNvSpPr/>
            <p:nvPr/>
          </p:nvSpPr>
          <p:spPr>
            <a:xfrm>
              <a:off x="557511" y="3500411"/>
              <a:ext cx="347040" cy="434664"/>
            </a:xfrm>
            <a:custGeom>
              <a:avLst/>
              <a:gdLst/>
              <a:ahLst/>
              <a:cxnLst/>
              <a:rect l="l" t="t" r="r" b="b"/>
              <a:pathLst>
                <a:path w="411" h="515" extrusionOk="0">
                  <a:moveTo>
                    <a:pt x="411" y="356"/>
                  </a:moveTo>
                  <a:cubicBezTo>
                    <a:pt x="401" y="368"/>
                    <a:pt x="387" y="376"/>
                    <a:pt x="372" y="376"/>
                  </a:cubicBezTo>
                  <a:cubicBezTo>
                    <a:pt x="357" y="376"/>
                    <a:pt x="343" y="369"/>
                    <a:pt x="333" y="357"/>
                  </a:cubicBezTo>
                  <a:cubicBezTo>
                    <a:pt x="318" y="340"/>
                    <a:pt x="311" y="315"/>
                    <a:pt x="311" y="288"/>
                  </a:cubicBezTo>
                  <a:cubicBezTo>
                    <a:pt x="311" y="261"/>
                    <a:pt x="318" y="237"/>
                    <a:pt x="333" y="219"/>
                  </a:cubicBezTo>
                  <a:cubicBezTo>
                    <a:pt x="343" y="207"/>
                    <a:pt x="357" y="201"/>
                    <a:pt x="372" y="201"/>
                  </a:cubicBezTo>
                  <a:cubicBezTo>
                    <a:pt x="387" y="201"/>
                    <a:pt x="401" y="208"/>
                    <a:pt x="411" y="220"/>
                  </a:cubicBezTo>
                  <a:cubicBezTo>
                    <a:pt x="411" y="113"/>
                    <a:pt x="411" y="113"/>
                    <a:pt x="411" y="113"/>
                  </a:cubicBezTo>
                  <a:cubicBezTo>
                    <a:pt x="411" y="107"/>
                    <a:pt x="406" y="102"/>
                    <a:pt x="400" y="102"/>
                  </a:cubicBezTo>
                  <a:cubicBezTo>
                    <a:pt x="261" y="102"/>
                    <a:pt x="261" y="102"/>
                    <a:pt x="261" y="102"/>
                  </a:cubicBezTo>
                  <a:cubicBezTo>
                    <a:pt x="257" y="100"/>
                    <a:pt x="252" y="97"/>
                    <a:pt x="252" y="92"/>
                  </a:cubicBezTo>
                  <a:cubicBezTo>
                    <a:pt x="252" y="82"/>
                    <a:pt x="252" y="73"/>
                    <a:pt x="261" y="67"/>
                  </a:cubicBezTo>
                  <a:cubicBezTo>
                    <a:pt x="266" y="63"/>
                    <a:pt x="271" y="61"/>
                    <a:pt x="276" y="58"/>
                  </a:cubicBezTo>
                  <a:cubicBezTo>
                    <a:pt x="293" y="48"/>
                    <a:pt x="294" y="28"/>
                    <a:pt x="279" y="16"/>
                  </a:cubicBezTo>
                  <a:cubicBezTo>
                    <a:pt x="265" y="5"/>
                    <a:pt x="245" y="0"/>
                    <a:pt x="227" y="1"/>
                  </a:cubicBezTo>
                  <a:cubicBezTo>
                    <a:pt x="209" y="0"/>
                    <a:pt x="189" y="5"/>
                    <a:pt x="175" y="16"/>
                  </a:cubicBezTo>
                  <a:cubicBezTo>
                    <a:pt x="160" y="28"/>
                    <a:pt x="161" y="48"/>
                    <a:pt x="177" y="58"/>
                  </a:cubicBezTo>
                  <a:cubicBezTo>
                    <a:pt x="182" y="61"/>
                    <a:pt x="188" y="63"/>
                    <a:pt x="193" y="67"/>
                  </a:cubicBezTo>
                  <a:cubicBezTo>
                    <a:pt x="202" y="73"/>
                    <a:pt x="202" y="82"/>
                    <a:pt x="202" y="92"/>
                  </a:cubicBezTo>
                  <a:cubicBezTo>
                    <a:pt x="201" y="97"/>
                    <a:pt x="197" y="100"/>
                    <a:pt x="193" y="102"/>
                  </a:cubicBezTo>
                  <a:cubicBezTo>
                    <a:pt x="11" y="102"/>
                    <a:pt x="11" y="102"/>
                    <a:pt x="11" y="102"/>
                  </a:cubicBezTo>
                  <a:cubicBezTo>
                    <a:pt x="5" y="102"/>
                    <a:pt x="0" y="107"/>
                    <a:pt x="0" y="113"/>
                  </a:cubicBezTo>
                  <a:cubicBezTo>
                    <a:pt x="0" y="504"/>
                    <a:pt x="0" y="504"/>
                    <a:pt x="0" y="504"/>
                  </a:cubicBezTo>
                  <a:cubicBezTo>
                    <a:pt x="0" y="510"/>
                    <a:pt x="5" y="515"/>
                    <a:pt x="11" y="515"/>
                  </a:cubicBezTo>
                  <a:cubicBezTo>
                    <a:pt x="400" y="515"/>
                    <a:pt x="400" y="515"/>
                    <a:pt x="400" y="515"/>
                  </a:cubicBezTo>
                  <a:cubicBezTo>
                    <a:pt x="406" y="515"/>
                    <a:pt x="411" y="510"/>
                    <a:pt x="411" y="504"/>
                  </a:cubicBezTo>
                  <a:lnTo>
                    <a:pt x="411" y="35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1278;p48">
              <a:extLst>
                <a:ext uri="{FF2B5EF4-FFF2-40B4-BE49-F238E27FC236}">
                  <a16:creationId xmlns:a16="http://schemas.microsoft.com/office/drawing/2014/main" xmlns="" id="{68B33BD4-77DA-F5DF-EF7E-B54966E34330}"/>
                </a:ext>
              </a:extLst>
            </p:cNvPr>
            <p:cNvSpPr/>
            <p:nvPr/>
          </p:nvSpPr>
          <p:spPr>
            <a:xfrm>
              <a:off x="842804" y="3588202"/>
              <a:ext cx="434543" cy="346873"/>
            </a:xfrm>
            <a:custGeom>
              <a:avLst/>
              <a:gdLst/>
              <a:ahLst/>
              <a:cxnLst/>
              <a:rect l="l" t="t" r="r" b="b"/>
              <a:pathLst>
                <a:path w="515" h="411" extrusionOk="0">
                  <a:moveTo>
                    <a:pt x="355" y="0"/>
                  </a:moveTo>
                  <a:cubicBezTo>
                    <a:pt x="367" y="10"/>
                    <a:pt x="375" y="24"/>
                    <a:pt x="375" y="39"/>
                  </a:cubicBezTo>
                  <a:cubicBezTo>
                    <a:pt x="375" y="54"/>
                    <a:pt x="368" y="68"/>
                    <a:pt x="356" y="78"/>
                  </a:cubicBezTo>
                  <a:cubicBezTo>
                    <a:pt x="339" y="93"/>
                    <a:pt x="314" y="100"/>
                    <a:pt x="287" y="100"/>
                  </a:cubicBezTo>
                  <a:cubicBezTo>
                    <a:pt x="260" y="100"/>
                    <a:pt x="236" y="93"/>
                    <a:pt x="219" y="78"/>
                  </a:cubicBezTo>
                  <a:cubicBezTo>
                    <a:pt x="207" y="68"/>
                    <a:pt x="200" y="54"/>
                    <a:pt x="200" y="39"/>
                  </a:cubicBezTo>
                  <a:cubicBezTo>
                    <a:pt x="200" y="24"/>
                    <a:pt x="207" y="10"/>
                    <a:pt x="219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6" y="0"/>
                    <a:pt x="101" y="5"/>
                    <a:pt x="101" y="11"/>
                  </a:cubicBezTo>
                  <a:cubicBezTo>
                    <a:pt x="101" y="150"/>
                    <a:pt x="101" y="150"/>
                    <a:pt x="101" y="150"/>
                  </a:cubicBezTo>
                  <a:cubicBezTo>
                    <a:pt x="100" y="154"/>
                    <a:pt x="96" y="159"/>
                    <a:pt x="91" y="159"/>
                  </a:cubicBezTo>
                  <a:cubicBezTo>
                    <a:pt x="81" y="159"/>
                    <a:pt x="72" y="159"/>
                    <a:pt x="66" y="150"/>
                  </a:cubicBezTo>
                  <a:cubicBezTo>
                    <a:pt x="63" y="145"/>
                    <a:pt x="60" y="140"/>
                    <a:pt x="57" y="135"/>
                  </a:cubicBezTo>
                  <a:cubicBezTo>
                    <a:pt x="47" y="118"/>
                    <a:pt x="27" y="117"/>
                    <a:pt x="15" y="132"/>
                  </a:cubicBezTo>
                  <a:cubicBezTo>
                    <a:pt x="4" y="146"/>
                    <a:pt x="0" y="166"/>
                    <a:pt x="0" y="184"/>
                  </a:cubicBezTo>
                  <a:cubicBezTo>
                    <a:pt x="0" y="202"/>
                    <a:pt x="4" y="222"/>
                    <a:pt x="15" y="236"/>
                  </a:cubicBezTo>
                  <a:cubicBezTo>
                    <a:pt x="27" y="251"/>
                    <a:pt x="47" y="250"/>
                    <a:pt x="57" y="234"/>
                  </a:cubicBezTo>
                  <a:cubicBezTo>
                    <a:pt x="60" y="229"/>
                    <a:pt x="63" y="223"/>
                    <a:pt x="66" y="218"/>
                  </a:cubicBezTo>
                  <a:cubicBezTo>
                    <a:pt x="72" y="209"/>
                    <a:pt x="81" y="209"/>
                    <a:pt x="91" y="209"/>
                  </a:cubicBezTo>
                  <a:cubicBezTo>
                    <a:pt x="96" y="210"/>
                    <a:pt x="100" y="214"/>
                    <a:pt x="101" y="218"/>
                  </a:cubicBezTo>
                  <a:cubicBezTo>
                    <a:pt x="101" y="400"/>
                    <a:pt x="101" y="400"/>
                    <a:pt x="101" y="400"/>
                  </a:cubicBezTo>
                  <a:cubicBezTo>
                    <a:pt x="101" y="406"/>
                    <a:pt x="106" y="411"/>
                    <a:pt x="113" y="411"/>
                  </a:cubicBezTo>
                  <a:cubicBezTo>
                    <a:pt x="503" y="411"/>
                    <a:pt x="503" y="411"/>
                    <a:pt x="503" y="411"/>
                  </a:cubicBezTo>
                  <a:cubicBezTo>
                    <a:pt x="510" y="411"/>
                    <a:pt x="515" y="406"/>
                    <a:pt x="515" y="400"/>
                  </a:cubicBezTo>
                  <a:cubicBezTo>
                    <a:pt x="515" y="11"/>
                    <a:pt x="515" y="11"/>
                    <a:pt x="515" y="11"/>
                  </a:cubicBezTo>
                  <a:cubicBezTo>
                    <a:pt x="515" y="5"/>
                    <a:pt x="510" y="0"/>
                    <a:pt x="503" y="0"/>
                  </a:cubicBezTo>
                  <a:lnTo>
                    <a:pt x="3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0" name="Google Shape;1279;p48">
            <a:extLst>
              <a:ext uri="{FF2B5EF4-FFF2-40B4-BE49-F238E27FC236}">
                <a16:creationId xmlns:a16="http://schemas.microsoft.com/office/drawing/2014/main" xmlns="" id="{BC2D35C5-3FD9-2845-E40A-3F1B96A9819A}"/>
              </a:ext>
            </a:extLst>
          </p:cNvPr>
          <p:cNvGrpSpPr/>
          <p:nvPr/>
        </p:nvGrpSpPr>
        <p:grpSpPr>
          <a:xfrm>
            <a:off x="3420008" y="4157533"/>
            <a:ext cx="334429" cy="300392"/>
            <a:chOff x="1147762" y="1131887"/>
            <a:chExt cx="5137150" cy="4619626"/>
          </a:xfrm>
        </p:grpSpPr>
        <p:sp>
          <p:nvSpPr>
            <p:cNvPr id="301" name="Google Shape;1280;p48">
              <a:extLst>
                <a:ext uri="{FF2B5EF4-FFF2-40B4-BE49-F238E27FC236}">
                  <a16:creationId xmlns:a16="http://schemas.microsoft.com/office/drawing/2014/main" xmlns="" id="{35955AA3-D811-FC9C-7D61-24ED4F1E9637}"/>
                </a:ext>
              </a:extLst>
            </p:cNvPr>
            <p:cNvSpPr/>
            <p:nvPr/>
          </p:nvSpPr>
          <p:spPr>
            <a:xfrm>
              <a:off x="1147762" y="2425700"/>
              <a:ext cx="2505075" cy="3325813"/>
            </a:xfrm>
            <a:custGeom>
              <a:avLst/>
              <a:gdLst/>
              <a:ahLst/>
              <a:cxnLst/>
              <a:rect l="l" t="t" r="r" b="b"/>
              <a:pathLst>
                <a:path w="566" h="751" extrusionOk="0">
                  <a:moveTo>
                    <a:pt x="62" y="403"/>
                  </a:moveTo>
                  <a:cubicBezTo>
                    <a:pt x="9" y="496"/>
                    <a:pt x="0" y="584"/>
                    <a:pt x="37" y="649"/>
                  </a:cubicBezTo>
                  <a:cubicBezTo>
                    <a:pt x="75" y="715"/>
                    <a:pt x="155" y="751"/>
                    <a:pt x="263" y="751"/>
                  </a:cubicBezTo>
                  <a:cubicBezTo>
                    <a:pt x="449" y="751"/>
                    <a:pt x="449" y="751"/>
                    <a:pt x="449" y="751"/>
                  </a:cubicBezTo>
                  <a:cubicBezTo>
                    <a:pt x="413" y="733"/>
                    <a:pt x="375" y="705"/>
                    <a:pt x="351" y="658"/>
                  </a:cubicBezTo>
                  <a:cubicBezTo>
                    <a:pt x="303" y="564"/>
                    <a:pt x="352" y="480"/>
                    <a:pt x="355" y="476"/>
                  </a:cubicBezTo>
                  <a:cubicBezTo>
                    <a:pt x="370" y="450"/>
                    <a:pt x="370" y="450"/>
                    <a:pt x="370" y="450"/>
                  </a:cubicBezTo>
                  <a:cubicBezTo>
                    <a:pt x="566" y="111"/>
                    <a:pt x="566" y="111"/>
                    <a:pt x="566" y="111"/>
                  </a:cubicBezTo>
                  <a:cubicBezTo>
                    <a:pt x="555" y="92"/>
                    <a:pt x="555" y="92"/>
                    <a:pt x="555" y="92"/>
                  </a:cubicBezTo>
                  <a:cubicBezTo>
                    <a:pt x="550" y="85"/>
                    <a:pt x="487" y="0"/>
                    <a:pt x="398" y="0"/>
                  </a:cubicBezTo>
                  <a:cubicBezTo>
                    <a:pt x="310" y="0"/>
                    <a:pt x="265" y="55"/>
                    <a:pt x="249" y="79"/>
                  </a:cubicBezTo>
                  <a:lnTo>
                    <a:pt x="62" y="40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1281;p48">
              <a:extLst>
                <a:ext uri="{FF2B5EF4-FFF2-40B4-BE49-F238E27FC236}">
                  <a16:creationId xmlns:a16="http://schemas.microsoft.com/office/drawing/2014/main" xmlns="" id="{6DF04384-E184-AA40-288E-ABAA8FD6F86F}"/>
                </a:ext>
              </a:extLst>
            </p:cNvPr>
            <p:cNvSpPr/>
            <p:nvPr/>
          </p:nvSpPr>
          <p:spPr>
            <a:xfrm>
              <a:off x="2617787" y="3519487"/>
              <a:ext cx="3667125" cy="2232024"/>
            </a:xfrm>
            <a:custGeom>
              <a:avLst/>
              <a:gdLst/>
              <a:ahLst/>
              <a:cxnLst/>
              <a:rect l="l" t="t" r="r" b="b"/>
              <a:pathLst>
                <a:path w="829" h="504" extrusionOk="0">
                  <a:moveTo>
                    <a:pt x="766" y="156"/>
                  </a:moveTo>
                  <a:cubicBezTo>
                    <a:pt x="676" y="0"/>
                    <a:pt x="676" y="0"/>
                    <a:pt x="676" y="0"/>
                  </a:cubicBezTo>
                  <a:cubicBezTo>
                    <a:pt x="680" y="40"/>
                    <a:pt x="676" y="87"/>
                    <a:pt x="651" y="131"/>
                  </a:cubicBezTo>
                  <a:cubicBezTo>
                    <a:pt x="600" y="220"/>
                    <a:pt x="492" y="222"/>
                    <a:pt x="479" y="222"/>
                  </a:cubicBezTo>
                  <a:cubicBezTo>
                    <a:pt x="479" y="222"/>
                    <a:pt x="479" y="222"/>
                    <a:pt x="479" y="222"/>
                  </a:cubicBezTo>
                  <a:cubicBezTo>
                    <a:pt x="448" y="222"/>
                    <a:pt x="448" y="222"/>
                    <a:pt x="448" y="222"/>
                  </a:cubicBezTo>
                  <a:cubicBezTo>
                    <a:pt x="57" y="222"/>
                    <a:pt x="57" y="222"/>
                    <a:pt x="57" y="222"/>
                  </a:cubicBezTo>
                  <a:cubicBezTo>
                    <a:pt x="45" y="242"/>
                    <a:pt x="45" y="242"/>
                    <a:pt x="45" y="242"/>
                  </a:cubicBezTo>
                  <a:cubicBezTo>
                    <a:pt x="43" y="246"/>
                    <a:pt x="0" y="318"/>
                    <a:pt x="42" y="399"/>
                  </a:cubicBezTo>
                  <a:cubicBezTo>
                    <a:pt x="91" y="495"/>
                    <a:pt x="209" y="503"/>
                    <a:pt x="216" y="504"/>
                  </a:cubicBezTo>
                  <a:cubicBezTo>
                    <a:pt x="566" y="504"/>
                    <a:pt x="566" y="504"/>
                    <a:pt x="566" y="504"/>
                  </a:cubicBezTo>
                  <a:cubicBezTo>
                    <a:pt x="674" y="504"/>
                    <a:pt x="754" y="468"/>
                    <a:pt x="792" y="402"/>
                  </a:cubicBezTo>
                  <a:cubicBezTo>
                    <a:pt x="829" y="337"/>
                    <a:pt x="820" y="249"/>
                    <a:pt x="766" y="1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1282;p48">
              <a:extLst>
                <a:ext uri="{FF2B5EF4-FFF2-40B4-BE49-F238E27FC236}">
                  <a16:creationId xmlns:a16="http://schemas.microsoft.com/office/drawing/2014/main" xmlns="" id="{16C65DC1-22F7-9658-BCAE-92A322BA095A}"/>
                </a:ext>
              </a:extLst>
            </p:cNvPr>
            <p:cNvSpPr/>
            <p:nvPr/>
          </p:nvSpPr>
          <p:spPr>
            <a:xfrm>
              <a:off x="2449512" y="1131887"/>
              <a:ext cx="3167061" cy="3259137"/>
            </a:xfrm>
            <a:custGeom>
              <a:avLst/>
              <a:gdLst/>
              <a:ahLst/>
              <a:cxnLst/>
              <a:rect l="l" t="t" r="r" b="b"/>
              <a:pathLst>
                <a:path w="716" h="736" extrusionOk="0">
                  <a:moveTo>
                    <a:pt x="487" y="145"/>
                  </a:moveTo>
                  <a:cubicBezTo>
                    <a:pt x="433" y="52"/>
                    <a:pt x="362" y="0"/>
                    <a:pt x="286" y="0"/>
                  </a:cubicBezTo>
                  <a:cubicBezTo>
                    <a:pt x="211" y="0"/>
                    <a:pt x="140" y="52"/>
                    <a:pt x="86" y="145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27" y="278"/>
                    <a:pt x="61" y="266"/>
                    <a:pt x="104" y="266"/>
                  </a:cubicBezTo>
                  <a:cubicBezTo>
                    <a:pt x="210" y="266"/>
                    <a:pt x="279" y="365"/>
                    <a:pt x="282" y="370"/>
                  </a:cubicBezTo>
                  <a:cubicBezTo>
                    <a:pt x="283" y="371"/>
                    <a:pt x="283" y="371"/>
                    <a:pt x="283" y="371"/>
                  </a:cubicBezTo>
                  <a:cubicBezTo>
                    <a:pt x="293" y="390"/>
                    <a:pt x="293" y="390"/>
                    <a:pt x="293" y="390"/>
                  </a:cubicBezTo>
                  <a:cubicBezTo>
                    <a:pt x="298" y="397"/>
                    <a:pt x="298" y="397"/>
                    <a:pt x="298" y="397"/>
                  </a:cubicBezTo>
                  <a:cubicBezTo>
                    <a:pt x="493" y="736"/>
                    <a:pt x="493" y="736"/>
                    <a:pt x="493" y="736"/>
                  </a:cubicBezTo>
                  <a:cubicBezTo>
                    <a:pt x="517" y="736"/>
                    <a:pt x="517" y="736"/>
                    <a:pt x="517" y="736"/>
                  </a:cubicBezTo>
                  <a:cubicBezTo>
                    <a:pt x="517" y="736"/>
                    <a:pt x="517" y="736"/>
                    <a:pt x="517" y="736"/>
                  </a:cubicBezTo>
                  <a:cubicBezTo>
                    <a:pt x="522" y="736"/>
                    <a:pt x="622" y="735"/>
                    <a:pt x="667" y="657"/>
                  </a:cubicBezTo>
                  <a:cubicBezTo>
                    <a:pt x="716" y="573"/>
                    <a:pt x="672" y="467"/>
                    <a:pt x="668" y="459"/>
                  </a:cubicBezTo>
                  <a:lnTo>
                    <a:pt x="487" y="1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4" name="Google Shape;1283;p48">
            <a:extLst>
              <a:ext uri="{FF2B5EF4-FFF2-40B4-BE49-F238E27FC236}">
                <a16:creationId xmlns:a16="http://schemas.microsoft.com/office/drawing/2014/main" xmlns="" id="{92ABB13C-6B49-29A3-1F46-3270B6FAEA98}"/>
              </a:ext>
            </a:extLst>
          </p:cNvPr>
          <p:cNvGrpSpPr/>
          <p:nvPr/>
        </p:nvGrpSpPr>
        <p:grpSpPr>
          <a:xfrm>
            <a:off x="4018002" y="4152775"/>
            <a:ext cx="334426" cy="309962"/>
            <a:chOff x="1570037" y="1341437"/>
            <a:chExt cx="4943475" cy="4576762"/>
          </a:xfrm>
        </p:grpSpPr>
        <p:sp>
          <p:nvSpPr>
            <p:cNvPr id="305" name="Google Shape;1284;p48">
              <a:extLst>
                <a:ext uri="{FF2B5EF4-FFF2-40B4-BE49-F238E27FC236}">
                  <a16:creationId xmlns:a16="http://schemas.microsoft.com/office/drawing/2014/main" xmlns="" id="{20FA3236-5B45-55F9-4D9D-47B0BFAE8A8D}"/>
                </a:ext>
              </a:extLst>
            </p:cNvPr>
            <p:cNvSpPr/>
            <p:nvPr/>
          </p:nvSpPr>
          <p:spPr>
            <a:xfrm>
              <a:off x="4814887" y="3284537"/>
              <a:ext cx="1673225" cy="1187450"/>
            </a:xfrm>
            <a:custGeom>
              <a:avLst/>
              <a:gdLst/>
              <a:ahLst/>
              <a:cxnLst/>
              <a:rect l="l" t="t" r="r" b="b"/>
              <a:pathLst>
                <a:path w="381" h="270" extrusionOk="0">
                  <a:moveTo>
                    <a:pt x="295" y="270"/>
                  </a:moveTo>
                  <a:cubicBezTo>
                    <a:pt x="336" y="270"/>
                    <a:pt x="381" y="237"/>
                    <a:pt x="360" y="184"/>
                  </a:cubicBezTo>
                  <a:cubicBezTo>
                    <a:pt x="360" y="184"/>
                    <a:pt x="360" y="184"/>
                    <a:pt x="360" y="184"/>
                  </a:cubicBezTo>
                  <a:cubicBezTo>
                    <a:pt x="254" y="0"/>
                    <a:pt x="254" y="0"/>
                    <a:pt x="254" y="0"/>
                  </a:cubicBezTo>
                  <a:cubicBezTo>
                    <a:pt x="6" y="142"/>
                    <a:pt x="6" y="142"/>
                    <a:pt x="6" y="142"/>
                  </a:cubicBezTo>
                  <a:cubicBezTo>
                    <a:pt x="80" y="270"/>
                    <a:pt x="80" y="270"/>
                    <a:pt x="80" y="270"/>
                  </a:cubicBezTo>
                  <a:cubicBezTo>
                    <a:pt x="0" y="270"/>
                    <a:pt x="0" y="270"/>
                    <a:pt x="0" y="270"/>
                  </a:cubicBezTo>
                  <a:cubicBezTo>
                    <a:pt x="0" y="270"/>
                    <a:pt x="0" y="270"/>
                    <a:pt x="0" y="270"/>
                  </a:cubicBezTo>
                  <a:lnTo>
                    <a:pt x="295" y="27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1285;p48">
              <a:extLst>
                <a:ext uri="{FF2B5EF4-FFF2-40B4-BE49-F238E27FC236}">
                  <a16:creationId xmlns:a16="http://schemas.microsoft.com/office/drawing/2014/main" xmlns="" id="{D1C5E060-0A9D-7753-5C3F-C68BCE6C957F}"/>
                </a:ext>
              </a:extLst>
            </p:cNvPr>
            <p:cNvSpPr/>
            <p:nvPr/>
          </p:nvSpPr>
          <p:spPr>
            <a:xfrm>
              <a:off x="2355850" y="4164012"/>
              <a:ext cx="1208087" cy="1560512"/>
            </a:xfrm>
            <a:custGeom>
              <a:avLst/>
              <a:gdLst/>
              <a:ahLst/>
              <a:cxnLst/>
              <a:rect l="l" t="t" r="r" b="b"/>
              <a:pathLst>
                <a:path w="275" h="355" extrusionOk="0">
                  <a:moveTo>
                    <a:pt x="275" y="70"/>
                  </a:moveTo>
                  <a:cubicBezTo>
                    <a:pt x="128" y="70"/>
                    <a:pt x="128" y="70"/>
                    <a:pt x="128" y="7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20" y="256"/>
                    <a:pt x="20" y="256"/>
                    <a:pt x="20" y="256"/>
                  </a:cubicBezTo>
                  <a:cubicBezTo>
                    <a:pt x="0" y="291"/>
                    <a:pt x="5" y="346"/>
                    <a:pt x="62" y="354"/>
                  </a:cubicBezTo>
                  <a:cubicBezTo>
                    <a:pt x="62" y="355"/>
                    <a:pt x="62" y="355"/>
                    <a:pt x="62" y="355"/>
                  </a:cubicBezTo>
                  <a:cubicBezTo>
                    <a:pt x="275" y="355"/>
                    <a:pt x="275" y="355"/>
                    <a:pt x="275" y="355"/>
                  </a:cubicBezTo>
                  <a:lnTo>
                    <a:pt x="275" y="70"/>
                  </a:ln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1286;p48">
              <a:extLst>
                <a:ext uri="{FF2B5EF4-FFF2-40B4-BE49-F238E27FC236}">
                  <a16:creationId xmlns:a16="http://schemas.microsoft.com/office/drawing/2014/main" xmlns="" id="{D697D450-8717-5083-4E21-C6710CF80ED9}"/>
                </a:ext>
              </a:extLst>
            </p:cNvPr>
            <p:cNvSpPr/>
            <p:nvPr/>
          </p:nvSpPr>
          <p:spPr>
            <a:xfrm>
              <a:off x="2636837" y="1443037"/>
              <a:ext cx="1581150" cy="1635125"/>
            </a:xfrm>
            <a:custGeom>
              <a:avLst/>
              <a:gdLst/>
              <a:ahLst/>
              <a:cxnLst/>
              <a:rect l="l" t="t" r="r" b="b"/>
              <a:pathLst>
                <a:path w="360" h="372" extrusionOk="0">
                  <a:moveTo>
                    <a:pt x="213" y="58"/>
                  </a:moveTo>
                  <a:cubicBezTo>
                    <a:pt x="192" y="23"/>
                    <a:pt x="142" y="0"/>
                    <a:pt x="106" y="45"/>
                  </a:cubicBezTo>
                  <a:cubicBezTo>
                    <a:pt x="106" y="45"/>
                    <a:pt x="106" y="45"/>
                    <a:pt x="106" y="45"/>
                  </a:cubicBezTo>
                  <a:cubicBezTo>
                    <a:pt x="0" y="229"/>
                    <a:pt x="0" y="229"/>
                    <a:pt x="0" y="229"/>
                  </a:cubicBezTo>
                  <a:cubicBezTo>
                    <a:pt x="247" y="372"/>
                    <a:pt x="247" y="372"/>
                    <a:pt x="247" y="372"/>
                  </a:cubicBezTo>
                  <a:cubicBezTo>
                    <a:pt x="320" y="246"/>
                    <a:pt x="320" y="246"/>
                    <a:pt x="320" y="246"/>
                  </a:cubicBezTo>
                  <a:cubicBezTo>
                    <a:pt x="360" y="314"/>
                    <a:pt x="360" y="314"/>
                    <a:pt x="360" y="314"/>
                  </a:cubicBezTo>
                  <a:cubicBezTo>
                    <a:pt x="360" y="314"/>
                    <a:pt x="360" y="314"/>
                    <a:pt x="360" y="314"/>
                  </a:cubicBezTo>
                  <a:lnTo>
                    <a:pt x="213" y="58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1287;p48">
              <a:extLst>
                <a:ext uri="{FF2B5EF4-FFF2-40B4-BE49-F238E27FC236}">
                  <a16:creationId xmlns:a16="http://schemas.microsoft.com/office/drawing/2014/main" xmlns="" id="{0FCA2531-7DFA-F130-AA15-23F2FEDB4CF4}"/>
                </a:ext>
              </a:extLst>
            </p:cNvPr>
            <p:cNvSpPr/>
            <p:nvPr/>
          </p:nvSpPr>
          <p:spPr>
            <a:xfrm>
              <a:off x="1570037" y="3162300"/>
              <a:ext cx="1800225" cy="2562225"/>
            </a:xfrm>
            <a:custGeom>
              <a:avLst/>
              <a:gdLst/>
              <a:ahLst/>
              <a:cxnLst/>
              <a:rect l="l" t="t" r="r" b="b"/>
              <a:pathLst>
                <a:path w="410" h="583" extrusionOk="0">
                  <a:moveTo>
                    <a:pt x="410" y="206"/>
                  </a:moveTo>
                  <a:cubicBezTo>
                    <a:pt x="314" y="0"/>
                    <a:pt x="314" y="0"/>
                    <a:pt x="314" y="0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125" y="42"/>
                    <a:pt x="125" y="42"/>
                    <a:pt x="125" y="42"/>
                  </a:cubicBezTo>
                  <a:cubicBezTo>
                    <a:pt x="20" y="223"/>
                    <a:pt x="20" y="223"/>
                    <a:pt x="20" y="223"/>
                  </a:cubicBezTo>
                  <a:cubicBezTo>
                    <a:pt x="0" y="258"/>
                    <a:pt x="0" y="302"/>
                    <a:pt x="20" y="337"/>
                  </a:cubicBezTo>
                  <a:cubicBezTo>
                    <a:pt x="129" y="526"/>
                    <a:pt x="129" y="526"/>
                    <a:pt x="129" y="526"/>
                  </a:cubicBezTo>
                  <a:cubicBezTo>
                    <a:pt x="150" y="561"/>
                    <a:pt x="188" y="583"/>
                    <a:pt x="228" y="583"/>
                  </a:cubicBezTo>
                  <a:cubicBezTo>
                    <a:pt x="241" y="583"/>
                    <a:pt x="241" y="583"/>
                    <a:pt x="241" y="583"/>
                  </a:cubicBezTo>
                  <a:cubicBezTo>
                    <a:pt x="241" y="582"/>
                    <a:pt x="241" y="582"/>
                    <a:pt x="241" y="582"/>
                  </a:cubicBezTo>
                  <a:cubicBezTo>
                    <a:pt x="184" y="574"/>
                    <a:pt x="179" y="519"/>
                    <a:pt x="199" y="484"/>
                  </a:cubicBezTo>
                  <a:cubicBezTo>
                    <a:pt x="347" y="228"/>
                    <a:pt x="347" y="228"/>
                    <a:pt x="347" y="228"/>
                  </a:cubicBezTo>
                  <a:cubicBezTo>
                    <a:pt x="347" y="228"/>
                    <a:pt x="347" y="228"/>
                    <a:pt x="347" y="228"/>
                  </a:cubicBezTo>
                  <a:cubicBezTo>
                    <a:pt x="372" y="185"/>
                    <a:pt x="372" y="185"/>
                    <a:pt x="372" y="185"/>
                  </a:cubicBezTo>
                  <a:lnTo>
                    <a:pt x="410" y="206"/>
                  </a:lnTo>
                  <a:close/>
                </a:path>
              </a:pathLst>
            </a:custGeom>
            <a:solidFill>
              <a:srgbClr val="76A5AF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1288;p48">
              <a:extLst>
                <a:ext uri="{FF2B5EF4-FFF2-40B4-BE49-F238E27FC236}">
                  <a16:creationId xmlns:a16="http://schemas.microsoft.com/office/drawing/2014/main" xmlns="" id="{68B903B2-0788-56F1-6B31-6FCEED893E38}"/>
                </a:ext>
              </a:extLst>
            </p:cNvPr>
            <p:cNvSpPr/>
            <p:nvPr/>
          </p:nvSpPr>
          <p:spPr>
            <a:xfrm>
              <a:off x="3101975" y="1341437"/>
              <a:ext cx="2481262" cy="1855787"/>
            </a:xfrm>
            <a:custGeom>
              <a:avLst/>
              <a:gdLst/>
              <a:ahLst/>
              <a:cxnLst/>
              <a:rect l="l" t="t" r="r" b="b"/>
              <a:pathLst>
                <a:path w="565" h="422" extrusionOk="0">
                  <a:moveTo>
                    <a:pt x="526" y="238"/>
                  </a:moveTo>
                  <a:cubicBezTo>
                    <a:pt x="421" y="57"/>
                    <a:pt x="421" y="57"/>
                    <a:pt x="421" y="57"/>
                  </a:cubicBezTo>
                  <a:cubicBezTo>
                    <a:pt x="401" y="21"/>
                    <a:pt x="363" y="0"/>
                    <a:pt x="322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65" y="0"/>
                    <a:pt x="27" y="21"/>
                    <a:pt x="7" y="57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36" y="23"/>
                    <a:pt x="86" y="46"/>
                    <a:pt x="107" y="81"/>
                  </a:cubicBezTo>
                  <a:cubicBezTo>
                    <a:pt x="254" y="337"/>
                    <a:pt x="254" y="337"/>
                    <a:pt x="254" y="337"/>
                  </a:cubicBezTo>
                  <a:cubicBezTo>
                    <a:pt x="254" y="337"/>
                    <a:pt x="254" y="337"/>
                    <a:pt x="254" y="337"/>
                  </a:cubicBezTo>
                  <a:cubicBezTo>
                    <a:pt x="279" y="381"/>
                    <a:pt x="279" y="381"/>
                    <a:pt x="279" y="381"/>
                  </a:cubicBezTo>
                  <a:cubicBezTo>
                    <a:pt x="241" y="402"/>
                    <a:pt x="241" y="402"/>
                    <a:pt x="241" y="402"/>
                  </a:cubicBezTo>
                  <a:cubicBezTo>
                    <a:pt x="468" y="422"/>
                    <a:pt x="468" y="422"/>
                    <a:pt x="468" y="422"/>
                  </a:cubicBezTo>
                  <a:cubicBezTo>
                    <a:pt x="565" y="216"/>
                    <a:pt x="565" y="216"/>
                    <a:pt x="565" y="216"/>
                  </a:cubicBezTo>
                  <a:lnTo>
                    <a:pt x="526" y="238"/>
                  </a:lnTo>
                  <a:close/>
                </a:path>
              </a:pathLst>
            </a:custGeom>
            <a:solidFill>
              <a:srgbClr val="6D9EEB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1289;p48">
              <a:extLst>
                <a:ext uri="{FF2B5EF4-FFF2-40B4-BE49-F238E27FC236}">
                  <a16:creationId xmlns:a16="http://schemas.microsoft.com/office/drawing/2014/main" xmlns="" id="{988C8C7A-ADB8-3212-205D-50FEDC56EF0D}"/>
                </a:ext>
              </a:extLst>
            </p:cNvPr>
            <p:cNvSpPr/>
            <p:nvPr/>
          </p:nvSpPr>
          <p:spPr>
            <a:xfrm>
              <a:off x="4019550" y="4094162"/>
              <a:ext cx="2493962" cy="1824037"/>
            </a:xfrm>
            <a:custGeom>
              <a:avLst/>
              <a:gdLst/>
              <a:ahLst/>
              <a:cxnLst/>
              <a:rect l="l" t="t" r="r" b="b"/>
              <a:pathLst>
                <a:path w="568" h="415" extrusionOk="0">
                  <a:moveTo>
                    <a:pt x="547" y="11"/>
                  </a:moveTo>
                  <a:cubicBezTo>
                    <a:pt x="541" y="0"/>
                    <a:pt x="541" y="0"/>
                    <a:pt x="541" y="0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562" y="53"/>
                    <a:pt x="517" y="86"/>
                    <a:pt x="476" y="86"/>
                  </a:cubicBezTo>
                  <a:cubicBezTo>
                    <a:pt x="181" y="86"/>
                    <a:pt x="181" y="86"/>
                    <a:pt x="181" y="86"/>
                  </a:cubicBezTo>
                  <a:cubicBezTo>
                    <a:pt x="181" y="86"/>
                    <a:pt x="181" y="86"/>
                    <a:pt x="181" y="86"/>
                  </a:cubicBezTo>
                  <a:cubicBezTo>
                    <a:pt x="131" y="86"/>
                    <a:pt x="131" y="86"/>
                    <a:pt x="131" y="86"/>
                  </a:cubicBezTo>
                  <a:cubicBezTo>
                    <a:pt x="131" y="41"/>
                    <a:pt x="131" y="41"/>
                    <a:pt x="131" y="41"/>
                  </a:cubicBezTo>
                  <a:cubicBezTo>
                    <a:pt x="0" y="228"/>
                    <a:pt x="0" y="228"/>
                    <a:pt x="0" y="228"/>
                  </a:cubicBezTo>
                  <a:cubicBezTo>
                    <a:pt x="131" y="415"/>
                    <a:pt x="131" y="415"/>
                    <a:pt x="131" y="415"/>
                  </a:cubicBezTo>
                  <a:cubicBezTo>
                    <a:pt x="131" y="371"/>
                    <a:pt x="131" y="371"/>
                    <a:pt x="131" y="371"/>
                  </a:cubicBezTo>
                  <a:cubicBezTo>
                    <a:pt x="340" y="371"/>
                    <a:pt x="340" y="371"/>
                    <a:pt x="340" y="371"/>
                  </a:cubicBezTo>
                  <a:cubicBezTo>
                    <a:pt x="380" y="371"/>
                    <a:pt x="418" y="349"/>
                    <a:pt x="438" y="314"/>
                  </a:cubicBezTo>
                  <a:cubicBezTo>
                    <a:pt x="547" y="125"/>
                    <a:pt x="547" y="125"/>
                    <a:pt x="547" y="125"/>
                  </a:cubicBezTo>
                  <a:cubicBezTo>
                    <a:pt x="568" y="90"/>
                    <a:pt x="568" y="46"/>
                    <a:pt x="547" y="1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1" name="Google Shape;1290;p48">
            <a:extLst>
              <a:ext uri="{FF2B5EF4-FFF2-40B4-BE49-F238E27FC236}">
                <a16:creationId xmlns:a16="http://schemas.microsoft.com/office/drawing/2014/main" xmlns="" id="{3E9F1616-B2ED-5AF6-397F-45AB8B8EFC09}"/>
              </a:ext>
            </a:extLst>
          </p:cNvPr>
          <p:cNvGrpSpPr/>
          <p:nvPr/>
        </p:nvGrpSpPr>
        <p:grpSpPr>
          <a:xfrm>
            <a:off x="5881997" y="4140854"/>
            <a:ext cx="330999" cy="334291"/>
            <a:chOff x="5770007" y="5489899"/>
            <a:chExt cx="712976" cy="720067"/>
          </a:xfrm>
        </p:grpSpPr>
        <p:sp>
          <p:nvSpPr>
            <p:cNvPr id="312" name="Google Shape;1291;p48">
              <a:extLst>
                <a:ext uri="{FF2B5EF4-FFF2-40B4-BE49-F238E27FC236}">
                  <a16:creationId xmlns:a16="http://schemas.microsoft.com/office/drawing/2014/main" xmlns="" id="{96532BD0-C866-006F-2653-463FB22B8DE3}"/>
                </a:ext>
              </a:extLst>
            </p:cNvPr>
            <p:cNvSpPr/>
            <p:nvPr/>
          </p:nvSpPr>
          <p:spPr>
            <a:xfrm>
              <a:off x="6229483" y="5489899"/>
              <a:ext cx="253500" cy="25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1292;p48">
              <a:extLst>
                <a:ext uri="{FF2B5EF4-FFF2-40B4-BE49-F238E27FC236}">
                  <a16:creationId xmlns:a16="http://schemas.microsoft.com/office/drawing/2014/main" xmlns="" id="{D2F99298-C3E6-8299-1AF0-34DF4B06F02D}"/>
                </a:ext>
              </a:extLst>
            </p:cNvPr>
            <p:cNvSpPr/>
            <p:nvPr/>
          </p:nvSpPr>
          <p:spPr>
            <a:xfrm>
              <a:off x="5770007" y="5489899"/>
              <a:ext cx="252900" cy="25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1293;p48">
              <a:extLst>
                <a:ext uri="{FF2B5EF4-FFF2-40B4-BE49-F238E27FC236}">
                  <a16:creationId xmlns:a16="http://schemas.microsoft.com/office/drawing/2014/main" xmlns="" id="{9D28069F-41CC-59F1-9F5B-7C3319E7DD80}"/>
                </a:ext>
              </a:extLst>
            </p:cNvPr>
            <p:cNvSpPr/>
            <p:nvPr/>
          </p:nvSpPr>
          <p:spPr>
            <a:xfrm>
              <a:off x="6229483" y="5954666"/>
              <a:ext cx="253500" cy="255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1294;p48">
              <a:extLst>
                <a:ext uri="{FF2B5EF4-FFF2-40B4-BE49-F238E27FC236}">
                  <a16:creationId xmlns:a16="http://schemas.microsoft.com/office/drawing/2014/main" xmlns="" id="{2594E2DE-09AD-D99F-BF04-BF9CD3D185BE}"/>
                </a:ext>
              </a:extLst>
            </p:cNvPr>
            <p:cNvSpPr/>
            <p:nvPr/>
          </p:nvSpPr>
          <p:spPr>
            <a:xfrm>
              <a:off x="5770007" y="5954666"/>
              <a:ext cx="252900" cy="255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1295;p48">
              <a:extLst>
                <a:ext uri="{FF2B5EF4-FFF2-40B4-BE49-F238E27FC236}">
                  <a16:creationId xmlns:a16="http://schemas.microsoft.com/office/drawing/2014/main" xmlns="" id="{659DBE20-D60C-B0DD-3E7E-604DBA3E4F70}"/>
                </a:ext>
              </a:extLst>
            </p:cNvPr>
            <p:cNvSpPr/>
            <p:nvPr/>
          </p:nvSpPr>
          <p:spPr>
            <a:xfrm>
              <a:off x="6011100" y="5535496"/>
              <a:ext cx="228017" cy="163872"/>
            </a:xfrm>
            <a:custGeom>
              <a:avLst/>
              <a:gdLst/>
              <a:ahLst/>
              <a:cxnLst/>
              <a:rect l="l" t="t" r="r" b="b"/>
              <a:pathLst>
                <a:path w="362" h="258" extrusionOk="0">
                  <a:moveTo>
                    <a:pt x="362" y="0"/>
                  </a:moveTo>
                  <a:cubicBezTo>
                    <a:pt x="220" y="71"/>
                    <a:pt x="142" y="71"/>
                    <a:pt x="0" y="0"/>
                  </a:cubicBezTo>
                  <a:cubicBezTo>
                    <a:pt x="26" y="37"/>
                    <a:pt x="41" y="81"/>
                    <a:pt x="41" y="129"/>
                  </a:cubicBezTo>
                  <a:cubicBezTo>
                    <a:pt x="41" y="177"/>
                    <a:pt x="26" y="222"/>
                    <a:pt x="0" y="258"/>
                  </a:cubicBezTo>
                  <a:cubicBezTo>
                    <a:pt x="142" y="188"/>
                    <a:pt x="220" y="188"/>
                    <a:pt x="362" y="258"/>
                  </a:cubicBezTo>
                  <a:cubicBezTo>
                    <a:pt x="336" y="222"/>
                    <a:pt x="321" y="177"/>
                    <a:pt x="321" y="129"/>
                  </a:cubicBezTo>
                  <a:cubicBezTo>
                    <a:pt x="321" y="81"/>
                    <a:pt x="336" y="37"/>
                    <a:pt x="3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1296;p48">
              <a:extLst>
                <a:ext uri="{FF2B5EF4-FFF2-40B4-BE49-F238E27FC236}">
                  <a16:creationId xmlns:a16="http://schemas.microsoft.com/office/drawing/2014/main" xmlns="" id="{AF621761-D3BA-2F41-757C-56274EBE7968}"/>
                </a:ext>
              </a:extLst>
            </p:cNvPr>
            <p:cNvSpPr/>
            <p:nvPr/>
          </p:nvSpPr>
          <p:spPr>
            <a:xfrm>
              <a:off x="6011100" y="6000263"/>
              <a:ext cx="228017" cy="164103"/>
            </a:xfrm>
            <a:custGeom>
              <a:avLst/>
              <a:gdLst/>
              <a:ahLst/>
              <a:cxnLst/>
              <a:rect l="l" t="t" r="r" b="b"/>
              <a:pathLst>
                <a:path w="362" h="258" extrusionOk="0">
                  <a:moveTo>
                    <a:pt x="321" y="129"/>
                  </a:moveTo>
                  <a:cubicBezTo>
                    <a:pt x="321" y="81"/>
                    <a:pt x="336" y="36"/>
                    <a:pt x="362" y="0"/>
                  </a:cubicBezTo>
                  <a:cubicBezTo>
                    <a:pt x="220" y="70"/>
                    <a:pt x="142" y="70"/>
                    <a:pt x="0" y="0"/>
                  </a:cubicBezTo>
                  <a:cubicBezTo>
                    <a:pt x="26" y="36"/>
                    <a:pt x="41" y="81"/>
                    <a:pt x="41" y="129"/>
                  </a:cubicBezTo>
                  <a:cubicBezTo>
                    <a:pt x="41" y="177"/>
                    <a:pt x="26" y="221"/>
                    <a:pt x="0" y="258"/>
                  </a:cubicBezTo>
                  <a:cubicBezTo>
                    <a:pt x="142" y="188"/>
                    <a:pt x="220" y="188"/>
                    <a:pt x="362" y="258"/>
                  </a:cubicBezTo>
                  <a:cubicBezTo>
                    <a:pt x="336" y="221"/>
                    <a:pt x="321" y="177"/>
                    <a:pt x="321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1297;p48">
              <a:extLst>
                <a:ext uri="{FF2B5EF4-FFF2-40B4-BE49-F238E27FC236}">
                  <a16:creationId xmlns:a16="http://schemas.microsoft.com/office/drawing/2014/main" xmlns="" id="{A5617004-B900-9E2D-FADC-4C8FABFA409D}"/>
                </a:ext>
              </a:extLst>
            </p:cNvPr>
            <p:cNvSpPr/>
            <p:nvPr/>
          </p:nvSpPr>
          <p:spPr>
            <a:xfrm>
              <a:off x="5814051" y="5734318"/>
              <a:ext cx="162411" cy="230995"/>
            </a:xfrm>
            <a:custGeom>
              <a:avLst/>
              <a:gdLst/>
              <a:ahLst/>
              <a:cxnLst/>
              <a:rect l="l" t="t" r="r" b="b"/>
              <a:pathLst>
                <a:path w="258" h="363" extrusionOk="0">
                  <a:moveTo>
                    <a:pt x="0" y="363"/>
                  </a:moveTo>
                  <a:cubicBezTo>
                    <a:pt x="36" y="337"/>
                    <a:pt x="81" y="322"/>
                    <a:pt x="129" y="322"/>
                  </a:cubicBezTo>
                  <a:cubicBezTo>
                    <a:pt x="177" y="322"/>
                    <a:pt x="221" y="337"/>
                    <a:pt x="258" y="363"/>
                  </a:cubicBezTo>
                  <a:cubicBezTo>
                    <a:pt x="188" y="221"/>
                    <a:pt x="188" y="142"/>
                    <a:pt x="258" y="0"/>
                  </a:cubicBezTo>
                  <a:cubicBezTo>
                    <a:pt x="221" y="26"/>
                    <a:pt x="177" y="41"/>
                    <a:pt x="129" y="41"/>
                  </a:cubicBezTo>
                  <a:cubicBezTo>
                    <a:pt x="81" y="41"/>
                    <a:pt x="36" y="26"/>
                    <a:pt x="0" y="0"/>
                  </a:cubicBezTo>
                  <a:cubicBezTo>
                    <a:pt x="70" y="142"/>
                    <a:pt x="70" y="221"/>
                    <a:pt x="0" y="3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1298;p48">
              <a:extLst>
                <a:ext uri="{FF2B5EF4-FFF2-40B4-BE49-F238E27FC236}">
                  <a16:creationId xmlns:a16="http://schemas.microsoft.com/office/drawing/2014/main" xmlns="" id="{37F65DF0-0FA5-FF0E-66A2-7481F789068F}"/>
                </a:ext>
              </a:extLst>
            </p:cNvPr>
            <p:cNvSpPr/>
            <p:nvPr/>
          </p:nvSpPr>
          <p:spPr>
            <a:xfrm>
              <a:off x="6273756" y="5735013"/>
              <a:ext cx="162411" cy="230300"/>
            </a:xfrm>
            <a:custGeom>
              <a:avLst/>
              <a:gdLst/>
              <a:ahLst/>
              <a:cxnLst/>
              <a:rect l="l" t="t" r="r" b="b"/>
              <a:pathLst>
                <a:path w="258" h="362" extrusionOk="0">
                  <a:moveTo>
                    <a:pt x="258" y="0"/>
                  </a:moveTo>
                  <a:cubicBezTo>
                    <a:pt x="222" y="25"/>
                    <a:pt x="177" y="40"/>
                    <a:pt x="129" y="40"/>
                  </a:cubicBezTo>
                  <a:cubicBezTo>
                    <a:pt x="81" y="40"/>
                    <a:pt x="37" y="25"/>
                    <a:pt x="0" y="0"/>
                  </a:cubicBezTo>
                  <a:cubicBezTo>
                    <a:pt x="70" y="142"/>
                    <a:pt x="70" y="220"/>
                    <a:pt x="0" y="362"/>
                  </a:cubicBezTo>
                  <a:cubicBezTo>
                    <a:pt x="37" y="336"/>
                    <a:pt x="81" y="321"/>
                    <a:pt x="129" y="321"/>
                  </a:cubicBezTo>
                  <a:cubicBezTo>
                    <a:pt x="177" y="321"/>
                    <a:pt x="222" y="336"/>
                    <a:pt x="258" y="362"/>
                  </a:cubicBezTo>
                  <a:cubicBezTo>
                    <a:pt x="188" y="220"/>
                    <a:pt x="188" y="142"/>
                    <a:pt x="2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0" name="Google Shape;1299;p48">
            <a:extLst>
              <a:ext uri="{FF2B5EF4-FFF2-40B4-BE49-F238E27FC236}">
                <a16:creationId xmlns:a16="http://schemas.microsoft.com/office/drawing/2014/main" xmlns="" id="{7EB97610-F925-DF90-C5FE-B808AB684C05}"/>
              </a:ext>
            </a:extLst>
          </p:cNvPr>
          <p:cNvGrpSpPr/>
          <p:nvPr/>
        </p:nvGrpSpPr>
        <p:grpSpPr>
          <a:xfrm>
            <a:off x="6476587" y="4157702"/>
            <a:ext cx="334238" cy="300618"/>
            <a:chOff x="7050768" y="5526199"/>
            <a:chExt cx="719953" cy="647534"/>
          </a:xfrm>
        </p:grpSpPr>
        <p:sp>
          <p:nvSpPr>
            <p:cNvPr id="321" name="Google Shape;1300;p48">
              <a:extLst>
                <a:ext uri="{FF2B5EF4-FFF2-40B4-BE49-F238E27FC236}">
                  <a16:creationId xmlns:a16="http://schemas.microsoft.com/office/drawing/2014/main" xmlns="" id="{B6FE0491-EF8E-2F40-E66B-05D46DC51324}"/>
                </a:ext>
              </a:extLst>
            </p:cNvPr>
            <p:cNvSpPr/>
            <p:nvPr/>
          </p:nvSpPr>
          <p:spPr>
            <a:xfrm>
              <a:off x="7465241" y="5526199"/>
              <a:ext cx="168000" cy="168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1301;p48">
              <a:extLst>
                <a:ext uri="{FF2B5EF4-FFF2-40B4-BE49-F238E27FC236}">
                  <a16:creationId xmlns:a16="http://schemas.microsoft.com/office/drawing/2014/main" xmlns="" id="{819EF932-7FDC-7DAE-CA83-A9374831DCEC}"/>
                </a:ext>
              </a:extLst>
            </p:cNvPr>
            <p:cNvSpPr/>
            <p:nvPr/>
          </p:nvSpPr>
          <p:spPr>
            <a:xfrm>
              <a:off x="7189726" y="5526199"/>
              <a:ext cx="168000" cy="168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1302;p48">
              <a:extLst>
                <a:ext uri="{FF2B5EF4-FFF2-40B4-BE49-F238E27FC236}">
                  <a16:creationId xmlns:a16="http://schemas.microsoft.com/office/drawing/2014/main" xmlns="" id="{F64445B4-C5E5-CAA7-2E55-F56EC93BF1F0}"/>
                </a:ext>
              </a:extLst>
            </p:cNvPr>
            <p:cNvSpPr/>
            <p:nvPr/>
          </p:nvSpPr>
          <p:spPr>
            <a:xfrm>
              <a:off x="7465241" y="6004833"/>
              <a:ext cx="168000" cy="168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1303;p48">
              <a:extLst>
                <a:ext uri="{FF2B5EF4-FFF2-40B4-BE49-F238E27FC236}">
                  <a16:creationId xmlns:a16="http://schemas.microsoft.com/office/drawing/2014/main" xmlns="" id="{1D3306A6-4280-83BF-34E6-B21D5D00883C}"/>
                </a:ext>
              </a:extLst>
            </p:cNvPr>
            <p:cNvSpPr/>
            <p:nvPr/>
          </p:nvSpPr>
          <p:spPr>
            <a:xfrm>
              <a:off x="7602721" y="5765701"/>
              <a:ext cx="168000" cy="168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1304;p48">
              <a:extLst>
                <a:ext uri="{FF2B5EF4-FFF2-40B4-BE49-F238E27FC236}">
                  <a16:creationId xmlns:a16="http://schemas.microsoft.com/office/drawing/2014/main" xmlns="" id="{FD9930C7-5236-BABE-F68C-30521920B62A}"/>
                </a:ext>
              </a:extLst>
            </p:cNvPr>
            <p:cNvSpPr/>
            <p:nvPr/>
          </p:nvSpPr>
          <p:spPr>
            <a:xfrm>
              <a:off x="7050768" y="5765701"/>
              <a:ext cx="168600" cy="168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1305;p48">
              <a:extLst>
                <a:ext uri="{FF2B5EF4-FFF2-40B4-BE49-F238E27FC236}">
                  <a16:creationId xmlns:a16="http://schemas.microsoft.com/office/drawing/2014/main" xmlns="" id="{4DDE308F-6559-CFB5-535F-E93E6F496C8F}"/>
                </a:ext>
              </a:extLst>
            </p:cNvPr>
            <p:cNvSpPr/>
            <p:nvPr/>
          </p:nvSpPr>
          <p:spPr>
            <a:xfrm>
              <a:off x="7189726" y="6004833"/>
              <a:ext cx="168000" cy="168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1306;p48">
              <a:extLst>
                <a:ext uri="{FF2B5EF4-FFF2-40B4-BE49-F238E27FC236}">
                  <a16:creationId xmlns:a16="http://schemas.microsoft.com/office/drawing/2014/main" xmlns="" id="{B874F585-1922-9BC9-3386-8A1FBEE30D57}"/>
                </a:ext>
              </a:extLst>
            </p:cNvPr>
            <p:cNvSpPr/>
            <p:nvPr/>
          </p:nvSpPr>
          <p:spPr>
            <a:xfrm>
              <a:off x="7134476" y="5655289"/>
              <a:ext cx="139512" cy="149620"/>
            </a:xfrm>
            <a:custGeom>
              <a:avLst/>
              <a:gdLst/>
              <a:ahLst/>
              <a:cxnLst/>
              <a:rect l="l" t="t" r="r" b="b"/>
              <a:pathLst>
                <a:path w="306" h="328" extrusionOk="0">
                  <a:moveTo>
                    <a:pt x="305" y="101"/>
                  </a:moveTo>
                  <a:cubicBezTo>
                    <a:pt x="231" y="101"/>
                    <a:pt x="166" y="61"/>
                    <a:pt x="132" y="0"/>
                  </a:cubicBezTo>
                  <a:cubicBezTo>
                    <a:pt x="140" y="114"/>
                    <a:pt x="103" y="178"/>
                    <a:pt x="0" y="227"/>
                  </a:cubicBezTo>
                  <a:cubicBezTo>
                    <a:pt x="1" y="227"/>
                    <a:pt x="1" y="227"/>
                    <a:pt x="1" y="227"/>
                  </a:cubicBezTo>
                  <a:cubicBezTo>
                    <a:pt x="75" y="227"/>
                    <a:pt x="140" y="268"/>
                    <a:pt x="174" y="328"/>
                  </a:cubicBezTo>
                  <a:cubicBezTo>
                    <a:pt x="166" y="214"/>
                    <a:pt x="203" y="151"/>
                    <a:pt x="306" y="101"/>
                  </a:cubicBezTo>
                  <a:cubicBezTo>
                    <a:pt x="306" y="101"/>
                    <a:pt x="305" y="101"/>
                    <a:pt x="30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1307;p48">
              <a:extLst>
                <a:ext uri="{FF2B5EF4-FFF2-40B4-BE49-F238E27FC236}">
                  <a16:creationId xmlns:a16="http://schemas.microsoft.com/office/drawing/2014/main" xmlns="" id="{B64CA696-977E-DDA8-DC6C-82F8FFC147B6}"/>
                </a:ext>
              </a:extLst>
            </p:cNvPr>
            <p:cNvSpPr/>
            <p:nvPr/>
          </p:nvSpPr>
          <p:spPr>
            <a:xfrm>
              <a:off x="7351783" y="5564482"/>
              <a:ext cx="119371" cy="92287"/>
            </a:xfrm>
            <a:custGeom>
              <a:avLst/>
              <a:gdLst/>
              <a:ahLst/>
              <a:cxnLst/>
              <a:rect l="l" t="t" r="r" b="b"/>
              <a:pathLst>
                <a:path w="262" h="202" extrusionOk="0">
                  <a:moveTo>
                    <a:pt x="234" y="101"/>
                  </a:moveTo>
                  <a:cubicBezTo>
                    <a:pt x="234" y="64"/>
                    <a:pt x="245" y="30"/>
                    <a:pt x="262" y="0"/>
                  </a:cubicBezTo>
                  <a:cubicBezTo>
                    <a:pt x="167" y="65"/>
                    <a:pt x="95" y="65"/>
                    <a:pt x="0" y="0"/>
                  </a:cubicBezTo>
                  <a:cubicBezTo>
                    <a:pt x="17" y="30"/>
                    <a:pt x="28" y="64"/>
                    <a:pt x="28" y="101"/>
                  </a:cubicBezTo>
                  <a:cubicBezTo>
                    <a:pt x="28" y="138"/>
                    <a:pt x="17" y="172"/>
                    <a:pt x="0" y="202"/>
                  </a:cubicBezTo>
                  <a:cubicBezTo>
                    <a:pt x="95" y="138"/>
                    <a:pt x="167" y="138"/>
                    <a:pt x="262" y="202"/>
                  </a:cubicBezTo>
                  <a:cubicBezTo>
                    <a:pt x="245" y="172"/>
                    <a:pt x="234" y="138"/>
                    <a:pt x="23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1308;p48">
              <a:extLst>
                <a:ext uri="{FF2B5EF4-FFF2-40B4-BE49-F238E27FC236}">
                  <a16:creationId xmlns:a16="http://schemas.microsoft.com/office/drawing/2014/main" xmlns="" id="{ABA6635A-A4D8-9FF7-0AF1-F0CE0EFE0041}"/>
                </a:ext>
              </a:extLst>
            </p:cNvPr>
            <p:cNvSpPr/>
            <p:nvPr/>
          </p:nvSpPr>
          <p:spPr>
            <a:xfrm>
              <a:off x="7548579" y="5894792"/>
              <a:ext cx="138958" cy="149249"/>
            </a:xfrm>
            <a:custGeom>
              <a:avLst/>
              <a:gdLst/>
              <a:ahLst/>
              <a:cxnLst/>
              <a:rect l="l" t="t" r="r" b="b"/>
              <a:pathLst>
                <a:path w="305" h="327" extrusionOk="0">
                  <a:moveTo>
                    <a:pt x="304" y="101"/>
                  </a:moveTo>
                  <a:cubicBezTo>
                    <a:pt x="230" y="101"/>
                    <a:pt x="165" y="60"/>
                    <a:pt x="131" y="0"/>
                  </a:cubicBezTo>
                  <a:cubicBezTo>
                    <a:pt x="139" y="114"/>
                    <a:pt x="103" y="177"/>
                    <a:pt x="0" y="227"/>
                  </a:cubicBezTo>
                  <a:cubicBezTo>
                    <a:pt x="1" y="227"/>
                    <a:pt x="1" y="227"/>
                    <a:pt x="2" y="227"/>
                  </a:cubicBezTo>
                  <a:cubicBezTo>
                    <a:pt x="76" y="227"/>
                    <a:pt x="140" y="267"/>
                    <a:pt x="175" y="327"/>
                  </a:cubicBezTo>
                  <a:cubicBezTo>
                    <a:pt x="166" y="214"/>
                    <a:pt x="203" y="151"/>
                    <a:pt x="305" y="101"/>
                  </a:cubicBezTo>
                  <a:cubicBezTo>
                    <a:pt x="305" y="101"/>
                    <a:pt x="304" y="101"/>
                    <a:pt x="30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1309;p48">
              <a:extLst>
                <a:ext uri="{FF2B5EF4-FFF2-40B4-BE49-F238E27FC236}">
                  <a16:creationId xmlns:a16="http://schemas.microsoft.com/office/drawing/2014/main" xmlns="" id="{2A987BDF-D5D8-D3E2-8A14-4A7FF2F100A5}"/>
                </a:ext>
              </a:extLst>
            </p:cNvPr>
            <p:cNvSpPr/>
            <p:nvPr/>
          </p:nvSpPr>
          <p:spPr>
            <a:xfrm>
              <a:off x="7548579" y="5655844"/>
              <a:ext cx="138958" cy="149065"/>
            </a:xfrm>
            <a:custGeom>
              <a:avLst/>
              <a:gdLst/>
              <a:ahLst/>
              <a:cxnLst/>
              <a:rect l="l" t="t" r="r" b="b"/>
              <a:pathLst>
                <a:path w="305" h="327" extrusionOk="0">
                  <a:moveTo>
                    <a:pt x="131" y="327"/>
                  </a:moveTo>
                  <a:cubicBezTo>
                    <a:pt x="165" y="267"/>
                    <a:pt x="230" y="226"/>
                    <a:pt x="304" y="226"/>
                  </a:cubicBezTo>
                  <a:cubicBezTo>
                    <a:pt x="304" y="226"/>
                    <a:pt x="305" y="226"/>
                    <a:pt x="305" y="226"/>
                  </a:cubicBezTo>
                  <a:cubicBezTo>
                    <a:pt x="203" y="176"/>
                    <a:pt x="166" y="113"/>
                    <a:pt x="175" y="0"/>
                  </a:cubicBezTo>
                  <a:cubicBezTo>
                    <a:pt x="140" y="60"/>
                    <a:pt x="76" y="100"/>
                    <a:pt x="2" y="100"/>
                  </a:cubicBezTo>
                  <a:cubicBezTo>
                    <a:pt x="1" y="100"/>
                    <a:pt x="1" y="100"/>
                    <a:pt x="0" y="100"/>
                  </a:cubicBezTo>
                  <a:cubicBezTo>
                    <a:pt x="103" y="150"/>
                    <a:pt x="139" y="213"/>
                    <a:pt x="131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1310;p48">
              <a:extLst>
                <a:ext uri="{FF2B5EF4-FFF2-40B4-BE49-F238E27FC236}">
                  <a16:creationId xmlns:a16="http://schemas.microsoft.com/office/drawing/2014/main" xmlns="" id="{14B25762-7281-2D5B-A4EA-6E644EBC4336}"/>
                </a:ext>
              </a:extLst>
            </p:cNvPr>
            <p:cNvSpPr/>
            <p:nvPr/>
          </p:nvSpPr>
          <p:spPr>
            <a:xfrm>
              <a:off x="7134476" y="5894792"/>
              <a:ext cx="139512" cy="149620"/>
            </a:xfrm>
            <a:custGeom>
              <a:avLst/>
              <a:gdLst/>
              <a:ahLst/>
              <a:cxnLst/>
              <a:rect l="l" t="t" r="r" b="b"/>
              <a:pathLst>
                <a:path w="306" h="328" extrusionOk="0">
                  <a:moveTo>
                    <a:pt x="132" y="328"/>
                  </a:moveTo>
                  <a:cubicBezTo>
                    <a:pt x="166" y="267"/>
                    <a:pt x="231" y="227"/>
                    <a:pt x="305" y="227"/>
                  </a:cubicBezTo>
                  <a:cubicBezTo>
                    <a:pt x="305" y="227"/>
                    <a:pt x="306" y="227"/>
                    <a:pt x="306" y="227"/>
                  </a:cubicBezTo>
                  <a:cubicBezTo>
                    <a:pt x="203" y="177"/>
                    <a:pt x="166" y="114"/>
                    <a:pt x="174" y="0"/>
                  </a:cubicBezTo>
                  <a:cubicBezTo>
                    <a:pt x="140" y="60"/>
                    <a:pt x="75" y="101"/>
                    <a:pt x="1" y="101"/>
                  </a:cubicBezTo>
                  <a:cubicBezTo>
                    <a:pt x="1" y="101"/>
                    <a:pt x="1" y="101"/>
                    <a:pt x="0" y="101"/>
                  </a:cubicBezTo>
                  <a:cubicBezTo>
                    <a:pt x="103" y="150"/>
                    <a:pt x="140" y="214"/>
                    <a:pt x="132" y="3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1311;p48">
              <a:extLst>
                <a:ext uri="{FF2B5EF4-FFF2-40B4-BE49-F238E27FC236}">
                  <a16:creationId xmlns:a16="http://schemas.microsoft.com/office/drawing/2014/main" xmlns="" id="{447A5110-0520-3777-8FD3-C03D42398C72}"/>
                </a:ext>
              </a:extLst>
            </p:cNvPr>
            <p:cNvSpPr/>
            <p:nvPr/>
          </p:nvSpPr>
          <p:spPr>
            <a:xfrm>
              <a:off x="7351783" y="6043117"/>
              <a:ext cx="119371" cy="92102"/>
            </a:xfrm>
            <a:custGeom>
              <a:avLst/>
              <a:gdLst/>
              <a:ahLst/>
              <a:cxnLst/>
              <a:rect l="l" t="t" r="r" b="b"/>
              <a:pathLst>
                <a:path w="262" h="202" extrusionOk="0">
                  <a:moveTo>
                    <a:pt x="234" y="101"/>
                  </a:moveTo>
                  <a:cubicBezTo>
                    <a:pt x="234" y="64"/>
                    <a:pt x="245" y="30"/>
                    <a:pt x="262" y="0"/>
                  </a:cubicBezTo>
                  <a:cubicBezTo>
                    <a:pt x="167" y="64"/>
                    <a:pt x="95" y="64"/>
                    <a:pt x="0" y="0"/>
                  </a:cubicBezTo>
                  <a:cubicBezTo>
                    <a:pt x="17" y="30"/>
                    <a:pt x="28" y="64"/>
                    <a:pt x="28" y="101"/>
                  </a:cubicBezTo>
                  <a:cubicBezTo>
                    <a:pt x="28" y="138"/>
                    <a:pt x="17" y="172"/>
                    <a:pt x="0" y="202"/>
                  </a:cubicBezTo>
                  <a:cubicBezTo>
                    <a:pt x="95" y="137"/>
                    <a:pt x="167" y="137"/>
                    <a:pt x="262" y="202"/>
                  </a:cubicBezTo>
                  <a:cubicBezTo>
                    <a:pt x="245" y="172"/>
                    <a:pt x="234" y="138"/>
                    <a:pt x="23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3" name="Google Shape;1312;p48">
            <a:extLst>
              <a:ext uri="{FF2B5EF4-FFF2-40B4-BE49-F238E27FC236}">
                <a16:creationId xmlns:a16="http://schemas.microsoft.com/office/drawing/2014/main" xmlns="" id="{C8F65C87-3C06-A373-AAF4-3F3441EE2F74}"/>
              </a:ext>
            </a:extLst>
          </p:cNvPr>
          <p:cNvGrpSpPr/>
          <p:nvPr/>
        </p:nvGrpSpPr>
        <p:grpSpPr>
          <a:xfrm>
            <a:off x="7672477" y="4157755"/>
            <a:ext cx="334261" cy="300488"/>
            <a:chOff x="9626723" y="5526313"/>
            <a:chExt cx="720002" cy="647256"/>
          </a:xfrm>
        </p:grpSpPr>
        <p:sp>
          <p:nvSpPr>
            <p:cNvPr id="334" name="Google Shape;1313;p48">
              <a:extLst>
                <a:ext uri="{FF2B5EF4-FFF2-40B4-BE49-F238E27FC236}">
                  <a16:creationId xmlns:a16="http://schemas.microsoft.com/office/drawing/2014/main" xmlns="" id="{603A50DB-2635-2F7A-989B-896C4C176875}"/>
                </a:ext>
              </a:extLst>
            </p:cNvPr>
            <p:cNvSpPr/>
            <p:nvPr/>
          </p:nvSpPr>
          <p:spPr>
            <a:xfrm>
              <a:off x="10040990" y="5526313"/>
              <a:ext cx="168000" cy="168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1314;p48">
              <a:extLst>
                <a:ext uri="{FF2B5EF4-FFF2-40B4-BE49-F238E27FC236}">
                  <a16:creationId xmlns:a16="http://schemas.microsoft.com/office/drawing/2014/main" xmlns="" id="{E7BA72DA-34B8-7815-64F2-8EF74CABF1CD}"/>
                </a:ext>
              </a:extLst>
            </p:cNvPr>
            <p:cNvSpPr/>
            <p:nvPr/>
          </p:nvSpPr>
          <p:spPr>
            <a:xfrm>
              <a:off x="9765139" y="5526313"/>
              <a:ext cx="168300" cy="168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1315;p48">
              <a:extLst>
                <a:ext uri="{FF2B5EF4-FFF2-40B4-BE49-F238E27FC236}">
                  <a16:creationId xmlns:a16="http://schemas.microsoft.com/office/drawing/2014/main" xmlns="" id="{F2DF2FBF-41E5-9A5F-7663-5F3EACEB84EE}"/>
                </a:ext>
              </a:extLst>
            </p:cNvPr>
            <p:cNvSpPr/>
            <p:nvPr/>
          </p:nvSpPr>
          <p:spPr>
            <a:xfrm>
              <a:off x="10040990" y="6005269"/>
              <a:ext cx="168000" cy="168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1316;p48">
              <a:extLst>
                <a:ext uri="{FF2B5EF4-FFF2-40B4-BE49-F238E27FC236}">
                  <a16:creationId xmlns:a16="http://schemas.microsoft.com/office/drawing/2014/main" xmlns="" id="{D858AFB2-DDBB-251E-E7B9-88EA26AD73E6}"/>
                </a:ext>
              </a:extLst>
            </p:cNvPr>
            <p:cNvSpPr/>
            <p:nvPr/>
          </p:nvSpPr>
          <p:spPr>
            <a:xfrm>
              <a:off x="10178425" y="5765496"/>
              <a:ext cx="168300" cy="168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1317;p48">
              <a:extLst>
                <a:ext uri="{FF2B5EF4-FFF2-40B4-BE49-F238E27FC236}">
                  <a16:creationId xmlns:a16="http://schemas.microsoft.com/office/drawing/2014/main" xmlns="" id="{5B455823-C86D-5CB3-BD68-E1FE83197872}"/>
                </a:ext>
              </a:extLst>
            </p:cNvPr>
            <p:cNvSpPr/>
            <p:nvPr/>
          </p:nvSpPr>
          <p:spPr>
            <a:xfrm>
              <a:off x="9626723" y="5765496"/>
              <a:ext cx="168000" cy="16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1318;p48">
              <a:extLst>
                <a:ext uri="{FF2B5EF4-FFF2-40B4-BE49-F238E27FC236}">
                  <a16:creationId xmlns:a16="http://schemas.microsoft.com/office/drawing/2014/main" xmlns="" id="{94B1853C-7B11-C0E2-B57A-55D12C2286E3}"/>
                </a:ext>
              </a:extLst>
            </p:cNvPr>
            <p:cNvSpPr/>
            <p:nvPr/>
          </p:nvSpPr>
          <p:spPr>
            <a:xfrm>
              <a:off x="9765139" y="6005269"/>
              <a:ext cx="168300" cy="1683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1319;p48">
              <a:extLst>
                <a:ext uri="{FF2B5EF4-FFF2-40B4-BE49-F238E27FC236}">
                  <a16:creationId xmlns:a16="http://schemas.microsoft.com/office/drawing/2014/main" xmlns="" id="{6EC3906F-951D-98DF-5B8C-A7B97A28E1B1}"/>
                </a:ext>
              </a:extLst>
            </p:cNvPr>
            <p:cNvSpPr/>
            <p:nvPr/>
          </p:nvSpPr>
          <p:spPr>
            <a:xfrm>
              <a:off x="10198227" y="5672808"/>
              <a:ext cx="47838" cy="83066"/>
            </a:xfrm>
            <a:custGeom>
              <a:avLst/>
              <a:gdLst/>
              <a:ahLst/>
              <a:cxnLst/>
              <a:rect l="l" t="t" r="r" b="b"/>
              <a:pathLst>
                <a:path w="94" h="163" extrusionOk="0">
                  <a:moveTo>
                    <a:pt x="0" y="0"/>
                  </a:moveTo>
                  <a:cubicBezTo>
                    <a:pt x="20" y="23"/>
                    <a:pt x="38" y="49"/>
                    <a:pt x="54" y="77"/>
                  </a:cubicBezTo>
                  <a:cubicBezTo>
                    <a:pt x="70" y="105"/>
                    <a:pt x="83" y="134"/>
                    <a:pt x="94" y="163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1320;p48">
              <a:extLst>
                <a:ext uri="{FF2B5EF4-FFF2-40B4-BE49-F238E27FC236}">
                  <a16:creationId xmlns:a16="http://schemas.microsoft.com/office/drawing/2014/main" xmlns="" id="{438103CF-41A1-C04D-1A8F-AEE33C1EC036}"/>
                </a:ext>
              </a:extLst>
            </p:cNvPr>
            <p:cNvSpPr/>
            <p:nvPr/>
          </p:nvSpPr>
          <p:spPr>
            <a:xfrm>
              <a:off x="10197835" y="5944589"/>
              <a:ext cx="48230" cy="83066"/>
            </a:xfrm>
            <a:custGeom>
              <a:avLst/>
              <a:gdLst/>
              <a:ahLst/>
              <a:cxnLst/>
              <a:rect l="l" t="t" r="r" b="b"/>
              <a:pathLst>
                <a:path w="95" h="163" extrusionOk="0">
                  <a:moveTo>
                    <a:pt x="95" y="0"/>
                  </a:moveTo>
                  <a:cubicBezTo>
                    <a:pt x="84" y="29"/>
                    <a:pt x="71" y="58"/>
                    <a:pt x="55" y="85"/>
                  </a:cubicBezTo>
                  <a:cubicBezTo>
                    <a:pt x="39" y="113"/>
                    <a:pt x="20" y="139"/>
                    <a:pt x="0" y="163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1321;p48">
              <a:extLst>
                <a:ext uri="{FF2B5EF4-FFF2-40B4-BE49-F238E27FC236}">
                  <a16:creationId xmlns:a16="http://schemas.microsoft.com/office/drawing/2014/main" xmlns="" id="{66FA7D4E-D795-1297-8FBA-9F3D7A3FCE33}"/>
                </a:ext>
              </a:extLst>
            </p:cNvPr>
            <p:cNvSpPr/>
            <p:nvPr/>
          </p:nvSpPr>
          <p:spPr>
            <a:xfrm>
              <a:off x="9938649" y="6122111"/>
              <a:ext cx="96263" cy="4124"/>
            </a:xfrm>
            <a:custGeom>
              <a:avLst/>
              <a:gdLst/>
              <a:ahLst/>
              <a:cxnLst/>
              <a:rect l="l" t="t" r="r" b="b"/>
              <a:pathLst>
                <a:path w="189" h="8" extrusionOk="0">
                  <a:moveTo>
                    <a:pt x="189" y="0"/>
                  </a:moveTo>
                  <a:cubicBezTo>
                    <a:pt x="158" y="5"/>
                    <a:pt x="127" y="8"/>
                    <a:pt x="95" y="8"/>
                  </a:cubicBezTo>
                  <a:cubicBezTo>
                    <a:pt x="63" y="8"/>
                    <a:pt x="31" y="5"/>
                    <a:pt x="0" y="0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1322;p48">
              <a:extLst>
                <a:ext uri="{FF2B5EF4-FFF2-40B4-BE49-F238E27FC236}">
                  <a16:creationId xmlns:a16="http://schemas.microsoft.com/office/drawing/2014/main" xmlns="" id="{D4391800-1FC1-1EA9-29BA-173A4267492C}"/>
                </a:ext>
              </a:extLst>
            </p:cNvPr>
            <p:cNvSpPr/>
            <p:nvPr/>
          </p:nvSpPr>
          <p:spPr>
            <a:xfrm>
              <a:off x="9728084" y="5944196"/>
              <a:ext cx="47838" cy="83066"/>
            </a:xfrm>
            <a:custGeom>
              <a:avLst/>
              <a:gdLst/>
              <a:ahLst/>
              <a:cxnLst/>
              <a:rect l="l" t="t" r="r" b="b"/>
              <a:pathLst>
                <a:path w="94" h="163" extrusionOk="0">
                  <a:moveTo>
                    <a:pt x="94" y="163"/>
                  </a:moveTo>
                  <a:cubicBezTo>
                    <a:pt x="74" y="140"/>
                    <a:pt x="56" y="114"/>
                    <a:pt x="40" y="86"/>
                  </a:cubicBezTo>
                  <a:cubicBezTo>
                    <a:pt x="24" y="58"/>
                    <a:pt x="11" y="30"/>
                    <a:pt x="0" y="0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1323;p48">
              <a:extLst>
                <a:ext uri="{FF2B5EF4-FFF2-40B4-BE49-F238E27FC236}">
                  <a16:creationId xmlns:a16="http://schemas.microsoft.com/office/drawing/2014/main" xmlns="" id="{4E7A4516-38FB-6435-F13B-DBB209616697}"/>
                </a:ext>
              </a:extLst>
            </p:cNvPr>
            <p:cNvSpPr/>
            <p:nvPr/>
          </p:nvSpPr>
          <p:spPr>
            <a:xfrm>
              <a:off x="9728084" y="5672219"/>
              <a:ext cx="48230" cy="83066"/>
            </a:xfrm>
            <a:custGeom>
              <a:avLst/>
              <a:gdLst/>
              <a:ahLst/>
              <a:cxnLst/>
              <a:rect l="l" t="t" r="r" b="b"/>
              <a:pathLst>
                <a:path w="95" h="163" extrusionOk="0">
                  <a:moveTo>
                    <a:pt x="0" y="163"/>
                  </a:moveTo>
                  <a:cubicBezTo>
                    <a:pt x="11" y="134"/>
                    <a:pt x="24" y="106"/>
                    <a:pt x="40" y="78"/>
                  </a:cubicBezTo>
                  <a:cubicBezTo>
                    <a:pt x="56" y="50"/>
                    <a:pt x="75" y="24"/>
                    <a:pt x="95" y="0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1324;p48">
              <a:extLst>
                <a:ext uri="{FF2B5EF4-FFF2-40B4-BE49-F238E27FC236}">
                  <a16:creationId xmlns:a16="http://schemas.microsoft.com/office/drawing/2014/main" xmlns="" id="{4606E70A-B2AC-3E53-1671-6F05117E6F52}"/>
                </a:ext>
              </a:extLst>
            </p:cNvPr>
            <p:cNvSpPr/>
            <p:nvPr/>
          </p:nvSpPr>
          <p:spPr>
            <a:xfrm>
              <a:off x="9939237" y="5573835"/>
              <a:ext cx="96263" cy="4124"/>
            </a:xfrm>
            <a:custGeom>
              <a:avLst/>
              <a:gdLst/>
              <a:ahLst/>
              <a:cxnLst/>
              <a:rect l="l" t="t" r="r" b="b"/>
              <a:pathLst>
                <a:path w="189" h="8" extrusionOk="0">
                  <a:moveTo>
                    <a:pt x="0" y="8"/>
                  </a:moveTo>
                  <a:cubicBezTo>
                    <a:pt x="31" y="3"/>
                    <a:pt x="62" y="0"/>
                    <a:pt x="94" y="0"/>
                  </a:cubicBezTo>
                  <a:cubicBezTo>
                    <a:pt x="126" y="0"/>
                    <a:pt x="158" y="3"/>
                    <a:pt x="189" y="8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6" name="Google Shape;1325;p48">
            <a:extLst>
              <a:ext uri="{FF2B5EF4-FFF2-40B4-BE49-F238E27FC236}">
                <a16:creationId xmlns:a16="http://schemas.microsoft.com/office/drawing/2014/main" xmlns="" id="{51074083-A490-8011-2E11-D970ED0D2950}"/>
              </a:ext>
            </a:extLst>
          </p:cNvPr>
          <p:cNvGrpSpPr/>
          <p:nvPr/>
        </p:nvGrpSpPr>
        <p:grpSpPr>
          <a:xfrm>
            <a:off x="8270407" y="4140837"/>
            <a:ext cx="334187" cy="334307"/>
            <a:chOff x="10914672" y="5489861"/>
            <a:chExt cx="719842" cy="720102"/>
          </a:xfrm>
        </p:grpSpPr>
        <p:sp>
          <p:nvSpPr>
            <p:cNvPr id="347" name="Google Shape;1326;p48">
              <a:extLst>
                <a:ext uri="{FF2B5EF4-FFF2-40B4-BE49-F238E27FC236}">
                  <a16:creationId xmlns:a16="http://schemas.microsoft.com/office/drawing/2014/main" xmlns="" id="{BB7E4D66-552D-915A-9D8F-6CC71F13DDF0}"/>
                </a:ext>
              </a:extLst>
            </p:cNvPr>
            <p:cNvSpPr/>
            <p:nvPr/>
          </p:nvSpPr>
          <p:spPr>
            <a:xfrm>
              <a:off x="11420014" y="5489861"/>
              <a:ext cx="214500" cy="21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1327;p48">
              <a:extLst>
                <a:ext uri="{FF2B5EF4-FFF2-40B4-BE49-F238E27FC236}">
                  <a16:creationId xmlns:a16="http://schemas.microsoft.com/office/drawing/2014/main" xmlns="" id="{BEEA01A1-00C7-F74C-761E-49F2AF48F6DA}"/>
                </a:ext>
              </a:extLst>
            </p:cNvPr>
            <p:cNvSpPr/>
            <p:nvPr/>
          </p:nvSpPr>
          <p:spPr>
            <a:xfrm>
              <a:off x="11420014" y="5994863"/>
              <a:ext cx="214500" cy="215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1328;p48">
              <a:extLst>
                <a:ext uri="{FF2B5EF4-FFF2-40B4-BE49-F238E27FC236}">
                  <a16:creationId xmlns:a16="http://schemas.microsoft.com/office/drawing/2014/main" xmlns="" id="{A4B83A96-0004-E6DF-C4E6-D23CF1E7F0F9}"/>
                </a:ext>
              </a:extLst>
            </p:cNvPr>
            <p:cNvSpPr/>
            <p:nvPr/>
          </p:nvSpPr>
          <p:spPr>
            <a:xfrm>
              <a:off x="10914672" y="5489861"/>
              <a:ext cx="214500" cy="215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1329;p48">
              <a:extLst>
                <a:ext uri="{FF2B5EF4-FFF2-40B4-BE49-F238E27FC236}">
                  <a16:creationId xmlns:a16="http://schemas.microsoft.com/office/drawing/2014/main" xmlns="" id="{2D297C99-6A69-69D1-CAD8-F1F19C3B7B2B}"/>
                </a:ext>
              </a:extLst>
            </p:cNvPr>
            <p:cNvSpPr/>
            <p:nvPr/>
          </p:nvSpPr>
          <p:spPr>
            <a:xfrm>
              <a:off x="10914672" y="5994863"/>
              <a:ext cx="214500" cy="21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1330;p48">
              <a:extLst>
                <a:ext uri="{FF2B5EF4-FFF2-40B4-BE49-F238E27FC236}">
                  <a16:creationId xmlns:a16="http://schemas.microsoft.com/office/drawing/2014/main" xmlns="" id="{2E81D43C-28AD-115A-71D9-C91AEC5722A7}"/>
                </a:ext>
              </a:extLst>
            </p:cNvPr>
            <p:cNvSpPr/>
            <p:nvPr/>
          </p:nvSpPr>
          <p:spPr>
            <a:xfrm>
              <a:off x="11595623" y="5710038"/>
              <a:ext cx="28649" cy="276082"/>
            </a:xfrm>
            <a:custGeom>
              <a:avLst/>
              <a:gdLst/>
              <a:ahLst/>
              <a:cxnLst/>
              <a:rect l="l" t="t" r="r" b="b"/>
              <a:pathLst>
                <a:path w="39" h="376" extrusionOk="0">
                  <a:moveTo>
                    <a:pt x="0" y="0"/>
                  </a:moveTo>
                  <a:cubicBezTo>
                    <a:pt x="25" y="59"/>
                    <a:pt x="39" y="123"/>
                    <a:pt x="39" y="190"/>
                  </a:cubicBezTo>
                  <a:cubicBezTo>
                    <a:pt x="39" y="256"/>
                    <a:pt x="26" y="319"/>
                    <a:pt x="2" y="376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1331;p48">
              <a:extLst>
                <a:ext uri="{FF2B5EF4-FFF2-40B4-BE49-F238E27FC236}">
                  <a16:creationId xmlns:a16="http://schemas.microsoft.com/office/drawing/2014/main" xmlns="" id="{6B79292A-CADD-EB1D-CEE9-6DC7613DFB87}"/>
                </a:ext>
              </a:extLst>
            </p:cNvPr>
            <p:cNvSpPr/>
            <p:nvPr/>
          </p:nvSpPr>
          <p:spPr>
            <a:xfrm>
              <a:off x="11138826" y="6170527"/>
              <a:ext cx="275351" cy="29145"/>
            </a:xfrm>
            <a:custGeom>
              <a:avLst/>
              <a:gdLst/>
              <a:ahLst/>
              <a:cxnLst/>
              <a:rect l="l" t="t" r="r" b="b"/>
              <a:pathLst>
                <a:path w="375" h="40" extrusionOk="0">
                  <a:moveTo>
                    <a:pt x="375" y="0"/>
                  </a:moveTo>
                  <a:cubicBezTo>
                    <a:pt x="317" y="26"/>
                    <a:pt x="253" y="40"/>
                    <a:pt x="185" y="40"/>
                  </a:cubicBezTo>
                  <a:cubicBezTo>
                    <a:pt x="119" y="40"/>
                    <a:pt x="57" y="26"/>
                    <a:pt x="0" y="2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1332;p48">
              <a:extLst>
                <a:ext uri="{FF2B5EF4-FFF2-40B4-BE49-F238E27FC236}">
                  <a16:creationId xmlns:a16="http://schemas.microsoft.com/office/drawing/2014/main" xmlns="" id="{589DD294-FB5B-AB4A-0B3E-AB20D752FBF9}"/>
                </a:ext>
              </a:extLst>
            </p:cNvPr>
            <p:cNvSpPr/>
            <p:nvPr/>
          </p:nvSpPr>
          <p:spPr>
            <a:xfrm>
              <a:off x="10925018" y="5713747"/>
              <a:ext cx="28649" cy="275287"/>
            </a:xfrm>
            <a:custGeom>
              <a:avLst/>
              <a:gdLst/>
              <a:ahLst/>
              <a:cxnLst/>
              <a:rect l="l" t="t" r="r" b="b"/>
              <a:pathLst>
                <a:path w="39" h="375" extrusionOk="0">
                  <a:moveTo>
                    <a:pt x="39" y="375"/>
                  </a:moveTo>
                  <a:cubicBezTo>
                    <a:pt x="14" y="317"/>
                    <a:pt x="0" y="253"/>
                    <a:pt x="0" y="185"/>
                  </a:cubicBezTo>
                  <a:cubicBezTo>
                    <a:pt x="0" y="120"/>
                    <a:pt x="13" y="57"/>
                    <a:pt x="37" y="0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1333;p48">
              <a:extLst>
                <a:ext uri="{FF2B5EF4-FFF2-40B4-BE49-F238E27FC236}">
                  <a16:creationId xmlns:a16="http://schemas.microsoft.com/office/drawing/2014/main" xmlns="" id="{232C66F5-595C-62A7-759E-D01822B51703}"/>
                </a:ext>
              </a:extLst>
            </p:cNvPr>
            <p:cNvSpPr/>
            <p:nvPr/>
          </p:nvSpPr>
          <p:spPr>
            <a:xfrm>
              <a:off x="11135112" y="5499930"/>
              <a:ext cx="275351" cy="28880"/>
            </a:xfrm>
            <a:custGeom>
              <a:avLst/>
              <a:gdLst/>
              <a:ahLst/>
              <a:cxnLst/>
              <a:rect l="l" t="t" r="r" b="b"/>
              <a:pathLst>
                <a:path w="375" h="39" extrusionOk="0">
                  <a:moveTo>
                    <a:pt x="375" y="37"/>
                  </a:moveTo>
                  <a:cubicBezTo>
                    <a:pt x="318" y="13"/>
                    <a:pt x="256" y="0"/>
                    <a:pt x="190" y="0"/>
                  </a:cubicBezTo>
                  <a:cubicBezTo>
                    <a:pt x="122" y="0"/>
                    <a:pt x="58" y="14"/>
                    <a:pt x="0" y="39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1334;p48">
              <a:extLst>
                <a:ext uri="{FF2B5EF4-FFF2-40B4-BE49-F238E27FC236}">
                  <a16:creationId xmlns:a16="http://schemas.microsoft.com/office/drawing/2014/main" xmlns="" id="{3C764D3E-5CDC-1C18-9A25-E4915C25FF15}"/>
                </a:ext>
              </a:extLst>
            </p:cNvPr>
            <p:cNvSpPr/>
            <p:nvPr/>
          </p:nvSpPr>
          <p:spPr>
            <a:xfrm>
              <a:off x="11578115" y="5950881"/>
              <a:ext cx="52789" cy="38948"/>
            </a:xfrm>
            <a:custGeom>
              <a:avLst/>
              <a:gdLst/>
              <a:ahLst/>
              <a:cxnLst/>
              <a:rect l="l" t="t" r="r" b="b"/>
              <a:pathLst>
                <a:path w="199" h="147" extrusionOk="0">
                  <a:moveTo>
                    <a:pt x="0" y="0"/>
                  </a:moveTo>
                  <a:lnTo>
                    <a:pt x="64" y="147"/>
                  </a:lnTo>
                  <a:lnTo>
                    <a:pt x="199" y="83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1335;p48">
              <a:extLst>
                <a:ext uri="{FF2B5EF4-FFF2-40B4-BE49-F238E27FC236}">
                  <a16:creationId xmlns:a16="http://schemas.microsoft.com/office/drawing/2014/main" xmlns="" id="{8C4C231F-6BF5-FB41-70EA-ED55768BFBF5}"/>
                </a:ext>
              </a:extLst>
            </p:cNvPr>
            <p:cNvSpPr/>
            <p:nvPr/>
          </p:nvSpPr>
          <p:spPr>
            <a:xfrm>
              <a:off x="11135112" y="6152776"/>
              <a:ext cx="38199" cy="52991"/>
            </a:xfrm>
            <a:custGeom>
              <a:avLst/>
              <a:gdLst/>
              <a:ahLst/>
              <a:cxnLst/>
              <a:rect l="l" t="t" r="r" b="b"/>
              <a:pathLst>
                <a:path w="144" h="200" extrusionOk="0">
                  <a:moveTo>
                    <a:pt x="144" y="0"/>
                  </a:moveTo>
                  <a:lnTo>
                    <a:pt x="0" y="67"/>
                  </a:lnTo>
                  <a:lnTo>
                    <a:pt x="64" y="200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1336;p48">
              <a:extLst>
                <a:ext uri="{FF2B5EF4-FFF2-40B4-BE49-F238E27FC236}">
                  <a16:creationId xmlns:a16="http://schemas.microsoft.com/office/drawing/2014/main" xmlns="" id="{B29E3FC8-5805-02A0-5DCA-F41C8191BA0E}"/>
                </a:ext>
              </a:extLst>
            </p:cNvPr>
            <p:cNvSpPr/>
            <p:nvPr/>
          </p:nvSpPr>
          <p:spPr>
            <a:xfrm>
              <a:off x="10918386" y="5710038"/>
              <a:ext cx="53054" cy="38154"/>
            </a:xfrm>
            <a:custGeom>
              <a:avLst/>
              <a:gdLst/>
              <a:ahLst/>
              <a:cxnLst/>
              <a:rect l="l" t="t" r="r" b="b"/>
              <a:pathLst>
                <a:path w="200" h="144" extrusionOk="0">
                  <a:moveTo>
                    <a:pt x="200" y="144"/>
                  </a:moveTo>
                  <a:lnTo>
                    <a:pt x="136" y="0"/>
                  </a:lnTo>
                  <a:lnTo>
                    <a:pt x="0" y="64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1337;p48">
              <a:extLst>
                <a:ext uri="{FF2B5EF4-FFF2-40B4-BE49-F238E27FC236}">
                  <a16:creationId xmlns:a16="http://schemas.microsoft.com/office/drawing/2014/main" xmlns="" id="{8DBC53E0-00FF-96C6-2A81-6F393427A5F2}"/>
                </a:ext>
              </a:extLst>
            </p:cNvPr>
            <p:cNvSpPr/>
            <p:nvPr/>
          </p:nvSpPr>
          <p:spPr>
            <a:xfrm>
              <a:off x="11375979" y="5493571"/>
              <a:ext cx="38199" cy="52726"/>
            </a:xfrm>
            <a:custGeom>
              <a:avLst/>
              <a:gdLst/>
              <a:ahLst/>
              <a:cxnLst/>
              <a:rect l="l" t="t" r="r" b="b"/>
              <a:pathLst>
                <a:path w="144" h="199" extrusionOk="0">
                  <a:moveTo>
                    <a:pt x="0" y="199"/>
                  </a:moveTo>
                  <a:lnTo>
                    <a:pt x="144" y="135"/>
                  </a:lnTo>
                  <a:lnTo>
                    <a:pt x="81" y="0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9" name="Google Shape;1338;p48">
            <a:extLst>
              <a:ext uri="{FF2B5EF4-FFF2-40B4-BE49-F238E27FC236}">
                <a16:creationId xmlns:a16="http://schemas.microsoft.com/office/drawing/2014/main" xmlns="" id="{04E6D4EF-C60E-D8BF-D233-970E489EF701}"/>
              </a:ext>
            </a:extLst>
          </p:cNvPr>
          <p:cNvGrpSpPr/>
          <p:nvPr/>
        </p:nvGrpSpPr>
        <p:grpSpPr>
          <a:xfrm>
            <a:off x="7074498" y="4148534"/>
            <a:ext cx="334366" cy="318935"/>
            <a:chOff x="8338678" y="5506443"/>
            <a:chExt cx="720227" cy="686988"/>
          </a:xfrm>
        </p:grpSpPr>
        <p:sp>
          <p:nvSpPr>
            <p:cNvPr id="360" name="Google Shape;1339;p48">
              <a:extLst>
                <a:ext uri="{FF2B5EF4-FFF2-40B4-BE49-F238E27FC236}">
                  <a16:creationId xmlns:a16="http://schemas.microsoft.com/office/drawing/2014/main" xmlns="" id="{6D223B2B-E875-64FD-7564-2C6327187ABA}"/>
                </a:ext>
              </a:extLst>
            </p:cNvPr>
            <p:cNvSpPr/>
            <p:nvPr/>
          </p:nvSpPr>
          <p:spPr>
            <a:xfrm>
              <a:off x="8706181" y="5506443"/>
              <a:ext cx="230803" cy="263259"/>
            </a:xfrm>
            <a:custGeom>
              <a:avLst/>
              <a:gdLst/>
              <a:ahLst/>
              <a:cxnLst/>
              <a:rect l="l" t="t" r="r" b="b"/>
              <a:pathLst>
                <a:path w="378" h="432" extrusionOk="0">
                  <a:moveTo>
                    <a:pt x="378" y="119"/>
                  </a:moveTo>
                  <a:cubicBezTo>
                    <a:pt x="378" y="111"/>
                    <a:pt x="374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4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5" y="432"/>
                    <a:pt x="193" y="432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8" y="314"/>
                  </a:cubicBezTo>
                  <a:cubicBezTo>
                    <a:pt x="378" y="313"/>
                    <a:pt x="378" y="313"/>
                    <a:pt x="378" y="313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9"/>
                    <a:pt x="378" y="119"/>
                    <a:pt x="378" y="1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1340;p48">
              <a:extLst>
                <a:ext uri="{FF2B5EF4-FFF2-40B4-BE49-F238E27FC236}">
                  <a16:creationId xmlns:a16="http://schemas.microsoft.com/office/drawing/2014/main" xmlns="" id="{2413967A-D6C3-6023-968B-9AEFE37E81BF}"/>
                </a:ext>
              </a:extLst>
            </p:cNvPr>
            <p:cNvSpPr/>
            <p:nvPr/>
          </p:nvSpPr>
          <p:spPr>
            <a:xfrm>
              <a:off x="8460817" y="5506443"/>
              <a:ext cx="230586" cy="263259"/>
            </a:xfrm>
            <a:custGeom>
              <a:avLst/>
              <a:gdLst/>
              <a:ahLst/>
              <a:cxnLst/>
              <a:rect l="l" t="t" r="r" b="b"/>
              <a:pathLst>
                <a:path w="378" h="432" extrusionOk="0">
                  <a:moveTo>
                    <a:pt x="378" y="119"/>
                  </a:moveTo>
                  <a:cubicBezTo>
                    <a:pt x="378" y="111"/>
                    <a:pt x="374" y="105"/>
                    <a:pt x="368" y="101"/>
                  </a:cubicBezTo>
                  <a:cubicBezTo>
                    <a:pt x="200" y="4"/>
                    <a:pt x="200" y="4"/>
                    <a:pt x="200" y="4"/>
                  </a:cubicBezTo>
                  <a:cubicBezTo>
                    <a:pt x="193" y="0"/>
                    <a:pt x="185" y="0"/>
                    <a:pt x="179" y="4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4"/>
                  </a:cubicBezTo>
                  <a:cubicBezTo>
                    <a:pt x="1" y="321"/>
                    <a:pt x="5" y="327"/>
                    <a:pt x="11" y="331"/>
                  </a:cubicBezTo>
                  <a:cubicBezTo>
                    <a:pt x="179" y="428"/>
                    <a:pt x="179" y="428"/>
                    <a:pt x="179" y="428"/>
                  </a:cubicBezTo>
                  <a:cubicBezTo>
                    <a:pt x="185" y="432"/>
                    <a:pt x="193" y="432"/>
                    <a:pt x="200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4" y="327"/>
                    <a:pt x="378" y="321"/>
                    <a:pt x="378" y="314"/>
                  </a:cubicBezTo>
                  <a:cubicBezTo>
                    <a:pt x="378" y="313"/>
                    <a:pt x="378" y="313"/>
                    <a:pt x="378" y="313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9"/>
                    <a:pt x="378" y="119"/>
                    <a:pt x="378" y="1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1341;p48">
              <a:extLst>
                <a:ext uri="{FF2B5EF4-FFF2-40B4-BE49-F238E27FC236}">
                  <a16:creationId xmlns:a16="http://schemas.microsoft.com/office/drawing/2014/main" xmlns="" id="{B9788CB0-8A58-5D60-8E4F-6E1B20684C85}"/>
                </a:ext>
              </a:extLst>
            </p:cNvPr>
            <p:cNvSpPr/>
            <p:nvPr/>
          </p:nvSpPr>
          <p:spPr>
            <a:xfrm>
              <a:off x="8338678" y="5718525"/>
              <a:ext cx="230151" cy="262608"/>
            </a:xfrm>
            <a:custGeom>
              <a:avLst/>
              <a:gdLst/>
              <a:ahLst/>
              <a:cxnLst/>
              <a:rect l="l" t="t" r="r" b="b"/>
              <a:pathLst>
                <a:path w="377" h="431" extrusionOk="0">
                  <a:moveTo>
                    <a:pt x="377" y="119"/>
                  </a:moveTo>
                  <a:cubicBezTo>
                    <a:pt x="377" y="111"/>
                    <a:pt x="373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0" y="101"/>
                    <a:pt x="10" y="101"/>
                    <a:pt x="10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4" y="431"/>
                    <a:pt x="192" y="431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7" y="313"/>
                  </a:cubicBezTo>
                  <a:cubicBezTo>
                    <a:pt x="377" y="313"/>
                    <a:pt x="377" y="313"/>
                    <a:pt x="377" y="313"/>
                  </a:cubicBezTo>
                  <a:cubicBezTo>
                    <a:pt x="377" y="119"/>
                    <a:pt x="377" y="119"/>
                    <a:pt x="377" y="119"/>
                  </a:cubicBezTo>
                  <a:cubicBezTo>
                    <a:pt x="377" y="119"/>
                    <a:pt x="377" y="119"/>
                    <a:pt x="377" y="1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1342;p48">
              <a:extLst>
                <a:ext uri="{FF2B5EF4-FFF2-40B4-BE49-F238E27FC236}">
                  <a16:creationId xmlns:a16="http://schemas.microsoft.com/office/drawing/2014/main" xmlns="" id="{91850A69-7E4D-B642-37B9-8A2548350083}"/>
                </a:ext>
              </a:extLst>
            </p:cNvPr>
            <p:cNvSpPr/>
            <p:nvPr/>
          </p:nvSpPr>
          <p:spPr>
            <a:xfrm>
              <a:off x="8828754" y="5718525"/>
              <a:ext cx="230151" cy="262608"/>
            </a:xfrm>
            <a:custGeom>
              <a:avLst/>
              <a:gdLst/>
              <a:ahLst/>
              <a:cxnLst/>
              <a:rect l="l" t="t" r="r" b="b"/>
              <a:pathLst>
                <a:path w="377" h="431" extrusionOk="0">
                  <a:moveTo>
                    <a:pt x="377" y="119"/>
                  </a:moveTo>
                  <a:cubicBezTo>
                    <a:pt x="377" y="111"/>
                    <a:pt x="373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0" y="101"/>
                    <a:pt x="10" y="101"/>
                    <a:pt x="10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4" y="431"/>
                    <a:pt x="192" y="431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7" y="313"/>
                  </a:cubicBezTo>
                  <a:cubicBezTo>
                    <a:pt x="377" y="313"/>
                    <a:pt x="377" y="313"/>
                    <a:pt x="377" y="313"/>
                  </a:cubicBezTo>
                  <a:cubicBezTo>
                    <a:pt x="377" y="119"/>
                    <a:pt x="377" y="119"/>
                    <a:pt x="377" y="119"/>
                  </a:cubicBezTo>
                  <a:cubicBezTo>
                    <a:pt x="377" y="119"/>
                    <a:pt x="377" y="119"/>
                    <a:pt x="377" y="1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1343;p48">
              <a:extLst>
                <a:ext uri="{FF2B5EF4-FFF2-40B4-BE49-F238E27FC236}">
                  <a16:creationId xmlns:a16="http://schemas.microsoft.com/office/drawing/2014/main" xmlns="" id="{549FC530-41DA-F692-50F4-98125FEEB460}"/>
                </a:ext>
              </a:extLst>
            </p:cNvPr>
            <p:cNvSpPr/>
            <p:nvPr/>
          </p:nvSpPr>
          <p:spPr>
            <a:xfrm>
              <a:off x="8706181" y="5930607"/>
              <a:ext cx="230803" cy="262825"/>
            </a:xfrm>
            <a:custGeom>
              <a:avLst/>
              <a:gdLst/>
              <a:ahLst/>
              <a:cxnLst/>
              <a:rect l="l" t="t" r="r" b="b"/>
              <a:pathLst>
                <a:path w="378" h="431" extrusionOk="0">
                  <a:moveTo>
                    <a:pt x="378" y="118"/>
                  </a:moveTo>
                  <a:cubicBezTo>
                    <a:pt x="377" y="111"/>
                    <a:pt x="374" y="104"/>
                    <a:pt x="367" y="100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3" y="0"/>
                    <a:pt x="185" y="0"/>
                    <a:pt x="179" y="3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4" y="104"/>
                    <a:pt x="0" y="111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2"/>
                    <a:pt x="0" y="312"/>
                    <a:pt x="0" y="313"/>
                  </a:cubicBezTo>
                  <a:cubicBezTo>
                    <a:pt x="0" y="320"/>
                    <a:pt x="4" y="327"/>
                    <a:pt x="11" y="330"/>
                  </a:cubicBezTo>
                  <a:cubicBezTo>
                    <a:pt x="178" y="427"/>
                    <a:pt x="178" y="427"/>
                    <a:pt x="178" y="427"/>
                  </a:cubicBezTo>
                  <a:cubicBezTo>
                    <a:pt x="185" y="431"/>
                    <a:pt x="193" y="431"/>
                    <a:pt x="199" y="427"/>
                  </a:cubicBezTo>
                  <a:cubicBezTo>
                    <a:pt x="367" y="330"/>
                    <a:pt x="367" y="330"/>
                    <a:pt x="367" y="330"/>
                  </a:cubicBezTo>
                  <a:cubicBezTo>
                    <a:pt x="374" y="327"/>
                    <a:pt x="377" y="320"/>
                    <a:pt x="378" y="313"/>
                  </a:cubicBezTo>
                  <a:cubicBezTo>
                    <a:pt x="378" y="313"/>
                    <a:pt x="378" y="312"/>
                    <a:pt x="378" y="312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8"/>
                    <a:pt x="378" y="118"/>
                    <a:pt x="378" y="1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1344;p48">
              <a:extLst>
                <a:ext uri="{FF2B5EF4-FFF2-40B4-BE49-F238E27FC236}">
                  <a16:creationId xmlns:a16="http://schemas.microsoft.com/office/drawing/2014/main" xmlns="" id="{A96E95A7-D816-D3D3-2446-F9D81155071E}"/>
                </a:ext>
              </a:extLst>
            </p:cNvPr>
            <p:cNvSpPr/>
            <p:nvPr/>
          </p:nvSpPr>
          <p:spPr>
            <a:xfrm>
              <a:off x="8460817" y="5930607"/>
              <a:ext cx="230586" cy="262825"/>
            </a:xfrm>
            <a:custGeom>
              <a:avLst/>
              <a:gdLst/>
              <a:ahLst/>
              <a:cxnLst/>
              <a:rect l="l" t="t" r="r" b="b"/>
              <a:pathLst>
                <a:path w="378" h="431" extrusionOk="0">
                  <a:moveTo>
                    <a:pt x="378" y="118"/>
                  </a:moveTo>
                  <a:cubicBezTo>
                    <a:pt x="378" y="111"/>
                    <a:pt x="374" y="104"/>
                    <a:pt x="367" y="100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3" y="0"/>
                    <a:pt x="185" y="0"/>
                    <a:pt x="179" y="3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4" y="104"/>
                    <a:pt x="1" y="111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2"/>
                    <a:pt x="0" y="312"/>
                    <a:pt x="0" y="313"/>
                  </a:cubicBezTo>
                  <a:cubicBezTo>
                    <a:pt x="1" y="320"/>
                    <a:pt x="4" y="327"/>
                    <a:pt x="11" y="330"/>
                  </a:cubicBezTo>
                  <a:cubicBezTo>
                    <a:pt x="179" y="427"/>
                    <a:pt x="179" y="427"/>
                    <a:pt x="179" y="427"/>
                  </a:cubicBezTo>
                  <a:cubicBezTo>
                    <a:pt x="185" y="431"/>
                    <a:pt x="193" y="431"/>
                    <a:pt x="199" y="427"/>
                  </a:cubicBezTo>
                  <a:cubicBezTo>
                    <a:pt x="367" y="330"/>
                    <a:pt x="367" y="330"/>
                    <a:pt x="367" y="330"/>
                  </a:cubicBezTo>
                  <a:cubicBezTo>
                    <a:pt x="374" y="327"/>
                    <a:pt x="378" y="320"/>
                    <a:pt x="378" y="313"/>
                  </a:cubicBezTo>
                  <a:cubicBezTo>
                    <a:pt x="378" y="313"/>
                    <a:pt x="378" y="312"/>
                    <a:pt x="378" y="312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8"/>
                    <a:pt x="378" y="118"/>
                    <a:pt x="378" y="1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6" name="Google Shape;1345;p48">
            <a:extLst>
              <a:ext uri="{FF2B5EF4-FFF2-40B4-BE49-F238E27FC236}">
                <a16:creationId xmlns:a16="http://schemas.microsoft.com/office/drawing/2014/main" xmlns="" id="{D584DA7F-3A99-EBA1-BA98-323422D1462C}"/>
              </a:ext>
            </a:extLst>
          </p:cNvPr>
          <p:cNvGrpSpPr/>
          <p:nvPr/>
        </p:nvGrpSpPr>
        <p:grpSpPr>
          <a:xfrm>
            <a:off x="4615741" y="4189474"/>
            <a:ext cx="1002618" cy="237026"/>
            <a:chOff x="3042485" y="5594633"/>
            <a:chExt cx="2159652" cy="510557"/>
          </a:xfrm>
        </p:grpSpPr>
        <p:sp>
          <p:nvSpPr>
            <p:cNvPr id="367" name="Google Shape;1346;p48">
              <a:extLst>
                <a:ext uri="{FF2B5EF4-FFF2-40B4-BE49-F238E27FC236}">
                  <a16:creationId xmlns:a16="http://schemas.microsoft.com/office/drawing/2014/main" xmlns="" id="{3B112C90-D175-13D1-512C-909CAB3F3385}"/>
                </a:ext>
              </a:extLst>
            </p:cNvPr>
            <p:cNvSpPr/>
            <p:nvPr/>
          </p:nvSpPr>
          <p:spPr>
            <a:xfrm>
              <a:off x="3042485" y="5869690"/>
              <a:ext cx="235200" cy="235500"/>
            </a:xfrm>
            <a:prstGeom prst="ellipse">
              <a:avLst/>
            </a:prstGeom>
            <a:solidFill>
              <a:srgbClr val="F1C23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1347;p48">
              <a:extLst>
                <a:ext uri="{FF2B5EF4-FFF2-40B4-BE49-F238E27FC236}">
                  <a16:creationId xmlns:a16="http://schemas.microsoft.com/office/drawing/2014/main" xmlns="" id="{E6D0F4C4-3207-DDBF-ADE2-3CD409BB0B21}"/>
                </a:ext>
              </a:extLst>
            </p:cNvPr>
            <p:cNvSpPr/>
            <p:nvPr/>
          </p:nvSpPr>
          <p:spPr>
            <a:xfrm>
              <a:off x="3317231" y="5594633"/>
              <a:ext cx="235200" cy="2355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1348;p48">
              <a:extLst>
                <a:ext uri="{FF2B5EF4-FFF2-40B4-BE49-F238E27FC236}">
                  <a16:creationId xmlns:a16="http://schemas.microsoft.com/office/drawing/2014/main" xmlns="" id="{A0296A51-353F-55D3-74CA-A21520B9541B}"/>
                </a:ext>
              </a:extLst>
            </p:cNvPr>
            <p:cNvSpPr/>
            <p:nvPr/>
          </p:nvSpPr>
          <p:spPr>
            <a:xfrm>
              <a:off x="3591976" y="5869690"/>
              <a:ext cx="236100" cy="2355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1349;p48">
              <a:extLst>
                <a:ext uri="{FF2B5EF4-FFF2-40B4-BE49-F238E27FC236}">
                  <a16:creationId xmlns:a16="http://schemas.microsoft.com/office/drawing/2014/main" xmlns="" id="{0C6AF4D6-E4BD-9680-3534-9AF66C1B3E12}"/>
                </a:ext>
              </a:extLst>
            </p:cNvPr>
            <p:cNvSpPr/>
            <p:nvPr/>
          </p:nvSpPr>
          <p:spPr>
            <a:xfrm>
              <a:off x="3866722" y="5594633"/>
              <a:ext cx="236100" cy="235500"/>
            </a:xfrm>
            <a:prstGeom prst="ellipse">
              <a:avLst/>
            </a:prstGeom>
            <a:solidFill>
              <a:srgbClr val="A64D79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1350;p48">
              <a:extLst>
                <a:ext uri="{FF2B5EF4-FFF2-40B4-BE49-F238E27FC236}">
                  <a16:creationId xmlns:a16="http://schemas.microsoft.com/office/drawing/2014/main" xmlns="" id="{62253CC2-EBEF-58EC-47E7-180DAA5E8EE6}"/>
                </a:ext>
              </a:extLst>
            </p:cNvPr>
            <p:cNvSpPr/>
            <p:nvPr/>
          </p:nvSpPr>
          <p:spPr>
            <a:xfrm>
              <a:off x="4141467" y="5869690"/>
              <a:ext cx="236100" cy="235500"/>
            </a:xfrm>
            <a:prstGeom prst="ellipse">
              <a:avLst/>
            </a:prstGeom>
            <a:solidFill>
              <a:srgbClr val="674EA7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1351;p48">
              <a:extLst>
                <a:ext uri="{FF2B5EF4-FFF2-40B4-BE49-F238E27FC236}">
                  <a16:creationId xmlns:a16="http://schemas.microsoft.com/office/drawing/2014/main" xmlns="" id="{D54E3A5B-CE7D-833F-2D46-2835F1EBA416}"/>
                </a:ext>
              </a:extLst>
            </p:cNvPr>
            <p:cNvSpPr/>
            <p:nvPr/>
          </p:nvSpPr>
          <p:spPr>
            <a:xfrm>
              <a:off x="4417146" y="5594633"/>
              <a:ext cx="235200" cy="2355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1352;p48">
              <a:extLst>
                <a:ext uri="{FF2B5EF4-FFF2-40B4-BE49-F238E27FC236}">
                  <a16:creationId xmlns:a16="http://schemas.microsoft.com/office/drawing/2014/main" xmlns="" id="{1AF8585A-352E-E5F6-8DA4-0BD085D2BF5F}"/>
                </a:ext>
              </a:extLst>
            </p:cNvPr>
            <p:cNvSpPr/>
            <p:nvPr/>
          </p:nvSpPr>
          <p:spPr>
            <a:xfrm>
              <a:off x="4691892" y="5869690"/>
              <a:ext cx="235500" cy="235500"/>
            </a:xfrm>
            <a:prstGeom prst="ellipse">
              <a:avLst/>
            </a:prstGeom>
            <a:solidFill>
              <a:srgbClr val="45818E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1353;p48">
              <a:extLst>
                <a:ext uri="{FF2B5EF4-FFF2-40B4-BE49-F238E27FC236}">
                  <a16:creationId xmlns:a16="http://schemas.microsoft.com/office/drawing/2014/main" xmlns="" id="{E760F198-2476-F2D1-F337-B1787549202F}"/>
                </a:ext>
              </a:extLst>
            </p:cNvPr>
            <p:cNvSpPr/>
            <p:nvPr/>
          </p:nvSpPr>
          <p:spPr>
            <a:xfrm>
              <a:off x="4966637" y="5594633"/>
              <a:ext cx="235500" cy="235500"/>
            </a:xfrm>
            <a:prstGeom prst="ellipse">
              <a:avLst/>
            </a:prstGeom>
            <a:solidFill>
              <a:srgbClr val="6AA84F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1354;p48">
              <a:extLst>
                <a:ext uri="{FF2B5EF4-FFF2-40B4-BE49-F238E27FC236}">
                  <a16:creationId xmlns:a16="http://schemas.microsoft.com/office/drawing/2014/main" xmlns="" id="{EA0114E4-8506-9266-0527-EAAAA2AB2E4A}"/>
                </a:ext>
              </a:extLst>
            </p:cNvPr>
            <p:cNvSpPr/>
            <p:nvPr/>
          </p:nvSpPr>
          <p:spPr>
            <a:xfrm>
              <a:off x="3210195" y="5762654"/>
              <a:ext cx="174555" cy="174555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128" y="0"/>
                  </a:moveTo>
                  <a:cubicBezTo>
                    <a:pt x="115" y="74"/>
                    <a:pt x="74" y="114"/>
                    <a:pt x="0" y="128"/>
                  </a:cubicBezTo>
                  <a:cubicBezTo>
                    <a:pt x="41" y="144"/>
                    <a:pt x="73" y="176"/>
                    <a:pt x="89" y="217"/>
                  </a:cubicBezTo>
                  <a:cubicBezTo>
                    <a:pt x="103" y="143"/>
                    <a:pt x="143" y="102"/>
                    <a:pt x="217" y="89"/>
                  </a:cubicBezTo>
                  <a:cubicBezTo>
                    <a:pt x="177" y="73"/>
                    <a:pt x="144" y="4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1355;p48">
              <a:extLst>
                <a:ext uri="{FF2B5EF4-FFF2-40B4-BE49-F238E27FC236}">
                  <a16:creationId xmlns:a16="http://schemas.microsoft.com/office/drawing/2014/main" xmlns="" id="{F1CFD6C5-D145-CEDE-33F3-9F956298F93D}"/>
                </a:ext>
              </a:extLst>
            </p:cNvPr>
            <p:cNvSpPr/>
            <p:nvPr/>
          </p:nvSpPr>
          <p:spPr>
            <a:xfrm>
              <a:off x="3485252" y="5762654"/>
              <a:ext cx="174244" cy="174555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0" y="89"/>
                  </a:moveTo>
                  <a:cubicBezTo>
                    <a:pt x="74" y="102"/>
                    <a:pt x="115" y="143"/>
                    <a:pt x="128" y="217"/>
                  </a:cubicBezTo>
                  <a:cubicBezTo>
                    <a:pt x="145" y="176"/>
                    <a:pt x="177" y="144"/>
                    <a:pt x="217" y="128"/>
                  </a:cubicBezTo>
                  <a:cubicBezTo>
                    <a:pt x="143" y="114"/>
                    <a:pt x="103" y="74"/>
                    <a:pt x="90" y="0"/>
                  </a:cubicBezTo>
                  <a:cubicBezTo>
                    <a:pt x="73" y="40"/>
                    <a:pt x="41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1356;p48">
              <a:extLst>
                <a:ext uri="{FF2B5EF4-FFF2-40B4-BE49-F238E27FC236}">
                  <a16:creationId xmlns:a16="http://schemas.microsoft.com/office/drawing/2014/main" xmlns="" id="{F464E11B-3FFC-5953-2CF9-5123F9B5065D}"/>
                </a:ext>
              </a:extLst>
            </p:cNvPr>
            <p:cNvSpPr/>
            <p:nvPr/>
          </p:nvSpPr>
          <p:spPr>
            <a:xfrm>
              <a:off x="3760620" y="5762654"/>
              <a:ext cx="173622" cy="174555"/>
            </a:xfrm>
            <a:custGeom>
              <a:avLst/>
              <a:gdLst/>
              <a:ahLst/>
              <a:cxnLst/>
              <a:rect l="l" t="t" r="r" b="b"/>
              <a:pathLst>
                <a:path w="216" h="217" extrusionOk="0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1357;p48">
              <a:extLst>
                <a:ext uri="{FF2B5EF4-FFF2-40B4-BE49-F238E27FC236}">
                  <a16:creationId xmlns:a16="http://schemas.microsoft.com/office/drawing/2014/main" xmlns="" id="{7C5D147B-D357-1BF5-117F-78A5B7990380}"/>
                </a:ext>
              </a:extLst>
            </p:cNvPr>
            <p:cNvSpPr/>
            <p:nvPr/>
          </p:nvSpPr>
          <p:spPr>
            <a:xfrm>
              <a:off x="4035365" y="5762654"/>
              <a:ext cx="173622" cy="174555"/>
            </a:xfrm>
            <a:custGeom>
              <a:avLst/>
              <a:gdLst/>
              <a:ahLst/>
              <a:cxnLst/>
              <a:rect l="l" t="t" r="r" b="b"/>
              <a:pathLst>
                <a:path w="216" h="217" extrusionOk="0">
                  <a:moveTo>
                    <a:pt x="0" y="89"/>
                  </a:moveTo>
                  <a:cubicBezTo>
                    <a:pt x="74" y="102"/>
                    <a:pt x="114" y="143"/>
                    <a:pt x="127" y="217"/>
                  </a:cubicBezTo>
                  <a:cubicBezTo>
                    <a:pt x="144" y="176"/>
                    <a:pt x="176" y="144"/>
                    <a:pt x="216" y="128"/>
                  </a:cubicBezTo>
                  <a:cubicBezTo>
                    <a:pt x="142" y="114"/>
                    <a:pt x="102" y="74"/>
                    <a:pt x="89" y="0"/>
                  </a:cubicBezTo>
                  <a:cubicBezTo>
                    <a:pt x="72" y="40"/>
                    <a:pt x="40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1358;p48">
              <a:extLst>
                <a:ext uri="{FF2B5EF4-FFF2-40B4-BE49-F238E27FC236}">
                  <a16:creationId xmlns:a16="http://schemas.microsoft.com/office/drawing/2014/main" xmlns="" id="{B40269C9-BAAD-D63D-EC6D-73F469D5ED15}"/>
                </a:ext>
              </a:extLst>
            </p:cNvPr>
            <p:cNvSpPr/>
            <p:nvPr/>
          </p:nvSpPr>
          <p:spPr>
            <a:xfrm>
              <a:off x="4310111" y="5762654"/>
              <a:ext cx="173622" cy="174555"/>
            </a:xfrm>
            <a:custGeom>
              <a:avLst/>
              <a:gdLst/>
              <a:ahLst/>
              <a:cxnLst/>
              <a:rect l="l" t="t" r="r" b="b"/>
              <a:pathLst>
                <a:path w="216" h="217" extrusionOk="0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1359;p48">
              <a:extLst>
                <a:ext uri="{FF2B5EF4-FFF2-40B4-BE49-F238E27FC236}">
                  <a16:creationId xmlns:a16="http://schemas.microsoft.com/office/drawing/2014/main" xmlns="" id="{7D33B07A-FE4D-EC21-91A2-328F1AA9FAA6}"/>
                </a:ext>
              </a:extLst>
            </p:cNvPr>
            <p:cNvSpPr/>
            <p:nvPr/>
          </p:nvSpPr>
          <p:spPr>
            <a:xfrm>
              <a:off x="4585167" y="5762654"/>
              <a:ext cx="174244" cy="174555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0" y="89"/>
                  </a:moveTo>
                  <a:cubicBezTo>
                    <a:pt x="74" y="102"/>
                    <a:pt x="114" y="143"/>
                    <a:pt x="128" y="217"/>
                  </a:cubicBezTo>
                  <a:cubicBezTo>
                    <a:pt x="144" y="176"/>
                    <a:pt x="176" y="144"/>
                    <a:pt x="217" y="128"/>
                  </a:cubicBezTo>
                  <a:cubicBezTo>
                    <a:pt x="143" y="114"/>
                    <a:pt x="102" y="74"/>
                    <a:pt x="89" y="0"/>
                  </a:cubicBezTo>
                  <a:cubicBezTo>
                    <a:pt x="73" y="40"/>
                    <a:pt x="40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1360;p48">
              <a:extLst>
                <a:ext uri="{FF2B5EF4-FFF2-40B4-BE49-F238E27FC236}">
                  <a16:creationId xmlns:a16="http://schemas.microsoft.com/office/drawing/2014/main" xmlns="" id="{00BEDF45-D6A8-27A1-0201-639BD3B9B4C7}"/>
                </a:ext>
              </a:extLst>
            </p:cNvPr>
            <p:cNvSpPr/>
            <p:nvPr/>
          </p:nvSpPr>
          <p:spPr>
            <a:xfrm>
              <a:off x="4859913" y="5762654"/>
              <a:ext cx="174244" cy="174555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128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1" y="144"/>
                    <a:pt x="73" y="176"/>
                    <a:pt x="89" y="217"/>
                  </a:cubicBezTo>
                  <a:cubicBezTo>
                    <a:pt x="103" y="143"/>
                    <a:pt x="143" y="102"/>
                    <a:pt x="217" y="89"/>
                  </a:cubicBezTo>
                  <a:cubicBezTo>
                    <a:pt x="177" y="73"/>
                    <a:pt x="144" y="4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2" name="Google Shape;1361;p48">
            <a:extLst>
              <a:ext uri="{FF2B5EF4-FFF2-40B4-BE49-F238E27FC236}">
                <a16:creationId xmlns:a16="http://schemas.microsoft.com/office/drawing/2014/main" xmlns="" id="{9D6E15B8-E04C-A55A-B06E-761CD7026D25}"/>
              </a:ext>
            </a:extLst>
          </p:cNvPr>
          <p:cNvGrpSpPr/>
          <p:nvPr/>
        </p:nvGrpSpPr>
        <p:grpSpPr>
          <a:xfrm>
            <a:off x="4017909" y="4672129"/>
            <a:ext cx="334304" cy="332213"/>
            <a:chOff x="1442627" y="5710929"/>
            <a:chExt cx="594318" cy="590600"/>
          </a:xfrm>
        </p:grpSpPr>
        <p:sp>
          <p:nvSpPr>
            <p:cNvPr id="383" name="Google Shape;1362;p48">
              <a:extLst>
                <a:ext uri="{FF2B5EF4-FFF2-40B4-BE49-F238E27FC236}">
                  <a16:creationId xmlns:a16="http://schemas.microsoft.com/office/drawing/2014/main" xmlns="" id="{4CEE9371-CFDA-42C8-31DD-1D5CB827B29D}"/>
                </a:ext>
              </a:extLst>
            </p:cNvPr>
            <p:cNvSpPr/>
            <p:nvPr/>
          </p:nvSpPr>
          <p:spPr>
            <a:xfrm>
              <a:off x="1442627" y="5710929"/>
              <a:ext cx="594318" cy="405222"/>
            </a:xfrm>
            <a:custGeom>
              <a:avLst/>
              <a:gdLst/>
              <a:ahLst/>
              <a:cxnLst/>
              <a:rect l="l" t="t" r="r" b="b"/>
              <a:pathLst>
                <a:path w="734" h="500" extrusionOk="0">
                  <a:moveTo>
                    <a:pt x="699" y="500"/>
                  </a:moveTo>
                  <a:cubicBezTo>
                    <a:pt x="0" y="500"/>
                    <a:pt x="0" y="500"/>
                    <a:pt x="0" y="50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15"/>
                    <a:pt x="15" y="0"/>
                    <a:pt x="35" y="0"/>
                  </a:cubicBezTo>
                  <a:cubicBezTo>
                    <a:pt x="699" y="0"/>
                    <a:pt x="699" y="0"/>
                    <a:pt x="699" y="0"/>
                  </a:cubicBezTo>
                  <a:cubicBezTo>
                    <a:pt x="718" y="0"/>
                    <a:pt x="734" y="15"/>
                    <a:pt x="734" y="35"/>
                  </a:cubicBezTo>
                  <a:cubicBezTo>
                    <a:pt x="734" y="465"/>
                    <a:pt x="734" y="465"/>
                    <a:pt x="734" y="465"/>
                  </a:cubicBezTo>
                  <a:cubicBezTo>
                    <a:pt x="734" y="484"/>
                    <a:pt x="718" y="500"/>
                    <a:pt x="699" y="50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1363;p48">
              <a:extLst>
                <a:ext uri="{FF2B5EF4-FFF2-40B4-BE49-F238E27FC236}">
                  <a16:creationId xmlns:a16="http://schemas.microsoft.com/office/drawing/2014/main" xmlns="" id="{75BA3F55-1571-46FB-8A0E-98A1C1C537CE}"/>
                </a:ext>
              </a:extLst>
            </p:cNvPr>
            <p:cNvSpPr/>
            <p:nvPr/>
          </p:nvSpPr>
          <p:spPr>
            <a:xfrm>
              <a:off x="1442627" y="6116151"/>
              <a:ext cx="349820" cy="97191"/>
            </a:xfrm>
            <a:custGeom>
              <a:avLst/>
              <a:gdLst/>
              <a:ahLst/>
              <a:cxnLst/>
              <a:rect l="l" t="t" r="r" b="b"/>
              <a:pathLst>
                <a:path w="1126" h="313" extrusionOk="0">
                  <a:moveTo>
                    <a:pt x="1126" y="313"/>
                  </a:moveTo>
                  <a:lnTo>
                    <a:pt x="0" y="0"/>
                  </a:lnTo>
                  <a:lnTo>
                    <a:pt x="1126" y="0"/>
                  </a:lnTo>
                  <a:lnTo>
                    <a:pt x="1126" y="313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1364;p48">
              <a:extLst>
                <a:ext uri="{FF2B5EF4-FFF2-40B4-BE49-F238E27FC236}">
                  <a16:creationId xmlns:a16="http://schemas.microsoft.com/office/drawing/2014/main" xmlns="" id="{90DA2E7F-6B8C-2EED-7682-437A63615EE4}"/>
                </a:ext>
              </a:extLst>
            </p:cNvPr>
            <p:cNvSpPr/>
            <p:nvPr/>
          </p:nvSpPr>
          <p:spPr>
            <a:xfrm>
              <a:off x="1573731" y="6152482"/>
              <a:ext cx="218715" cy="60861"/>
            </a:xfrm>
            <a:custGeom>
              <a:avLst/>
              <a:gdLst/>
              <a:ahLst/>
              <a:cxnLst/>
              <a:rect l="l" t="t" r="r" b="b"/>
              <a:pathLst>
                <a:path w="704" h="196" extrusionOk="0">
                  <a:moveTo>
                    <a:pt x="0" y="196"/>
                  </a:moveTo>
                  <a:lnTo>
                    <a:pt x="704" y="196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1365;p48">
              <a:extLst>
                <a:ext uri="{FF2B5EF4-FFF2-40B4-BE49-F238E27FC236}">
                  <a16:creationId xmlns:a16="http://schemas.microsoft.com/office/drawing/2014/main" xmlns="" id="{2DFDD1C4-DC2A-9089-7318-C29164A8916A}"/>
                </a:ext>
              </a:extLst>
            </p:cNvPr>
            <p:cNvSpPr/>
            <p:nvPr/>
          </p:nvSpPr>
          <p:spPr>
            <a:xfrm>
              <a:off x="1573731" y="6213343"/>
              <a:ext cx="109358" cy="88186"/>
            </a:xfrm>
            <a:custGeom>
              <a:avLst/>
              <a:gdLst/>
              <a:ahLst/>
              <a:cxnLst/>
              <a:rect l="l" t="t" r="r" b="b"/>
              <a:pathLst>
                <a:path w="352" h="284" extrusionOk="0">
                  <a:moveTo>
                    <a:pt x="352" y="284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84"/>
                  </a:lnTo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7" name="Google Shape;1366;p48">
            <a:extLst>
              <a:ext uri="{FF2B5EF4-FFF2-40B4-BE49-F238E27FC236}">
                <a16:creationId xmlns:a16="http://schemas.microsoft.com/office/drawing/2014/main" xmlns="" id="{BAE1D849-885A-65C8-6548-C6AFF4024C85}"/>
              </a:ext>
            </a:extLst>
          </p:cNvPr>
          <p:cNvGrpSpPr/>
          <p:nvPr/>
        </p:nvGrpSpPr>
        <p:grpSpPr>
          <a:xfrm>
            <a:off x="7699547" y="4671065"/>
            <a:ext cx="279790" cy="334343"/>
            <a:chOff x="8095060" y="5664590"/>
            <a:chExt cx="497404" cy="594389"/>
          </a:xfrm>
        </p:grpSpPr>
        <p:grpSp>
          <p:nvGrpSpPr>
            <p:cNvPr id="388" name="Google Shape;1367;p48">
              <a:extLst>
                <a:ext uri="{FF2B5EF4-FFF2-40B4-BE49-F238E27FC236}">
                  <a16:creationId xmlns:a16="http://schemas.microsoft.com/office/drawing/2014/main" xmlns="" id="{D31849C4-EEB7-89B8-11FE-F7FEF7B673BC}"/>
                </a:ext>
              </a:extLst>
            </p:cNvPr>
            <p:cNvGrpSpPr/>
            <p:nvPr/>
          </p:nvGrpSpPr>
          <p:grpSpPr>
            <a:xfrm>
              <a:off x="8095060" y="5969027"/>
              <a:ext cx="497404" cy="289951"/>
              <a:chOff x="8095060" y="5969027"/>
              <a:chExt cx="497404" cy="289951"/>
            </a:xfrm>
          </p:grpSpPr>
          <p:sp>
            <p:nvSpPr>
              <p:cNvPr id="401" name="Google Shape;1368;p48">
                <a:extLst>
                  <a:ext uri="{FF2B5EF4-FFF2-40B4-BE49-F238E27FC236}">
                    <a16:creationId xmlns:a16="http://schemas.microsoft.com/office/drawing/2014/main" xmlns="" id="{861450FC-1EBC-DFC4-4ABF-FB5803709CAC}"/>
                  </a:ext>
                </a:extLst>
              </p:cNvPr>
              <p:cNvSpPr/>
              <p:nvPr/>
            </p:nvSpPr>
            <p:spPr>
              <a:xfrm>
                <a:off x="8095060" y="5969027"/>
                <a:ext cx="497402" cy="248408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1166" extrusionOk="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4"/>
                    </a:lnTo>
                    <a:lnTo>
                      <a:pt x="587" y="876"/>
                    </a:lnTo>
                    <a:lnTo>
                      <a:pt x="1170" y="1166"/>
                    </a:lnTo>
                    <a:lnTo>
                      <a:pt x="1754" y="876"/>
                    </a:lnTo>
                    <a:lnTo>
                      <a:pt x="2340" y="584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B4A7D6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" name="Google Shape;1369;p48">
                <a:extLst>
                  <a:ext uri="{FF2B5EF4-FFF2-40B4-BE49-F238E27FC236}">
                    <a16:creationId xmlns:a16="http://schemas.microsoft.com/office/drawing/2014/main" xmlns="" id="{C7D4CF7B-7104-4033-345C-9EB5BC624487}"/>
                  </a:ext>
                </a:extLst>
              </p:cNvPr>
              <p:cNvSpPr/>
              <p:nvPr/>
            </p:nvSpPr>
            <p:spPr>
              <a:xfrm>
                <a:off x="8095060" y="6092592"/>
                <a:ext cx="248701" cy="166386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1" extrusionOk="0">
                    <a:moveTo>
                      <a:pt x="0" y="0"/>
                    </a:moveTo>
                    <a:lnTo>
                      <a:pt x="0" y="197"/>
                    </a:lnTo>
                    <a:lnTo>
                      <a:pt x="1170" y="781"/>
                    </a:lnTo>
                    <a:lnTo>
                      <a:pt x="1170" y="5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E7CC3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" name="Google Shape;1370;p48">
                <a:extLst>
                  <a:ext uri="{FF2B5EF4-FFF2-40B4-BE49-F238E27FC236}">
                    <a16:creationId xmlns:a16="http://schemas.microsoft.com/office/drawing/2014/main" xmlns="" id="{04C29EB0-065C-4BAC-7798-FE6C97EE7BED}"/>
                  </a:ext>
                </a:extLst>
              </p:cNvPr>
              <p:cNvSpPr/>
              <p:nvPr/>
            </p:nvSpPr>
            <p:spPr>
              <a:xfrm>
                <a:off x="8343763" y="6092592"/>
                <a:ext cx="248701" cy="166386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1" extrusionOk="0">
                    <a:moveTo>
                      <a:pt x="1170" y="0"/>
                    </a:moveTo>
                    <a:lnTo>
                      <a:pt x="0" y="582"/>
                    </a:lnTo>
                    <a:lnTo>
                      <a:pt x="0" y="781"/>
                    </a:lnTo>
                    <a:lnTo>
                      <a:pt x="1170" y="197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674EA7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9" name="Google Shape;1371;p48">
              <a:extLst>
                <a:ext uri="{FF2B5EF4-FFF2-40B4-BE49-F238E27FC236}">
                  <a16:creationId xmlns:a16="http://schemas.microsoft.com/office/drawing/2014/main" xmlns="" id="{8B5B5962-EDD2-5671-DA87-65E807BF0383}"/>
                </a:ext>
              </a:extLst>
            </p:cNvPr>
            <p:cNvGrpSpPr/>
            <p:nvPr/>
          </p:nvGrpSpPr>
          <p:grpSpPr>
            <a:xfrm>
              <a:off x="8095060" y="5867832"/>
              <a:ext cx="497404" cy="289312"/>
              <a:chOff x="8095060" y="5867832"/>
              <a:chExt cx="497404" cy="289312"/>
            </a:xfrm>
          </p:grpSpPr>
          <p:sp>
            <p:nvSpPr>
              <p:cNvPr id="398" name="Google Shape;1372;p48">
                <a:extLst>
                  <a:ext uri="{FF2B5EF4-FFF2-40B4-BE49-F238E27FC236}">
                    <a16:creationId xmlns:a16="http://schemas.microsoft.com/office/drawing/2014/main" xmlns="" id="{6ECBF1BE-8D60-8681-F9B9-190CA5F632C9}"/>
                  </a:ext>
                </a:extLst>
              </p:cNvPr>
              <p:cNvSpPr/>
              <p:nvPr/>
            </p:nvSpPr>
            <p:spPr>
              <a:xfrm>
                <a:off x="8095060" y="5867832"/>
                <a:ext cx="497402" cy="248195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1165" extrusionOk="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1"/>
                    </a:lnTo>
                    <a:lnTo>
                      <a:pt x="587" y="873"/>
                    </a:lnTo>
                    <a:lnTo>
                      <a:pt x="1170" y="1165"/>
                    </a:lnTo>
                    <a:lnTo>
                      <a:pt x="1754" y="873"/>
                    </a:lnTo>
                    <a:lnTo>
                      <a:pt x="2340" y="581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1373;p48">
                <a:extLst>
                  <a:ext uri="{FF2B5EF4-FFF2-40B4-BE49-F238E27FC236}">
                    <a16:creationId xmlns:a16="http://schemas.microsoft.com/office/drawing/2014/main" xmlns="" id="{3B7684D3-2A64-F7DE-3640-BBFAC6D1BF2D}"/>
                  </a:ext>
                </a:extLst>
              </p:cNvPr>
              <p:cNvSpPr/>
              <p:nvPr/>
            </p:nvSpPr>
            <p:spPr>
              <a:xfrm>
                <a:off x="8095060" y="5990758"/>
                <a:ext cx="248701" cy="166386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1" extrusionOk="0">
                    <a:moveTo>
                      <a:pt x="0" y="0"/>
                    </a:moveTo>
                    <a:lnTo>
                      <a:pt x="0" y="199"/>
                    </a:lnTo>
                    <a:lnTo>
                      <a:pt x="1170" y="781"/>
                    </a:lnTo>
                    <a:lnTo>
                      <a:pt x="1170" y="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9EEB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" name="Google Shape;1374;p48">
                <a:extLst>
                  <a:ext uri="{FF2B5EF4-FFF2-40B4-BE49-F238E27FC236}">
                    <a16:creationId xmlns:a16="http://schemas.microsoft.com/office/drawing/2014/main" xmlns="" id="{78E56C8F-0168-81A6-A401-1C3B0657486E}"/>
                  </a:ext>
                </a:extLst>
              </p:cNvPr>
              <p:cNvSpPr/>
              <p:nvPr/>
            </p:nvSpPr>
            <p:spPr>
              <a:xfrm>
                <a:off x="8343763" y="5990758"/>
                <a:ext cx="248701" cy="166386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1" extrusionOk="0">
                    <a:moveTo>
                      <a:pt x="1170" y="0"/>
                    </a:moveTo>
                    <a:lnTo>
                      <a:pt x="0" y="584"/>
                    </a:lnTo>
                    <a:lnTo>
                      <a:pt x="0" y="781"/>
                    </a:lnTo>
                    <a:lnTo>
                      <a:pt x="1170" y="199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3C78D8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0" name="Google Shape;1375;p48">
              <a:extLst>
                <a:ext uri="{FF2B5EF4-FFF2-40B4-BE49-F238E27FC236}">
                  <a16:creationId xmlns:a16="http://schemas.microsoft.com/office/drawing/2014/main" xmlns="" id="{EB0DFD81-6DE6-3C57-39E8-E2AAC7A97505}"/>
                </a:ext>
              </a:extLst>
            </p:cNvPr>
            <p:cNvGrpSpPr/>
            <p:nvPr/>
          </p:nvGrpSpPr>
          <p:grpSpPr>
            <a:xfrm>
              <a:off x="8095060" y="5765998"/>
              <a:ext cx="497404" cy="289312"/>
              <a:chOff x="8095060" y="5765998"/>
              <a:chExt cx="497404" cy="289312"/>
            </a:xfrm>
          </p:grpSpPr>
          <p:sp>
            <p:nvSpPr>
              <p:cNvPr id="395" name="Google Shape;1376;p48">
                <a:extLst>
                  <a:ext uri="{FF2B5EF4-FFF2-40B4-BE49-F238E27FC236}">
                    <a16:creationId xmlns:a16="http://schemas.microsoft.com/office/drawing/2014/main" xmlns="" id="{9D971115-828D-822E-B440-3EC5DD79CDD5}"/>
                  </a:ext>
                </a:extLst>
              </p:cNvPr>
              <p:cNvSpPr/>
              <p:nvPr/>
            </p:nvSpPr>
            <p:spPr>
              <a:xfrm>
                <a:off x="8095060" y="5765998"/>
                <a:ext cx="497402" cy="248195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1165" extrusionOk="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4"/>
                    </a:lnTo>
                    <a:lnTo>
                      <a:pt x="587" y="873"/>
                    </a:lnTo>
                    <a:lnTo>
                      <a:pt x="1170" y="1165"/>
                    </a:lnTo>
                    <a:lnTo>
                      <a:pt x="1754" y="873"/>
                    </a:lnTo>
                    <a:lnTo>
                      <a:pt x="2340" y="584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B6D7A8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" name="Google Shape;1377;p48">
                <a:extLst>
                  <a:ext uri="{FF2B5EF4-FFF2-40B4-BE49-F238E27FC236}">
                    <a16:creationId xmlns:a16="http://schemas.microsoft.com/office/drawing/2014/main" xmlns="" id="{55886511-FE87-0703-03F1-C2DAAC7D27A0}"/>
                  </a:ext>
                </a:extLst>
              </p:cNvPr>
              <p:cNvSpPr/>
              <p:nvPr/>
            </p:nvSpPr>
            <p:spPr>
              <a:xfrm>
                <a:off x="8095060" y="5889563"/>
                <a:ext cx="248701" cy="165747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78" extrusionOk="0">
                    <a:moveTo>
                      <a:pt x="0" y="0"/>
                    </a:moveTo>
                    <a:lnTo>
                      <a:pt x="0" y="196"/>
                    </a:lnTo>
                    <a:lnTo>
                      <a:pt x="1170" y="778"/>
                    </a:lnTo>
                    <a:lnTo>
                      <a:pt x="1170" y="5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C47D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" name="Google Shape;1378;p48">
                <a:extLst>
                  <a:ext uri="{FF2B5EF4-FFF2-40B4-BE49-F238E27FC236}">
                    <a16:creationId xmlns:a16="http://schemas.microsoft.com/office/drawing/2014/main" xmlns="" id="{1BAE32EA-2AF7-3B91-F93D-9CCA5F4B9CD4}"/>
                  </a:ext>
                </a:extLst>
              </p:cNvPr>
              <p:cNvSpPr/>
              <p:nvPr/>
            </p:nvSpPr>
            <p:spPr>
              <a:xfrm>
                <a:off x="8343763" y="5889563"/>
                <a:ext cx="248701" cy="165747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78" extrusionOk="0">
                    <a:moveTo>
                      <a:pt x="1170" y="0"/>
                    </a:moveTo>
                    <a:lnTo>
                      <a:pt x="0" y="581"/>
                    </a:lnTo>
                    <a:lnTo>
                      <a:pt x="0" y="778"/>
                    </a:lnTo>
                    <a:lnTo>
                      <a:pt x="1170" y="196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6AA84F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1" name="Google Shape;1379;p48">
              <a:extLst>
                <a:ext uri="{FF2B5EF4-FFF2-40B4-BE49-F238E27FC236}">
                  <a16:creationId xmlns:a16="http://schemas.microsoft.com/office/drawing/2014/main" xmlns="" id="{7E206696-0FAC-FE92-E5AB-DD17E7B67D13}"/>
                </a:ext>
              </a:extLst>
            </p:cNvPr>
            <p:cNvGrpSpPr/>
            <p:nvPr/>
          </p:nvGrpSpPr>
          <p:grpSpPr>
            <a:xfrm>
              <a:off x="8095060" y="5664590"/>
              <a:ext cx="497404" cy="290164"/>
              <a:chOff x="8095060" y="5664590"/>
              <a:chExt cx="497404" cy="290164"/>
            </a:xfrm>
          </p:grpSpPr>
          <p:sp>
            <p:nvSpPr>
              <p:cNvPr id="392" name="Google Shape;1380;p48">
                <a:extLst>
                  <a:ext uri="{FF2B5EF4-FFF2-40B4-BE49-F238E27FC236}">
                    <a16:creationId xmlns:a16="http://schemas.microsoft.com/office/drawing/2014/main" xmlns="" id="{614CB97A-9C0B-E782-0663-8B3C6CF28E54}"/>
                  </a:ext>
                </a:extLst>
              </p:cNvPr>
              <p:cNvSpPr/>
              <p:nvPr/>
            </p:nvSpPr>
            <p:spPr>
              <a:xfrm>
                <a:off x="8095060" y="5664590"/>
                <a:ext cx="497402" cy="248408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1166" extrusionOk="0">
                    <a:moveTo>
                      <a:pt x="1754" y="290"/>
                    </a:moveTo>
                    <a:lnTo>
                      <a:pt x="1170" y="0"/>
                    </a:lnTo>
                    <a:lnTo>
                      <a:pt x="587" y="290"/>
                    </a:lnTo>
                    <a:lnTo>
                      <a:pt x="0" y="582"/>
                    </a:lnTo>
                    <a:lnTo>
                      <a:pt x="587" y="874"/>
                    </a:lnTo>
                    <a:lnTo>
                      <a:pt x="1170" y="1166"/>
                    </a:lnTo>
                    <a:lnTo>
                      <a:pt x="1754" y="874"/>
                    </a:lnTo>
                    <a:lnTo>
                      <a:pt x="2340" y="582"/>
                    </a:lnTo>
                    <a:lnTo>
                      <a:pt x="1754" y="290"/>
                    </a:ln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" name="Google Shape;1381;p48">
                <a:extLst>
                  <a:ext uri="{FF2B5EF4-FFF2-40B4-BE49-F238E27FC236}">
                    <a16:creationId xmlns:a16="http://schemas.microsoft.com/office/drawing/2014/main" xmlns="" id="{3F652457-9F7E-B0EF-E481-0E3729BD5001}"/>
                  </a:ext>
                </a:extLst>
              </p:cNvPr>
              <p:cNvSpPr/>
              <p:nvPr/>
            </p:nvSpPr>
            <p:spPr>
              <a:xfrm>
                <a:off x="8095060" y="5788580"/>
                <a:ext cx="248701" cy="166173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0" extrusionOk="0">
                    <a:moveTo>
                      <a:pt x="0" y="0"/>
                    </a:moveTo>
                    <a:lnTo>
                      <a:pt x="0" y="196"/>
                    </a:lnTo>
                    <a:lnTo>
                      <a:pt x="1170" y="780"/>
                    </a:lnTo>
                    <a:lnTo>
                      <a:pt x="1170" y="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" name="Google Shape;1382;p48">
                <a:extLst>
                  <a:ext uri="{FF2B5EF4-FFF2-40B4-BE49-F238E27FC236}">
                    <a16:creationId xmlns:a16="http://schemas.microsoft.com/office/drawing/2014/main" xmlns="" id="{98E116CE-26C5-1AEB-312B-28660310B149}"/>
                  </a:ext>
                </a:extLst>
              </p:cNvPr>
              <p:cNvSpPr/>
              <p:nvPr/>
            </p:nvSpPr>
            <p:spPr>
              <a:xfrm>
                <a:off x="8343763" y="5788580"/>
                <a:ext cx="248701" cy="166173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0" extrusionOk="0">
                    <a:moveTo>
                      <a:pt x="1170" y="0"/>
                    </a:moveTo>
                    <a:lnTo>
                      <a:pt x="0" y="584"/>
                    </a:lnTo>
                    <a:lnTo>
                      <a:pt x="0" y="780"/>
                    </a:lnTo>
                    <a:lnTo>
                      <a:pt x="1170" y="196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4" name="Google Shape;1383;p48">
            <a:extLst>
              <a:ext uri="{FF2B5EF4-FFF2-40B4-BE49-F238E27FC236}">
                <a16:creationId xmlns:a16="http://schemas.microsoft.com/office/drawing/2014/main" xmlns="" id="{22F74907-F8EC-E17E-EA1B-2A2D9AC0D3C8}"/>
              </a:ext>
            </a:extLst>
          </p:cNvPr>
          <p:cNvGrpSpPr/>
          <p:nvPr/>
        </p:nvGrpSpPr>
        <p:grpSpPr>
          <a:xfrm>
            <a:off x="4761640" y="4671085"/>
            <a:ext cx="417872" cy="334301"/>
            <a:chOff x="4607809" y="5664627"/>
            <a:chExt cx="742883" cy="594312"/>
          </a:xfrm>
        </p:grpSpPr>
        <p:sp>
          <p:nvSpPr>
            <p:cNvPr id="405" name="Google Shape;1384;p48">
              <a:extLst>
                <a:ext uri="{FF2B5EF4-FFF2-40B4-BE49-F238E27FC236}">
                  <a16:creationId xmlns:a16="http://schemas.microsoft.com/office/drawing/2014/main" xmlns="" id="{C745AE7D-CC87-E145-23FD-5FE75FCDC237}"/>
                </a:ext>
              </a:extLst>
            </p:cNvPr>
            <p:cNvSpPr/>
            <p:nvPr/>
          </p:nvSpPr>
          <p:spPr>
            <a:xfrm>
              <a:off x="4607809" y="5824234"/>
              <a:ext cx="185166" cy="401151"/>
            </a:xfrm>
            <a:custGeom>
              <a:avLst/>
              <a:gdLst/>
              <a:ahLst/>
              <a:cxnLst/>
              <a:rect l="l" t="t" r="r" b="b"/>
              <a:pathLst>
                <a:path w="1083" h="2355" extrusionOk="0">
                  <a:moveTo>
                    <a:pt x="542" y="0"/>
                  </a:moveTo>
                  <a:lnTo>
                    <a:pt x="269" y="133"/>
                  </a:lnTo>
                  <a:lnTo>
                    <a:pt x="0" y="270"/>
                  </a:lnTo>
                  <a:lnTo>
                    <a:pt x="0" y="2355"/>
                  </a:lnTo>
                  <a:lnTo>
                    <a:pt x="1083" y="2355"/>
                  </a:lnTo>
                  <a:lnTo>
                    <a:pt x="1083" y="270"/>
                  </a:lnTo>
                  <a:lnTo>
                    <a:pt x="814" y="133"/>
                  </a:lnTo>
                  <a:lnTo>
                    <a:pt x="542" y="0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1385;p48">
              <a:extLst>
                <a:ext uri="{FF2B5EF4-FFF2-40B4-BE49-F238E27FC236}">
                  <a16:creationId xmlns:a16="http://schemas.microsoft.com/office/drawing/2014/main" xmlns="" id="{C32EFFBD-24A5-5CEF-2622-6A15DA85DE7E}"/>
                </a:ext>
              </a:extLst>
            </p:cNvPr>
            <p:cNvSpPr/>
            <p:nvPr/>
          </p:nvSpPr>
          <p:spPr>
            <a:xfrm>
              <a:off x="4792974" y="5771259"/>
              <a:ext cx="185850" cy="454126"/>
            </a:xfrm>
            <a:custGeom>
              <a:avLst/>
              <a:gdLst/>
              <a:ahLst/>
              <a:cxnLst/>
              <a:rect l="l" t="t" r="r" b="b"/>
              <a:pathLst>
                <a:path w="1087" h="2666" extrusionOk="0">
                  <a:moveTo>
                    <a:pt x="545" y="0"/>
                  </a:moveTo>
                  <a:lnTo>
                    <a:pt x="273" y="133"/>
                  </a:lnTo>
                  <a:lnTo>
                    <a:pt x="0" y="266"/>
                  </a:lnTo>
                  <a:lnTo>
                    <a:pt x="0" y="2666"/>
                  </a:lnTo>
                  <a:lnTo>
                    <a:pt x="1087" y="2666"/>
                  </a:lnTo>
                  <a:lnTo>
                    <a:pt x="1087" y="266"/>
                  </a:lnTo>
                  <a:lnTo>
                    <a:pt x="814" y="133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1386;p48">
              <a:extLst>
                <a:ext uri="{FF2B5EF4-FFF2-40B4-BE49-F238E27FC236}">
                  <a16:creationId xmlns:a16="http://schemas.microsoft.com/office/drawing/2014/main" xmlns="" id="{44DBAEB7-9700-9B23-C778-D6E31834EC64}"/>
                </a:ext>
              </a:extLst>
            </p:cNvPr>
            <p:cNvSpPr/>
            <p:nvPr/>
          </p:nvSpPr>
          <p:spPr>
            <a:xfrm>
              <a:off x="4978822" y="5717602"/>
              <a:ext cx="185679" cy="507784"/>
            </a:xfrm>
            <a:custGeom>
              <a:avLst/>
              <a:gdLst/>
              <a:ahLst/>
              <a:cxnLst/>
              <a:rect l="l" t="t" r="r" b="b"/>
              <a:pathLst>
                <a:path w="1086" h="2981" extrusionOk="0">
                  <a:moveTo>
                    <a:pt x="541" y="0"/>
                  </a:moveTo>
                  <a:lnTo>
                    <a:pt x="272" y="137"/>
                  </a:lnTo>
                  <a:lnTo>
                    <a:pt x="0" y="270"/>
                  </a:lnTo>
                  <a:lnTo>
                    <a:pt x="0" y="2981"/>
                  </a:lnTo>
                  <a:lnTo>
                    <a:pt x="1086" y="2981"/>
                  </a:lnTo>
                  <a:lnTo>
                    <a:pt x="1086" y="270"/>
                  </a:lnTo>
                  <a:lnTo>
                    <a:pt x="814" y="137"/>
                  </a:lnTo>
                  <a:lnTo>
                    <a:pt x="541" y="0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1387;p48">
              <a:extLst>
                <a:ext uri="{FF2B5EF4-FFF2-40B4-BE49-F238E27FC236}">
                  <a16:creationId xmlns:a16="http://schemas.microsoft.com/office/drawing/2014/main" xmlns="" id="{43AE2194-50DD-2A52-3D30-C2EED870AE58}"/>
                </a:ext>
              </a:extLst>
            </p:cNvPr>
            <p:cNvSpPr/>
            <p:nvPr/>
          </p:nvSpPr>
          <p:spPr>
            <a:xfrm>
              <a:off x="5164499" y="5664627"/>
              <a:ext cx="185166" cy="560759"/>
            </a:xfrm>
            <a:custGeom>
              <a:avLst/>
              <a:gdLst/>
              <a:ahLst/>
              <a:cxnLst/>
              <a:rect l="l" t="t" r="r" b="b"/>
              <a:pathLst>
                <a:path w="1083" h="3292" extrusionOk="0">
                  <a:moveTo>
                    <a:pt x="269" y="133"/>
                  </a:moveTo>
                  <a:lnTo>
                    <a:pt x="0" y="267"/>
                  </a:lnTo>
                  <a:lnTo>
                    <a:pt x="0" y="3292"/>
                  </a:lnTo>
                  <a:lnTo>
                    <a:pt x="1083" y="3292"/>
                  </a:lnTo>
                  <a:lnTo>
                    <a:pt x="1083" y="267"/>
                  </a:lnTo>
                  <a:lnTo>
                    <a:pt x="814" y="133"/>
                  </a:lnTo>
                  <a:lnTo>
                    <a:pt x="542" y="0"/>
                  </a:lnTo>
                  <a:lnTo>
                    <a:pt x="269" y="133"/>
                  </a:ln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1388;p48">
              <a:extLst>
                <a:ext uri="{FF2B5EF4-FFF2-40B4-BE49-F238E27FC236}">
                  <a16:creationId xmlns:a16="http://schemas.microsoft.com/office/drawing/2014/main" xmlns="" id="{56EBCB8B-771A-BABF-4B0C-CBE25155B5B6}"/>
                </a:ext>
              </a:extLst>
            </p:cNvPr>
            <p:cNvSpPr/>
            <p:nvPr/>
          </p:nvSpPr>
          <p:spPr>
            <a:xfrm>
              <a:off x="4607809" y="6225382"/>
              <a:ext cx="237484" cy="33556"/>
            </a:xfrm>
            <a:custGeom>
              <a:avLst/>
              <a:gdLst/>
              <a:ahLst/>
              <a:cxnLst/>
              <a:rect l="l" t="t" r="r" b="b"/>
              <a:pathLst>
                <a:path w="1389" h="197" extrusionOk="0">
                  <a:moveTo>
                    <a:pt x="0" y="0"/>
                  </a:moveTo>
                  <a:lnTo>
                    <a:pt x="608" y="197"/>
                  </a:lnTo>
                  <a:lnTo>
                    <a:pt x="1389" y="197"/>
                  </a:lnTo>
                  <a:lnTo>
                    <a:pt x="10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9000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1389;p48">
              <a:extLst>
                <a:ext uri="{FF2B5EF4-FFF2-40B4-BE49-F238E27FC236}">
                  <a16:creationId xmlns:a16="http://schemas.microsoft.com/office/drawing/2014/main" xmlns="" id="{19CA242F-390B-5522-843E-F3A6B0B4CF00}"/>
                </a:ext>
              </a:extLst>
            </p:cNvPr>
            <p:cNvSpPr/>
            <p:nvPr/>
          </p:nvSpPr>
          <p:spPr>
            <a:xfrm>
              <a:off x="4792974" y="6225382"/>
              <a:ext cx="185850" cy="33556"/>
            </a:xfrm>
            <a:custGeom>
              <a:avLst/>
              <a:gdLst/>
              <a:ahLst/>
              <a:cxnLst/>
              <a:rect l="l" t="t" r="r" b="b"/>
              <a:pathLst>
                <a:path w="1087" h="197" extrusionOk="0">
                  <a:moveTo>
                    <a:pt x="1087" y="0"/>
                  </a:moveTo>
                  <a:lnTo>
                    <a:pt x="1087" y="197"/>
                  </a:lnTo>
                  <a:lnTo>
                    <a:pt x="306" y="197"/>
                  </a:lnTo>
                  <a:lnTo>
                    <a:pt x="0" y="0"/>
                  </a:lnTo>
                  <a:lnTo>
                    <a:pt x="1087" y="0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1390;p48">
              <a:extLst>
                <a:ext uri="{FF2B5EF4-FFF2-40B4-BE49-F238E27FC236}">
                  <a16:creationId xmlns:a16="http://schemas.microsoft.com/office/drawing/2014/main" xmlns="" id="{E6312C23-3704-F192-694B-819C34AA7F0F}"/>
                </a:ext>
              </a:extLst>
            </p:cNvPr>
            <p:cNvSpPr/>
            <p:nvPr/>
          </p:nvSpPr>
          <p:spPr>
            <a:xfrm>
              <a:off x="5112694" y="6225382"/>
              <a:ext cx="237997" cy="33556"/>
            </a:xfrm>
            <a:custGeom>
              <a:avLst/>
              <a:gdLst/>
              <a:ahLst/>
              <a:cxnLst/>
              <a:rect l="l" t="t" r="r" b="b"/>
              <a:pathLst>
                <a:path w="1392" h="197" extrusionOk="0">
                  <a:moveTo>
                    <a:pt x="1392" y="0"/>
                  </a:moveTo>
                  <a:lnTo>
                    <a:pt x="781" y="197"/>
                  </a:lnTo>
                  <a:lnTo>
                    <a:pt x="0" y="197"/>
                  </a:lnTo>
                  <a:lnTo>
                    <a:pt x="306" y="0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1391;p48">
              <a:extLst>
                <a:ext uri="{FF2B5EF4-FFF2-40B4-BE49-F238E27FC236}">
                  <a16:creationId xmlns:a16="http://schemas.microsoft.com/office/drawing/2014/main" xmlns="" id="{E78C1FE6-C3F1-BADD-58E4-D7D5D7C248F8}"/>
                </a:ext>
              </a:extLst>
            </p:cNvPr>
            <p:cNvSpPr/>
            <p:nvPr/>
          </p:nvSpPr>
          <p:spPr>
            <a:xfrm>
              <a:off x="4978822" y="6225382"/>
              <a:ext cx="186192" cy="33556"/>
            </a:xfrm>
            <a:custGeom>
              <a:avLst/>
              <a:gdLst/>
              <a:ahLst/>
              <a:cxnLst/>
              <a:rect l="l" t="t" r="r" b="b"/>
              <a:pathLst>
                <a:path w="1089" h="197" extrusionOk="0">
                  <a:moveTo>
                    <a:pt x="0" y="0"/>
                  </a:moveTo>
                  <a:lnTo>
                    <a:pt x="0" y="197"/>
                  </a:lnTo>
                  <a:lnTo>
                    <a:pt x="783" y="197"/>
                  </a:lnTo>
                  <a:lnTo>
                    <a:pt x="10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3" name="Google Shape;1392;p48">
            <a:extLst>
              <a:ext uri="{FF2B5EF4-FFF2-40B4-BE49-F238E27FC236}">
                <a16:creationId xmlns:a16="http://schemas.microsoft.com/office/drawing/2014/main" xmlns="" id="{F723CDA2-87C8-CF48-FC54-AE0880C415C1}"/>
              </a:ext>
            </a:extLst>
          </p:cNvPr>
          <p:cNvGrpSpPr/>
          <p:nvPr/>
        </p:nvGrpSpPr>
        <p:grpSpPr>
          <a:xfrm>
            <a:off x="5588943" y="4671128"/>
            <a:ext cx="809899" cy="334215"/>
            <a:chOff x="2571250" y="5664711"/>
            <a:chExt cx="1439820" cy="594160"/>
          </a:xfrm>
        </p:grpSpPr>
        <p:sp>
          <p:nvSpPr>
            <p:cNvPr id="414" name="Google Shape;1393;p48">
              <a:extLst>
                <a:ext uri="{FF2B5EF4-FFF2-40B4-BE49-F238E27FC236}">
                  <a16:creationId xmlns:a16="http://schemas.microsoft.com/office/drawing/2014/main" xmlns="" id="{2BE7E938-8780-9F39-7755-BCA594D3A09B}"/>
                </a:ext>
              </a:extLst>
            </p:cNvPr>
            <p:cNvSpPr/>
            <p:nvPr/>
          </p:nvSpPr>
          <p:spPr>
            <a:xfrm>
              <a:off x="2751485" y="5699308"/>
              <a:ext cx="179409" cy="510050"/>
            </a:xfrm>
            <a:custGeom>
              <a:avLst/>
              <a:gdLst/>
              <a:ahLst/>
              <a:cxnLst/>
              <a:rect l="l" t="t" r="r" b="b"/>
              <a:pathLst>
                <a:path w="287" h="813" extrusionOk="0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813"/>
                    <a:pt x="0" y="813"/>
                    <a:pt x="0" y="813"/>
                  </a:cubicBezTo>
                  <a:cubicBezTo>
                    <a:pt x="287" y="813"/>
                    <a:pt x="287" y="813"/>
                    <a:pt x="287" y="813"/>
                  </a:cubicBezTo>
                  <a:cubicBezTo>
                    <a:pt x="287" y="144"/>
                    <a:pt x="287" y="144"/>
                    <a:pt x="287" y="144"/>
                  </a:cubicBezTo>
                  <a:cubicBezTo>
                    <a:pt x="287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1394;p48">
              <a:extLst>
                <a:ext uri="{FF2B5EF4-FFF2-40B4-BE49-F238E27FC236}">
                  <a16:creationId xmlns:a16="http://schemas.microsoft.com/office/drawing/2014/main" xmlns="" id="{B5D673AE-08A1-7F7C-F202-4566D4C4E067}"/>
                </a:ext>
              </a:extLst>
            </p:cNvPr>
            <p:cNvSpPr/>
            <p:nvPr/>
          </p:nvSpPr>
          <p:spPr>
            <a:xfrm>
              <a:off x="2765747" y="5713810"/>
              <a:ext cx="150600" cy="151500"/>
            </a:xfrm>
            <a:prstGeom prst="ellipse">
              <a:avLst/>
            </a:prstGeom>
            <a:solidFill>
              <a:srgbClr val="B45F06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1395;p48">
              <a:extLst>
                <a:ext uri="{FF2B5EF4-FFF2-40B4-BE49-F238E27FC236}">
                  <a16:creationId xmlns:a16="http://schemas.microsoft.com/office/drawing/2014/main" xmlns="" id="{69219FB9-29F9-C404-37AD-190EF5A10B3F}"/>
                </a:ext>
              </a:extLst>
            </p:cNvPr>
            <p:cNvSpPr/>
            <p:nvPr/>
          </p:nvSpPr>
          <p:spPr>
            <a:xfrm>
              <a:off x="2930895" y="5732455"/>
              <a:ext cx="180236" cy="476902"/>
            </a:xfrm>
            <a:custGeom>
              <a:avLst/>
              <a:gdLst/>
              <a:ahLst/>
              <a:cxnLst/>
              <a:rect l="l" t="t" r="r" b="b"/>
              <a:pathLst>
                <a:path w="288" h="760" extrusionOk="0">
                  <a:moveTo>
                    <a:pt x="144" y="0"/>
                  </a:moveTo>
                  <a:cubicBezTo>
                    <a:pt x="65" y="0"/>
                    <a:pt x="0" y="65"/>
                    <a:pt x="0" y="144"/>
                  </a:cubicBezTo>
                  <a:cubicBezTo>
                    <a:pt x="0" y="760"/>
                    <a:pt x="0" y="760"/>
                    <a:pt x="0" y="760"/>
                  </a:cubicBezTo>
                  <a:cubicBezTo>
                    <a:pt x="288" y="760"/>
                    <a:pt x="288" y="760"/>
                    <a:pt x="288" y="760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1396;p48">
              <a:extLst>
                <a:ext uri="{FF2B5EF4-FFF2-40B4-BE49-F238E27FC236}">
                  <a16:creationId xmlns:a16="http://schemas.microsoft.com/office/drawing/2014/main" xmlns="" id="{2A555F4D-B6E7-C7A0-760B-D74827CCA674}"/>
                </a:ext>
              </a:extLst>
            </p:cNvPr>
            <p:cNvSpPr/>
            <p:nvPr/>
          </p:nvSpPr>
          <p:spPr>
            <a:xfrm>
              <a:off x="2945363" y="5746957"/>
              <a:ext cx="151200" cy="151800"/>
            </a:xfrm>
            <a:prstGeom prst="ellipse">
              <a:avLst/>
            </a:prstGeom>
            <a:solidFill>
              <a:srgbClr val="BF9000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1397;p48">
              <a:extLst>
                <a:ext uri="{FF2B5EF4-FFF2-40B4-BE49-F238E27FC236}">
                  <a16:creationId xmlns:a16="http://schemas.microsoft.com/office/drawing/2014/main" xmlns="" id="{F937AF00-FF89-E920-5CC4-C76F43283789}"/>
                </a:ext>
              </a:extLst>
            </p:cNvPr>
            <p:cNvSpPr/>
            <p:nvPr/>
          </p:nvSpPr>
          <p:spPr>
            <a:xfrm>
              <a:off x="3111130" y="5756280"/>
              <a:ext cx="180030" cy="453078"/>
            </a:xfrm>
            <a:custGeom>
              <a:avLst/>
              <a:gdLst/>
              <a:ahLst/>
              <a:cxnLst/>
              <a:rect l="l" t="t" r="r" b="b"/>
              <a:pathLst>
                <a:path w="288" h="722" extrusionOk="0">
                  <a:moveTo>
                    <a:pt x="144" y="0"/>
                  </a:moveTo>
                  <a:cubicBezTo>
                    <a:pt x="65" y="0"/>
                    <a:pt x="0" y="65"/>
                    <a:pt x="0" y="144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288" y="722"/>
                    <a:pt x="288" y="722"/>
                    <a:pt x="288" y="722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1398;p48">
              <a:extLst>
                <a:ext uri="{FF2B5EF4-FFF2-40B4-BE49-F238E27FC236}">
                  <a16:creationId xmlns:a16="http://schemas.microsoft.com/office/drawing/2014/main" xmlns="" id="{7ED4B7E0-A308-2F99-A298-38D74A9044B2}"/>
                </a:ext>
              </a:extLst>
            </p:cNvPr>
            <p:cNvSpPr/>
            <p:nvPr/>
          </p:nvSpPr>
          <p:spPr>
            <a:xfrm>
              <a:off x="3125392" y="5770782"/>
              <a:ext cx="151200" cy="151800"/>
            </a:xfrm>
            <a:prstGeom prst="ellipse">
              <a:avLst/>
            </a:prstGeom>
            <a:solidFill>
              <a:srgbClr val="38761D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1399;p48">
              <a:extLst>
                <a:ext uri="{FF2B5EF4-FFF2-40B4-BE49-F238E27FC236}">
                  <a16:creationId xmlns:a16="http://schemas.microsoft.com/office/drawing/2014/main" xmlns="" id="{9C75E5FE-E9C0-9C7C-A32A-90FA9423A0C5}"/>
                </a:ext>
              </a:extLst>
            </p:cNvPr>
            <p:cNvSpPr/>
            <p:nvPr/>
          </p:nvSpPr>
          <p:spPr>
            <a:xfrm>
              <a:off x="3291159" y="5756280"/>
              <a:ext cx="180030" cy="453078"/>
            </a:xfrm>
            <a:custGeom>
              <a:avLst/>
              <a:gdLst/>
              <a:ahLst/>
              <a:cxnLst/>
              <a:rect l="l" t="t" r="r" b="b"/>
              <a:pathLst>
                <a:path w="288" h="722" extrusionOk="0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288" y="722"/>
                    <a:pt x="288" y="722"/>
                    <a:pt x="288" y="722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1400;p48">
              <a:extLst>
                <a:ext uri="{FF2B5EF4-FFF2-40B4-BE49-F238E27FC236}">
                  <a16:creationId xmlns:a16="http://schemas.microsoft.com/office/drawing/2014/main" xmlns="" id="{4575062C-A456-C353-6B15-3B61265567B4}"/>
                </a:ext>
              </a:extLst>
            </p:cNvPr>
            <p:cNvSpPr/>
            <p:nvPr/>
          </p:nvSpPr>
          <p:spPr>
            <a:xfrm>
              <a:off x="3305628" y="5770782"/>
              <a:ext cx="151200" cy="151800"/>
            </a:xfrm>
            <a:prstGeom prst="ellipse">
              <a:avLst/>
            </a:prstGeom>
            <a:solidFill>
              <a:srgbClr val="134F5C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1401;p48">
              <a:extLst>
                <a:ext uri="{FF2B5EF4-FFF2-40B4-BE49-F238E27FC236}">
                  <a16:creationId xmlns:a16="http://schemas.microsoft.com/office/drawing/2014/main" xmlns="" id="{4341650B-9EA3-B605-CACA-8A0988128E80}"/>
                </a:ext>
              </a:extLst>
            </p:cNvPr>
            <p:cNvSpPr/>
            <p:nvPr/>
          </p:nvSpPr>
          <p:spPr>
            <a:xfrm>
              <a:off x="3471189" y="5732455"/>
              <a:ext cx="180236" cy="476902"/>
            </a:xfrm>
            <a:custGeom>
              <a:avLst/>
              <a:gdLst/>
              <a:ahLst/>
              <a:cxnLst/>
              <a:rect l="l" t="t" r="r" b="b"/>
              <a:pathLst>
                <a:path w="288" h="760" extrusionOk="0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760"/>
                    <a:pt x="0" y="760"/>
                    <a:pt x="0" y="760"/>
                  </a:cubicBezTo>
                  <a:cubicBezTo>
                    <a:pt x="288" y="760"/>
                    <a:pt x="288" y="760"/>
                    <a:pt x="288" y="760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1402;p48">
              <a:extLst>
                <a:ext uri="{FF2B5EF4-FFF2-40B4-BE49-F238E27FC236}">
                  <a16:creationId xmlns:a16="http://schemas.microsoft.com/office/drawing/2014/main" xmlns="" id="{7180B2DB-8234-5FB6-8C64-C5F87F0F8A4A}"/>
                </a:ext>
              </a:extLst>
            </p:cNvPr>
            <p:cNvSpPr/>
            <p:nvPr/>
          </p:nvSpPr>
          <p:spPr>
            <a:xfrm>
              <a:off x="3485657" y="5746957"/>
              <a:ext cx="151200" cy="151800"/>
            </a:xfrm>
            <a:prstGeom prst="ellipse">
              <a:avLst/>
            </a:prstGeom>
            <a:solidFill>
              <a:srgbClr val="1155CC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1403;p48">
              <a:extLst>
                <a:ext uri="{FF2B5EF4-FFF2-40B4-BE49-F238E27FC236}">
                  <a16:creationId xmlns:a16="http://schemas.microsoft.com/office/drawing/2014/main" xmlns="" id="{C2274CFD-D106-34C4-0DF6-8BB02688B043}"/>
                </a:ext>
              </a:extLst>
            </p:cNvPr>
            <p:cNvSpPr/>
            <p:nvPr/>
          </p:nvSpPr>
          <p:spPr>
            <a:xfrm>
              <a:off x="3651425" y="5699308"/>
              <a:ext cx="179409" cy="510050"/>
            </a:xfrm>
            <a:custGeom>
              <a:avLst/>
              <a:gdLst/>
              <a:ahLst/>
              <a:cxnLst/>
              <a:rect l="l" t="t" r="r" b="b"/>
              <a:pathLst>
                <a:path w="287" h="813" extrusionOk="0">
                  <a:moveTo>
                    <a:pt x="143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813"/>
                    <a:pt x="0" y="813"/>
                    <a:pt x="0" y="813"/>
                  </a:cubicBezTo>
                  <a:cubicBezTo>
                    <a:pt x="287" y="813"/>
                    <a:pt x="287" y="813"/>
                    <a:pt x="287" y="813"/>
                  </a:cubicBezTo>
                  <a:cubicBezTo>
                    <a:pt x="287" y="144"/>
                    <a:pt x="287" y="144"/>
                    <a:pt x="287" y="144"/>
                  </a:cubicBezTo>
                  <a:cubicBezTo>
                    <a:pt x="287" y="65"/>
                    <a:pt x="223" y="0"/>
                    <a:pt x="143" y="0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1404;p48">
              <a:extLst>
                <a:ext uri="{FF2B5EF4-FFF2-40B4-BE49-F238E27FC236}">
                  <a16:creationId xmlns:a16="http://schemas.microsoft.com/office/drawing/2014/main" xmlns="" id="{EDEB9918-5712-71F5-269B-DF1D67E7E3D4}"/>
                </a:ext>
              </a:extLst>
            </p:cNvPr>
            <p:cNvSpPr/>
            <p:nvPr/>
          </p:nvSpPr>
          <p:spPr>
            <a:xfrm>
              <a:off x="3665893" y="5713810"/>
              <a:ext cx="150600" cy="151500"/>
            </a:xfrm>
            <a:prstGeom prst="ellipse">
              <a:avLst/>
            </a:prstGeom>
            <a:solidFill>
              <a:srgbClr val="351C75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1405;p48">
              <a:extLst>
                <a:ext uri="{FF2B5EF4-FFF2-40B4-BE49-F238E27FC236}">
                  <a16:creationId xmlns:a16="http://schemas.microsoft.com/office/drawing/2014/main" xmlns="" id="{D8689938-BF81-5324-C575-B3F01A39AB04}"/>
                </a:ext>
              </a:extLst>
            </p:cNvPr>
            <p:cNvSpPr/>
            <p:nvPr/>
          </p:nvSpPr>
          <p:spPr>
            <a:xfrm>
              <a:off x="3830834" y="5664711"/>
              <a:ext cx="180236" cy="544646"/>
            </a:xfrm>
            <a:custGeom>
              <a:avLst/>
              <a:gdLst/>
              <a:ahLst/>
              <a:cxnLst/>
              <a:rect l="l" t="t" r="r" b="b"/>
              <a:pathLst>
                <a:path w="288" h="868" extrusionOk="0">
                  <a:moveTo>
                    <a:pt x="144" y="0"/>
                  </a:moveTo>
                  <a:cubicBezTo>
                    <a:pt x="65" y="0"/>
                    <a:pt x="0" y="64"/>
                    <a:pt x="0" y="144"/>
                  </a:cubicBezTo>
                  <a:cubicBezTo>
                    <a:pt x="0" y="868"/>
                    <a:pt x="0" y="868"/>
                    <a:pt x="0" y="868"/>
                  </a:cubicBezTo>
                  <a:cubicBezTo>
                    <a:pt x="288" y="868"/>
                    <a:pt x="288" y="868"/>
                    <a:pt x="288" y="868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4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1406;p48">
              <a:extLst>
                <a:ext uri="{FF2B5EF4-FFF2-40B4-BE49-F238E27FC236}">
                  <a16:creationId xmlns:a16="http://schemas.microsoft.com/office/drawing/2014/main" xmlns="" id="{70C2E511-91FE-5B5E-E107-4ABF4F43AAEC}"/>
                </a:ext>
              </a:extLst>
            </p:cNvPr>
            <p:cNvSpPr/>
            <p:nvPr/>
          </p:nvSpPr>
          <p:spPr>
            <a:xfrm>
              <a:off x="3845302" y="5679213"/>
              <a:ext cx="151200" cy="151800"/>
            </a:xfrm>
            <a:prstGeom prst="ellipse">
              <a:avLst/>
            </a:prstGeom>
            <a:solidFill>
              <a:srgbClr val="741B47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1407;p48">
              <a:extLst>
                <a:ext uri="{FF2B5EF4-FFF2-40B4-BE49-F238E27FC236}">
                  <a16:creationId xmlns:a16="http://schemas.microsoft.com/office/drawing/2014/main" xmlns="" id="{F827B3EE-362C-2A5B-917B-A321AF2E58C7}"/>
                </a:ext>
              </a:extLst>
            </p:cNvPr>
            <p:cNvSpPr/>
            <p:nvPr/>
          </p:nvSpPr>
          <p:spPr>
            <a:xfrm>
              <a:off x="2571250" y="5664711"/>
              <a:ext cx="180236" cy="544646"/>
            </a:xfrm>
            <a:custGeom>
              <a:avLst/>
              <a:gdLst/>
              <a:ahLst/>
              <a:cxnLst/>
              <a:rect l="l" t="t" r="r" b="b"/>
              <a:pathLst>
                <a:path w="288" h="868" extrusionOk="0">
                  <a:moveTo>
                    <a:pt x="144" y="0"/>
                  </a:moveTo>
                  <a:cubicBezTo>
                    <a:pt x="64" y="0"/>
                    <a:pt x="0" y="64"/>
                    <a:pt x="0" y="144"/>
                  </a:cubicBezTo>
                  <a:cubicBezTo>
                    <a:pt x="0" y="868"/>
                    <a:pt x="0" y="868"/>
                    <a:pt x="0" y="868"/>
                  </a:cubicBezTo>
                  <a:cubicBezTo>
                    <a:pt x="288" y="868"/>
                    <a:pt x="288" y="868"/>
                    <a:pt x="288" y="868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4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1408;p48">
              <a:extLst>
                <a:ext uri="{FF2B5EF4-FFF2-40B4-BE49-F238E27FC236}">
                  <a16:creationId xmlns:a16="http://schemas.microsoft.com/office/drawing/2014/main" xmlns="" id="{796A9276-A74E-9D7D-9C8E-8A30357AC27E}"/>
                </a:ext>
              </a:extLst>
            </p:cNvPr>
            <p:cNvSpPr/>
            <p:nvPr/>
          </p:nvSpPr>
          <p:spPr>
            <a:xfrm>
              <a:off x="2585718" y="5679213"/>
              <a:ext cx="151200" cy="151800"/>
            </a:xfrm>
            <a:prstGeom prst="ellipse">
              <a:avLst/>
            </a:prstGeom>
            <a:solidFill>
              <a:srgbClr val="990000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1409;p48">
              <a:extLst>
                <a:ext uri="{FF2B5EF4-FFF2-40B4-BE49-F238E27FC236}">
                  <a16:creationId xmlns:a16="http://schemas.microsoft.com/office/drawing/2014/main" xmlns="" id="{5D24E096-5EB8-9ABA-2762-DF7E084876F2}"/>
                </a:ext>
              </a:extLst>
            </p:cNvPr>
            <p:cNvSpPr/>
            <p:nvPr/>
          </p:nvSpPr>
          <p:spPr>
            <a:xfrm>
              <a:off x="2571250" y="6209358"/>
              <a:ext cx="365226" cy="49514"/>
            </a:xfrm>
            <a:custGeom>
              <a:avLst/>
              <a:gdLst/>
              <a:ahLst/>
              <a:cxnLst/>
              <a:rect l="l" t="t" r="r" b="b"/>
              <a:pathLst>
                <a:path w="1767" h="239" extrusionOk="0">
                  <a:moveTo>
                    <a:pt x="1767" y="239"/>
                  </a:moveTo>
                  <a:lnTo>
                    <a:pt x="1198" y="239"/>
                  </a:lnTo>
                  <a:lnTo>
                    <a:pt x="0" y="0"/>
                  </a:lnTo>
                  <a:lnTo>
                    <a:pt x="872" y="0"/>
                  </a:lnTo>
                  <a:lnTo>
                    <a:pt x="1767" y="239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1410;p48">
              <a:extLst>
                <a:ext uri="{FF2B5EF4-FFF2-40B4-BE49-F238E27FC236}">
                  <a16:creationId xmlns:a16="http://schemas.microsoft.com/office/drawing/2014/main" xmlns="" id="{AD80B590-8349-B782-BA05-B028D48DFB5A}"/>
                </a:ext>
              </a:extLst>
            </p:cNvPr>
            <p:cNvSpPr/>
            <p:nvPr/>
          </p:nvSpPr>
          <p:spPr>
            <a:xfrm>
              <a:off x="2751485" y="6209358"/>
              <a:ext cx="303218" cy="49514"/>
            </a:xfrm>
            <a:custGeom>
              <a:avLst/>
              <a:gdLst/>
              <a:ahLst/>
              <a:cxnLst/>
              <a:rect l="l" t="t" r="r" b="b"/>
              <a:pathLst>
                <a:path w="1467" h="239" extrusionOk="0">
                  <a:moveTo>
                    <a:pt x="1467" y="239"/>
                  </a:moveTo>
                  <a:lnTo>
                    <a:pt x="895" y="239"/>
                  </a:lnTo>
                  <a:lnTo>
                    <a:pt x="0" y="0"/>
                  </a:lnTo>
                  <a:lnTo>
                    <a:pt x="868" y="0"/>
                  </a:lnTo>
                  <a:lnTo>
                    <a:pt x="1467" y="239"/>
                  </a:ln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1411;p48">
              <a:extLst>
                <a:ext uri="{FF2B5EF4-FFF2-40B4-BE49-F238E27FC236}">
                  <a16:creationId xmlns:a16="http://schemas.microsoft.com/office/drawing/2014/main" xmlns="" id="{FF2FB2FD-758E-D133-10D9-E6B60B1DCB7F}"/>
                </a:ext>
              </a:extLst>
            </p:cNvPr>
            <p:cNvSpPr/>
            <p:nvPr/>
          </p:nvSpPr>
          <p:spPr>
            <a:xfrm>
              <a:off x="2930895" y="6209358"/>
              <a:ext cx="242037" cy="49514"/>
            </a:xfrm>
            <a:custGeom>
              <a:avLst/>
              <a:gdLst/>
              <a:ahLst/>
              <a:cxnLst/>
              <a:rect l="l" t="t" r="r" b="b"/>
              <a:pathLst>
                <a:path w="1171" h="239" extrusionOk="0">
                  <a:moveTo>
                    <a:pt x="1171" y="239"/>
                  </a:moveTo>
                  <a:lnTo>
                    <a:pt x="599" y="239"/>
                  </a:lnTo>
                  <a:lnTo>
                    <a:pt x="0" y="0"/>
                  </a:lnTo>
                  <a:lnTo>
                    <a:pt x="872" y="0"/>
                  </a:lnTo>
                  <a:lnTo>
                    <a:pt x="1171" y="239"/>
                  </a:lnTo>
                  <a:close/>
                </a:path>
              </a:pathLst>
            </a:custGeom>
            <a:solidFill>
              <a:srgbClr val="BF9000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1412;p48">
              <a:extLst>
                <a:ext uri="{FF2B5EF4-FFF2-40B4-BE49-F238E27FC236}">
                  <a16:creationId xmlns:a16="http://schemas.microsoft.com/office/drawing/2014/main" xmlns="" id="{F51E969D-44A8-0CEA-CFF1-D0C9BBE0E5A3}"/>
                </a:ext>
              </a:extLst>
            </p:cNvPr>
            <p:cNvSpPr/>
            <p:nvPr/>
          </p:nvSpPr>
          <p:spPr>
            <a:xfrm>
              <a:off x="3111130" y="6209358"/>
              <a:ext cx="180029" cy="49514"/>
            </a:xfrm>
            <a:custGeom>
              <a:avLst/>
              <a:gdLst/>
              <a:ahLst/>
              <a:cxnLst/>
              <a:rect l="l" t="t" r="r" b="b"/>
              <a:pathLst>
                <a:path w="871" h="239" extrusionOk="0">
                  <a:moveTo>
                    <a:pt x="871" y="239"/>
                  </a:moveTo>
                  <a:lnTo>
                    <a:pt x="299" y="239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871" y="239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1413;p48">
              <a:extLst>
                <a:ext uri="{FF2B5EF4-FFF2-40B4-BE49-F238E27FC236}">
                  <a16:creationId xmlns:a16="http://schemas.microsoft.com/office/drawing/2014/main" xmlns="" id="{5A4DF0A9-49CB-12A9-58EB-E0EFAA11F947}"/>
                </a:ext>
              </a:extLst>
            </p:cNvPr>
            <p:cNvSpPr/>
            <p:nvPr/>
          </p:nvSpPr>
          <p:spPr>
            <a:xfrm>
              <a:off x="3291159" y="6209358"/>
              <a:ext cx="180029" cy="49514"/>
            </a:xfrm>
            <a:custGeom>
              <a:avLst/>
              <a:gdLst/>
              <a:ahLst/>
              <a:cxnLst/>
              <a:rect l="l" t="t" r="r" b="b"/>
              <a:pathLst>
                <a:path w="871" h="239" extrusionOk="0">
                  <a:moveTo>
                    <a:pt x="572" y="239"/>
                  </a:moveTo>
                  <a:lnTo>
                    <a:pt x="0" y="239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1414;p48">
              <a:extLst>
                <a:ext uri="{FF2B5EF4-FFF2-40B4-BE49-F238E27FC236}">
                  <a16:creationId xmlns:a16="http://schemas.microsoft.com/office/drawing/2014/main" xmlns="" id="{063984C1-A46F-0FC5-12F5-07FFDB779C10}"/>
                </a:ext>
              </a:extLst>
            </p:cNvPr>
            <p:cNvSpPr/>
            <p:nvPr/>
          </p:nvSpPr>
          <p:spPr>
            <a:xfrm>
              <a:off x="3409388" y="6209358"/>
              <a:ext cx="242037" cy="49514"/>
            </a:xfrm>
            <a:custGeom>
              <a:avLst/>
              <a:gdLst/>
              <a:ahLst/>
              <a:cxnLst/>
              <a:rect l="l" t="t" r="r" b="b"/>
              <a:pathLst>
                <a:path w="1171" h="239" extrusionOk="0">
                  <a:moveTo>
                    <a:pt x="572" y="239"/>
                  </a:moveTo>
                  <a:lnTo>
                    <a:pt x="0" y="239"/>
                  </a:lnTo>
                  <a:lnTo>
                    <a:pt x="299" y="0"/>
                  </a:lnTo>
                  <a:lnTo>
                    <a:pt x="1171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1415;p48">
              <a:extLst>
                <a:ext uri="{FF2B5EF4-FFF2-40B4-BE49-F238E27FC236}">
                  <a16:creationId xmlns:a16="http://schemas.microsoft.com/office/drawing/2014/main" xmlns="" id="{5177AE5A-8982-02CF-545F-4D2AF73F5AF7}"/>
                </a:ext>
              </a:extLst>
            </p:cNvPr>
            <p:cNvSpPr/>
            <p:nvPr/>
          </p:nvSpPr>
          <p:spPr>
            <a:xfrm>
              <a:off x="3527616" y="6209358"/>
              <a:ext cx="303218" cy="49514"/>
            </a:xfrm>
            <a:custGeom>
              <a:avLst/>
              <a:gdLst/>
              <a:ahLst/>
              <a:cxnLst/>
              <a:rect l="l" t="t" r="r" b="b"/>
              <a:pathLst>
                <a:path w="1467" h="239" extrusionOk="0">
                  <a:moveTo>
                    <a:pt x="572" y="239"/>
                  </a:moveTo>
                  <a:lnTo>
                    <a:pt x="0" y="239"/>
                  </a:lnTo>
                  <a:lnTo>
                    <a:pt x="599" y="0"/>
                  </a:lnTo>
                  <a:lnTo>
                    <a:pt x="1467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1416;p48">
              <a:extLst>
                <a:ext uri="{FF2B5EF4-FFF2-40B4-BE49-F238E27FC236}">
                  <a16:creationId xmlns:a16="http://schemas.microsoft.com/office/drawing/2014/main" xmlns="" id="{193CFC91-5E3F-50F9-A444-0FDE20D65263}"/>
                </a:ext>
              </a:extLst>
            </p:cNvPr>
            <p:cNvSpPr/>
            <p:nvPr/>
          </p:nvSpPr>
          <p:spPr>
            <a:xfrm>
              <a:off x="3645844" y="6209358"/>
              <a:ext cx="365226" cy="49514"/>
            </a:xfrm>
            <a:custGeom>
              <a:avLst/>
              <a:gdLst/>
              <a:ahLst/>
              <a:cxnLst/>
              <a:rect l="l" t="t" r="r" b="b"/>
              <a:pathLst>
                <a:path w="1767" h="239" extrusionOk="0">
                  <a:moveTo>
                    <a:pt x="572" y="239"/>
                  </a:moveTo>
                  <a:lnTo>
                    <a:pt x="0" y="239"/>
                  </a:lnTo>
                  <a:lnTo>
                    <a:pt x="895" y="0"/>
                  </a:lnTo>
                  <a:lnTo>
                    <a:pt x="1767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741B47"/>
            </a:solidFill>
            <a:ln>
              <a:noFill/>
            </a:ln>
          </p:spPr>
          <p:txBody>
            <a:bodyPr spcFirstLastPara="1" wrap="square" lIns="51431" tIns="25706" rIns="51431" bIns="25706" anchor="t" anchorCtr="0">
              <a:noAutofit/>
            </a:bodyPr>
            <a:lstStyle/>
            <a:p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8" name="Google Shape;1417;p48">
            <a:extLst>
              <a:ext uri="{FF2B5EF4-FFF2-40B4-BE49-F238E27FC236}">
                <a16:creationId xmlns:a16="http://schemas.microsoft.com/office/drawing/2014/main" xmlns="" id="{C144C240-82A0-9DCE-7598-FBE64F0F840A}"/>
              </a:ext>
            </a:extLst>
          </p:cNvPr>
          <p:cNvGrpSpPr/>
          <p:nvPr/>
        </p:nvGrpSpPr>
        <p:grpSpPr>
          <a:xfrm>
            <a:off x="6808269" y="4670972"/>
            <a:ext cx="481853" cy="334527"/>
            <a:chOff x="6332670" y="5663946"/>
            <a:chExt cx="856627" cy="594715"/>
          </a:xfrm>
        </p:grpSpPr>
        <p:grpSp>
          <p:nvGrpSpPr>
            <p:cNvPr id="439" name="Google Shape;1418;p48">
              <a:extLst>
                <a:ext uri="{FF2B5EF4-FFF2-40B4-BE49-F238E27FC236}">
                  <a16:creationId xmlns:a16="http://schemas.microsoft.com/office/drawing/2014/main" xmlns="" id="{EAD5E78E-4CDC-2C22-5638-F2553C231D52}"/>
                </a:ext>
              </a:extLst>
            </p:cNvPr>
            <p:cNvGrpSpPr/>
            <p:nvPr/>
          </p:nvGrpSpPr>
          <p:grpSpPr>
            <a:xfrm>
              <a:off x="6392364" y="5663946"/>
              <a:ext cx="796933" cy="185801"/>
              <a:chOff x="3321050" y="1066800"/>
              <a:chExt cx="6505573" cy="1508125"/>
            </a:xfrm>
          </p:grpSpPr>
          <p:sp>
            <p:nvSpPr>
              <p:cNvPr id="446" name="Google Shape;1419;p48">
                <a:extLst>
                  <a:ext uri="{FF2B5EF4-FFF2-40B4-BE49-F238E27FC236}">
                    <a16:creationId xmlns:a16="http://schemas.microsoft.com/office/drawing/2014/main" xmlns="" id="{3E9BDBD9-B861-63A6-E0FE-3CA544DAF7A9}"/>
                  </a:ext>
                </a:extLst>
              </p:cNvPr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384" extrusionOk="0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6AA84F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" name="Google Shape;1420;p48">
                <a:extLst>
                  <a:ext uri="{FF2B5EF4-FFF2-40B4-BE49-F238E27FC236}">
                    <a16:creationId xmlns:a16="http://schemas.microsoft.com/office/drawing/2014/main" xmlns="" id="{9A82D1B8-94B1-1559-66A0-348AA5209562}"/>
                  </a:ext>
                </a:extLst>
              </p:cNvPr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7" extrusionOk="0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38761D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0" name="Google Shape;1421;p48">
              <a:extLst>
                <a:ext uri="{FF2B5EF4-FFF2-40B4-BE49-F238E27FC236}">
                  <a16:creationId xmlns:a16="http://schemas.microsoft.com/office/drawing/2014/main" xmlns="" id="{695273ED-7FFD-9197-F5B7-7E20169DB7AD}"/>
                </a:ext>
              </a:extLst>
            </p:cNvPr>
            <p:cNvGrpSpPr/>
            <p:nvPr/>
          </p:nvGrpSpPr>
          <p:grpSpPr>
            <a:xfrm flipH="1">
              <a:off x="6332670" y="5868403"/>
              <a:ext cx="796933" cy="185801"/>
              <a:chOff x="3321050" y="1066800"/>
              <a:chExt cx="6505573" cy="1508125"/>
            </a:xfrm>
          </p:grpSpPr>
          <p:sp>
            <p:nvSpPr>
              <p:cNvPr id="444" name="Google Shape;1422;p48">
                <a:extLst>
                  <a:ext uri="{FF2B5EF4-FFF2-40B4-BE49-F238E27FC236}">
                    <a16:creationId xmlns:a16="http://schemas.microsoft.com/office/drawing/2014/main" xmlns="" id="{C2C8A890-1BE6-3BB4-E941-9F40153B1B61}"/>
                  </a:ext>
                </a:extLst>
              </p:cNvPr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384" extrusionOk="0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1423;p48">
                <a:extLst>
                  <a:ext uri="{FF2B5EF4-FFF2-40B4-BE49-F238E27FC236}">
                    <a16:creationId xmlns:a16="http://schemas.microsoft.com/office/drawing/2014/main" xmlns="" id="{15B46F8E-C170-4183-BB6D-F32FE605FB6E}"/>
                  </a:ext>
                </a:extLst>
              </p:cNvPr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7" extrusionOk="0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134F5C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1" name="Google Shape;1424;p48">
              <a:extLst>
                <a:ext uri="{FF2B5EF4-FFF2-40B4-BE49-F238E27FC236}">
                  <a16:creationId xmlns:a16="http://schemas.microsoft.com/office/drawing/2014/main" xmlns="" id="{4CB68ACE-60B2-F2C3-F0B5-B5AB33F8433A}"/>
                </a:ext>
              </a:extLst>
            </p:cNvPr>
            <p:cNvGrpSpPr/>
            <p:nvPr/>
          </p:nvGrpSpPr>
          <p:grpSpPr>
            <a:xfrm>
              <a:off x="6392364" y="6072860"/>
              <a:ext cx="796933" cy="185801"/>
              <a:chOff x="3321050" y="1066800"/>
              <a:chExt cx="6505573" cy="1508125"/>
            </a:xfrm>
          </p:grpSpPr>
          <p:sp>
            <p:nvSpPr>
              <p:cNvPr id="442" name="Google Shape;1425;p48">
                <a:extLst>
                  <a:ext uri="{FF2B5EF4-FFF2-40B4-BE49-F238E27FC236}">
                    <a16:creationId xmlns:a16="http://schemas.microsoft.com/office/drawing/2014/main" xmlns="" id="{699A3E4E-0BA8-77F4-D21E-D5331383799D}"/>
                  </a:ext>
                </a:extLst>
              </p:cNvPr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384" extrusionOk="0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3C78D8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1426;p48">
                <a:extLst>
                  <a:ext uri="{FF2B5EF4-FFF2-40B4-BE49-F238E27FC236}">
                    <a16:creationId xmlns:a16="http://schemas.microsoft.com/office/drawing/2014/main" xmlns="" id="{38E72BA6-310C-9822-F6FE-39C58BE9FC24}"/>
                  </a:ext>
                </a:extLst>
              </p:cNvPr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7" extrusionOk="0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1C4587"/>
              </a:solidFill>
              <a:ln>
                <a:noFill/>
              </a:ln>
            </p:spPr>
            <p:txBody>
              <a:bodyPr spcFirstLastPara="1" wrap="square" lIns="51431" tIns="25706" rIns="51431" bIns="25706" anchor="t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400"/>
                </a:pP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48" name="Google Shape;1427;p48">
            <a:extLst>
              <a:ext uri="{FF2B5EF4-FFF2-40B4-BE49-F238E27FC236}">
                <a16:creationId xmlns:a16="http://schemas.microsoft.com/office/drawing/2014/main" xmlns="" id="{85A08D3A-4DD1-D640-8941-A643810949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9996" y="1574027"/>
            <a:ext cx="5575050" cy="297225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b" anchorCtr="0">
            <a:noAutofit/>
          </a:bodyPr>
          <a:lstStyle/>
          <a:p>
            <a:pPr algn="ctr"/>
            <a:r>
              <a:rPr lang="en" sz="1500" dirty="0">
                <a:solidFill>
                  <a:srgbClr val="0070C0"/>
                </a:solidFill>
              </a:rPr>
              <a:t>Diagrams and infographics</a:t>
            </a:r>
            <a:endParaRPr sz="15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503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694;p47">
            <a:extLst>
              <a:ext uri="{FF2B5EF4-FFF2-40B4-BE49-F238E27FC236}">
                <a16:creationId xmlns:a16="http://schemas.microsoft.com/office/drawing/2014/main" xmlns="" id="{96EA2D36-9806-E323-DC90-05E9CC6FDD57}"/>
              </a:ext>
            </a:extLst>
          </p:cNvPr>
          <p:cNvGrpSpPr/>
          <p:nvPr/>
        </p:nvGrpSpPr>
        <p:grpSpPr>
          <a:xfrm>
            <a:off x="3580445" y="2330406"/>
            <a:ext cx="205462" cy="259846"/>
            <a:chOff x="584925" y="238125"/>
            <a:chExt cx="415200" cy="525100"/>
          </a:xfrm>
        </p:grpSpPr>
        <p:sp>
          <p:nvSpPr>
            <p:cNvPr id="3" name="Google Shape;695;p47">
              <a:extLst>
                <a:ext uri="{FF2B5EF4-FFF2-40B4-BE49-F238E27FC236}">
                  <a16:creationId xmlns:a16="http://schemas.microsoft.com/office/drawing/2014/main" xmlns="" id="{70FFE785-5F39-8E99-C0F4-5954578BB24F}"/>
                </a:ext>
              </a:extLst>
            </p:cNvPr>
            <p:cNvSpPr/>
            <p:nvPr/>
          </p:nvSpPr>
          <p:spPr>
            <a:xfrm>
              <a:off x="621550" y="299175"/>
              <a:ext cx="378575" cy="464050"/>
            </a:xfrm>
            <a:custGeom>
              <a:avLst/>
              <a:gdLst/>
              <a:ahLst/>
              <a:cxnLst/>
              <a:rect l="l" t="t" r="r" b="b"/>
              <a:pathLst>
                <a:path w="15143" h="18562" extrusionOk="0">
                  <a:moveTo>
                    <a:pt x="14166" y="0"/>
                  </a:moveTo>
                  <a:lnTo>
                    <a:pt x="14166" y="16755"/>
                  </a:lnTo>
                  <a:lnTo>
                    <a:pt x="14141" y="16926"/>
                  </a:lnTo>
                  <a:lnTo>
                    <a:pt x="14093" y="17072"/>
                  </a:lnTo>
                  <a:lnTo>
                    <a:pt x="14044" y="17194"/>
                  </a:lnTo>
                  <a:lnTo>
                    <a:pt x="13946" y="17341"/>
                  </a:lnTo>
                  <a:lnTo>
                    <a:pt x="13824" y="17438"/>
                  </a:lnTo>
                  <a:lnTo>
                    <a:pt x="13677" y="17512"/>
                  </a:lnTo>
                  <a:lnTo>
                    <a:pt x="13531" y="17561"/>
                  </a:lnTo>
                  <a:lnTo>
                    <a:pt x="13384" y="17585"/>
                  </a:lnTo>
                  <a:lnTo>
                    <a:pt x="0" y="17585"/>
                  </a:lnTo>
                  <a:lnTo>
                    <a:pt x="0" y="17731"/>
                  </a:lnTo>
                  <a:lnTo>
                    <a:pt x="25" y="17902"/>
                  </a:lnTo>
                  <a:lnTo>
                    <a:pt x="74" y="18049"/>
                  </a:lnTo>
                  <a:lnTo>
                    <a:pt x="123" y="18171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71"/>
                  </a:lnTo>
                  <a:lnTo>
                    <a:pt x="15069" y="18049"/>
                  </a:lnTo>
                  <a:lnTo>
                    <a:pt x="15118" y="17902"/>
                  </a:lnTo>
                  <a:lnTo>
                    <a:pt x="15143" y="17731"/>
                  </a:lnTo>
                  <a:lnTo>
                    <a:pt x="15143" y="733"/>
                  </a:lnTo>
                  <a:lnTo>
                    <a:pt x="15118" y="586"/>
                  </a:lnTo>
                  <a:lnTo>
                    <a:pt x="15069" y="440"/>
                  </a:lnTo>
                  <a:lnTo>
                    <a:pt x="15021" y="318"/>
                  </a:lnTo>
                  <a:lnTo>
                    <a:pt x="14923" y="196"/>
                  </a:lnTo>
                  <a:lnTo>
                    <a:pt x="14801" y="122"/>
                  </a:lnTo>
                  <a:lnTo>
                    <a:pt x="14654" y="49"/>
                  </a:lnTo>
                  <a:lnTo>
                    <a:pt x="14508" y="25"/>
                  </a:lnTo>
                  <a:lnTo>
                    <a:pt x="1436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" name="Google Shape;696;p47">
              <a:extLst>
                <a:ext uri="{FF2B5EF4-FFF2-40B4-BE49-F238E27FC236}">
                  <a16:creationId xmlns:a16="http://schemas.microsoft.com/office/drawing/2014/main" xmlns="" id="{ADB51787-8432-CA12-8723-2FDEF0AE4AE1}"/>
                </a:ext>
              </a:extLst>
            </p:cNvPr>
            <p:cNvSpPr/>
            <p:nvPr/>
          </p:nvSpPr>
          <p:spPr>
            <a:xfrm>
              <a:off x="633750" y="238125"/>
              <a:ext cx="29350" cy="63500"/>
            </a:xfrm>
            <a:custGeom>
              <a:avLst/>
              <a:gdLst/>
              <a:ahLst/>
              <a:cxnLst/>
              <a:rect l="l" t="t" r="r" b="b"/>
              <a:pathLst>
                <a:path w="1174" h="2540" extrusionOk="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" name="Google Shape;697;p47">
              <a:extLst>
                <a:ext uri="{FF2B5EF4-FFF2-40B4-BE49-F238E27FC236}">
                  <a16:creationId xmlns:a16="http://schemas.microsoft.com/office/drawing/2014/main" xmlns="" id="{C4515FF8-4F20-2DEC-796B-121E0E4F469B}"/>
                </a:ext>
              </a:extLst>
            </p:cNvPr>
            <p:cNvSpPr/>
            <p:nvPr/>
          </p:nvSpPr>
          <p:spPr>
            <a:xfrm>
              <a:off x="716800" y="238125"/>
              <a:ext cx="29325" cy="63500"/>
            </a:xfrm>
            <a:custGeom>
              <a:avLst/>
              <a:gdLst/>
              <a:ahLst/>
              <a:cxnLst/>
              <a:rect l="l" t="t" r="r" b="b"/>
              <a:pathLst>
                <a:path w="1173" h="2540" extrusionOk="0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" name="Google Shape;698;p47">
              <a:extLst>
                <a:ext uri="{FF2B5EF4-FFF2-40B4-BE49-F238E27FC236}">
                  <a16:creationId xmlns:a16="http://schemas.microsoft.com/office/drawing/2014/main" xmlns="" id="{7A88868A-D2DB-11B3-EE1C-2A781BCCA603}"/>
                </a:ext>
              </a:extLst>
            </p:cNvPr>
            <p:cNvSpPr/>
            <p:nvPr/>
          </p:nvSpPr>
          <p:spPr>
            <a:xfrm>
              <a:off x="799825" y="238125"/>
              <a:ext cx="29350" cy="63500"/>
            </a:xfrm>
            <a:custGeom>
              <a:avLst/>
              <a:gdLst/>
              <a:ahLst/>
              <a:cxnLst/>
              <a:rect l="l" t="t" r="r" b="b"/>
              <a:pathLst>
                <a:path w="1174" h="2540" extrusionOk="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8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8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3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" name="Google Shape;699;p47">
              <a:extLst>
                <a:ext uri="{FF2B5EF4-FFF2-40B4-BE49-F238E27FC236}">
                  <a16:creationId xmlns:a16="http://schemas.microsoft.com/office/drawing/2014/main" xmlns="" id="{D9EB0060-9B87-48F8-D03C-701EE633F111}"/>
                </a:ext>
              </a:extLst>
            </p:cNvPr>
            <p:cNvSpPr/>
            <p:nvPr/>
          </p:nvSpPr>
          <p:spPr>
            <a:xfrm>
              <a:off x="882875" y="238125"/>
              <a:ext cx="29325" cy="63500"/>
            </a:xfrm>
            <a:custGeom>
              <a:avLst/>
              <a:gdLst/>
              <a:ahLst/>
              <a:cxnLst/>
              <a:rect l="l" t="t" r="r" b="b"/>
              <a:pathLst>
                <a:path w="1173" h="2540" extrusionOk="0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" name="Google Shape;700;p47">
              <a:extLst>
                <a:ext uri="{FF2B5EF4-FFF2-40B4-BE49-F238E27FC236}">
                  <a16:creationId xmlns:a16="http://schemas.microsoft.com/office/drawing/2014/main" xmlns="" id="{1EACBB26-ADAC-7FF1-3F08-89CA64A17A34}"/>
                </a:ext>
              </a:extLst>
            </p:cNvPr>
            <p:cNvSpPr/>
            <p:nvPr/>
          </p:nvSpPr>
          <p:spPr>
            <a:xfrm>
              <a:off x="584925" y="261325"/>
              <a:ext cx="378575" cy="464050"/>
            </a:xfrm>
            <a:custGeom>
              <a:avLst/>
              <a:gdLst/>
              <a:ahLst/>
              <a:cxnLst/>
              <a:rect l="l" t="t" r="r" b="b"/>
              <a:pathLst>
                <a:path w="15143" h="18562" extrusionOk="0">
                  <a:moveTo>
                    <a:pt x="2540" y="171"/>
                  </a:moveTo>
                  <a:lnTo>
                    <a:pt x="2711" y="195"/>
                  </a:lnTo>
                  <a:lnTo>
                    <a:pt x="2882" y="244"/>
                  </a:lnTo>
                  <a:lnTo>
                    <a:pt x="3053" y="318"/>
                  </a:lnTo>
                  <a:lnTo>
                    <a:pt x="3175" y="440"/>
                  </a:lnTo>
                  <a:lnTo>
                    <a:pt x="3297" y="562"/>
                  </a:lnTo>
                  <a:lnTo>
                    <a:pt x="3370" y="733"/>
                  </a:lnTo>
                  <a:lnTo>
                    <a:pt x="3419" y="904"/>
                  </a:lnTo>
                  <a:lnTo>
                    <a:pt x="3444" y="1075"/>
                  </a:lnTo>
                  <a:lnTo>
                    <a:pt x="3419" y="1246"/>
                  </a:lnTo>
                  <a:lnTo>
                    <a:pt x="3370" y="1417"/>
                  </a:lnTo>
                  <a:lnTo>
                    <a:pt x="3297" y="1588"/>
                  </a:lnTo>
                  <a:lnTo>
                    <a:pt x="3175" y="1710"/>
                  </a:lnTo>
                  <a:lnTo>
                    <a:pt x="3053" y="1832"/>
                  </a:lnTo>
                  <a:lnTo>
                    <a:pt x="2882" y="1905"/>
                  </a:lnTo>
                  <a:lnTo>
                    <a:pt x="2711" y="1954"/>
                  </a:lnTo>
                  <a:lnTo>
                    <a:pt x="2540" y="1978"/>
                  </a:lnTo>
                  <a:lnTo>
                    <a:pt x="2369" y="1954"/>
                  </a:lnTo>
                  <a:lnTo>
                    <a:pt x="2198" y="1905"/>
                  </a:lnTo>
                  <a:lnTo>
                    <a:pt x="2027" y="1832"/>
                  </a:lnTo>
                  <a:lnTo>
                    <a:pt x="1905" y="1710"/>
                  </a:lnTo>
                  <a:lnTo>
                    <a:pt x="1783" y="1588"/>
                  </a:lnTo>
                  <a:lnTo>
                    <a:pt x="1710" y="1417"/>
                  </a:lnTo>
                  <a:lnTo>
                    <a:pt x="1661" y="1246"/>
                  </a:lnTo>
                  <a:lnTo>
                    <a:pt x="1636" y="1075"/>
                  </a:lnTo>
                  <a:lnTo>
                    <a:pt x="1661" y="904"/>
                  </a:lnTo>
                  <a:lnTo>
                    <a:pt x="1710" y="733"/>
                  </a:lnTo>
                  <a:lnTo>
                    <a:pt x="1783" y="562"/>
                  </a:lnTo>
                  <a:lnTo>
                    <a:pt x="1905" y="440"/>
                  </a:lnTo>
                  <a:lnTo>
                    <a:pt x="2027" y="318"/>
                  </a:lnTo>
                  <a:lnTo>
                    <a:pt x="2198" y="244"/>
                  </a:lnTo>
                  <a:lnTo>
                    <a:pt x="2369" y="195"/>
                  </a:lnTo>
                  <a:lnTo>
                    <a:pt x="2540" y="171"/>
                  </a:lnTo>
                  <a:close/>
                  <a:moveTo>
                    <a:pt x="5862" y="171"/>
                  </a:moveTo>
                  <a:lnTo>
                    <a:pt x="6033" y="195"/>
                  </a:lnTo>
                  <a:lnTo>
                    <a:pt x="6204" y="244"/>
                  </a:lnTo>
                  <a:lnTo>
                    <a:pt x="6374" y="318"/>
                  </a:lnTo>
                  <a:lnTo>
                    <a:pt x="6497" y="440"/>
                  </a:lnTo>
                  <a:lnTo>
                    <a:pt x="6619" y="562"/>
                  </a:lnTo>
                  <a:lnTo>
                    <a:pt x="6692" y="733"/>
                  </a:lnTo>
                  <a:lnTo>
                    <a:pt x="6741" y="904"/>
                  </a:lnTo>
                  <a:lnTo>
                    <a:pt x="6765" y="1075"/>
                  </a:lnTo>
                  <a:lnTo>
                    <a:pt x="6741" y="1246"/>
                  </a:lnTo>
                  <a:lnTo>
                    <a:pt x="6692" y="1417"/>
                  </a:lnTo>
                  <a:lnTo>
                    <a:pt x="6619" y="1588"/>
                  </a:lnTo>
                  <a:lnTo>
                    <a:pt x="6497" y="1710"/>
                  </a:lnTo>
                  <a:lnTo>
                    <a:pt x="6374" y="1832"/>
                  </a:lnTo>
                  <a:lnTo>
                    <a:pt x="6204" y="1905"/>
                  </a:lnTo>
                  <a:lnTo>
                    <a:pt x="6033" y="1954"/>
                  </a:lnTo>
                  <a:lnTo>
                    <a:pt x="5862" y="1978"/>
                  </a:lnTo>
                  <a:lnTo>
                    <a:pt x="5691" y="1954"/>
                  </a:lnTo>
                  <a:lnTo>
                    <a:pt x="5520" y="1905"/>
                  </a:lnTo>
                  <a:lnTo>
                    <a:pt x="5349" y="1832"/>
                  </a:lnTo>
                  <a:lnTo>
                    <a:pt x="5227" y="1710"/>
                  </a:lnTo>
                  <a:lnTo>
                    <a:pt x="5104" y="1588"/>
                  </a:lnTo>
                  <a:lnTo>
                    <a:pt x="5031" y="1417"/>
                  </a:lnTo>
                  <a:lnTo>
                    <a:pt x="4982" y="1246"/>
                  </a:lnTo>
                  <a:lnTo>
                    <a:pt x="4958" y="1075"/>
                  </a:lnTo>
                  <a:lnTo>
                    <a:pt x="4982" y="904"/>
                  </a:lnTo>
                  <a:lnTo>
                    <a:pt x="5031" y="733"/>
                  </a:lnTo>
                  <a:lnTo>
                    <a:pt x="5104" y="562"/>
                  </a:lnTo>
                  <a:lnTo>
                    <a:pt x="5227" y="440"/>
                  </a:lnTo>
                  <a:lnTo>
                    <a:pt x="5349" y="318"/>
                  </a:lnTo>
                  <a:lnTo>
                    <a:pt x="5520" y="244"/>
                  </a:lnTo>
                  <a:lnTo>
                    <a:pt x="5691" y="195"/>
                  </a:lnTo>
                  <a:lnTo>
                    <a:pt x="5862" y="171"/>
                  </a:lnTo>
                  <a:close/>
                  <a:moveTo>
                    <a:pt x="9183" y="171"/>
                  </a:moveTo>
                  <a:lnTo>
                    <a:pt x="9354" y="195"/>
                  </a:lnTo>
                  <a:lnTo>
                    <a:pt x="9525" y="244"/>
                  </a:lnTo>
                  <a:lnTo>
                    <a:pt x="9696" y="318"/>
                  </a:lnTo>
                  <a:lnTo>
                    <a:pt x="9818" y="440"/>
                  </a:lnTo>
                  <a:lnTo>
                    <a:pt x="9940" y="562"/>
                  </a:lnTo>
                  <a:lnTo>
                    <a:pt x="10014" y="733"/>
                  </a:lnTo>
                  <a:lnTo>
                    <a:pt x="10062" y="904"/>
                  </a:lnTo>
                  <a:lnTo>
                    <a:pt x="10087" y="1075"/>
                  </a:lnTo>
                  <a:lnTo>
                    <a:pt x="10062" y="1246"/>
                  </a:lnTo>
                  <a:lnTo>
                    <a:pt x="10014" y="1417"/>
                  </a:lnTo>
                  <a:lnTo>
                    <a:pt x="9940" y="1588"/>
                  </a:lnTo>
                  <a:lnTo>
                    <a:pt x="9818" y="1710"/>
                  </a:lnTo>
                  <a:lnTo>
                    <a:pt x="9696" y="1832"/>
                  </a:lnTo>
                  <a:lnTo>
                    <a:pt x="9525" y="1905"/>
                  </a:lnTo>
                  <a:lnTo>
                    <a:pt x="9354" y="1954"/>
                  </a:lnTo>
                  <a:lnTo>
                    <a:pt x="9183" y="1978"/>
                  </a:lnTo>
                  <a:lnTo>
                    <a:pt x="9012" y="1954"/>
                  </a:lnTo>
                  <a:lnTo>
                    <a:pt x="8841" y="1905"/>
                  </a:lnTo>
                  <a:lnTo>
                    <a:pt x="8670" y="1832"/>
                  </a:lnTo>
                  <a:lnTo>
                    <a:pt x="8548" y="1710"/>
                  </a:lnTo>
                  <a:lnTo>
                    <a:pt x="8426" y="1588"/>
                  </a:lnTo>
                  <a:lnTo>
                    <a:pt x="8353" y="1417"/>
                  </a:lnTo>
                  <a:lnTo>
                    <a:pt x="8304" y="1246"/>
                  </a:lnTo>
                  <a:lnTo>
                    <a:pt x="8279" y="1075"/>
                  </a:lnTo>
                  <a:lnTo>
                    <a:pt x="8304" y="904"/>
                  </a:lnTo>
                  <a:lnTo>
                    <a:pt x="8353" y="733"/>
                  </a:lnTo>
                  <a:lnTo>
                    <a:pt x="8426" y="562"/>
                  </a:lnTo>
                  <a:lnTo>
                    <a:pt x="8548" y="440"/>
                  </a:lnTo>
                  <a:lnTo>
                    <a:pt x="8670" y="318"/>
                  </a:lnTo>
                  <a:lnTo>
                    <a:pt x="8841" y="244"/>
                  </a:lnTo>
                  <a:lnTo>
                    <a:pt x="9012" y="195"/>
                  </a:lnTo>
                  <a:lnTo>
                    <a:pt x="9183" y="171"/>
                  </a:lnTo>
                  <a:close/>
                  <a:moveTo>
                    <a:pt x="12505" y="171"/>
                  </a:moveTo>
                  <a:lnTo>
                    <a:pt x="12676" y="195"/>
                  </a:lnTo>
                  <a:lnTo>
                    <a:pt x="12847" y="244"/>
                  </a:lnTo>
                  <a:lnTo>
                    <a:pt x="13018" y="318"/>
                  </a:lnTo>
                  <a:lnTo>
                    <a:pt x="13140" y="440"/>
                  </a:lnTo>
                  <a:lnTo>
                    <a:pt x="13262" y="562"/>
                  </a:lnTo>
                  <a:lnTo>
                    <a:pt x="13335" y="733"/>
                  </a:lnTo>
                  <a:lnTo>
                    <a:pt x="13384" y="904"/>
                  </a:lnTo>
                  <a:lnTo>
                    <a:pt x="13408" y="1075"/>
                  </a:lnTo>
                  <a:lnTo>
                    <a:pt x="13384" y="1246"/>
                  </a:lnTo>
                  <a:lnTo>
                    <a:pt x="13335" y="1417"/>
                  </a:lnTo>
                  <a:lnTo>
                    <a:pt x="13262" y="1588"/>
                  </a:lnTo>
                  <a:lnTo>
                    <a:pt x="13140" y="1710"/>
                  </a:lnTo>
                  <a:lnTo>
                    <a:pt x="13018" y="1832"/>
                  </a:lnTo>
                  <a:lnTo>
                    <a:pt x="12847" y="1905"/>
                  </a:lnTo>
                  <a:lnTo>
                    <a:pt x="12676" y="1954"/>
                  </a:lnTo>
                  <a:lnTo>
                    <a:pt x="12505" y="1978"/>
                  </a:lnTo>
                  <a:lnTo>
                    <a:pt x="12334" y="1954"/>
                  </a:lnTo>
                  <a:lnTo>
                    <a:pt x="12163" y="1905"/>
                  </a:lnTo>
                  <a:lnTo>
                    <a:pt x="11992" y="1832"/>
                  </a:lnTo>
                  <a:lnTo>
                    <a:pt x="11870" y="1710"/>
                  </a:lnTo>
                  <a:lnTo>
                    <a:pt x="11748" y="1588"/>
                  </a:lnTo>
                  <a:lnTo>
                    <a:pt x="11674" y="1417"/>
                  </a:lnTo>
                  <a:lnTo>
                    <a:pt x="11625" y="1246"/>
                  </a:lnTo>
                  <a:lnTo>
                    <a:pt x="11601" y="1075"/>
                  </a:lnTo>
                  <a:lnTo>
                    <a:pt x="11625" y="904"/>
                  </a:lnTo>
                  <a:lnTo>
                    <a:pt x="11674" y="733"/>
                  </a:lnTo>
                  <a:lnTo>
                    <a:pt x="11748" y="562"/>
                  </a:lnTo>
                  <a:lnTo>
                    <a:pt x="11870" y="440"/>
                  </a:lnTo>
                  <a:lnTo>
                    <a:pt x="11992" y="318"/>
                  </a:lnTo>
                  <a:lnTo>
                    <a:pt x="12163" y="244"/>
                  </a:lnTo>
                  <a:lnTo>
                    <a:pt x="12334" y="195"/>
                  </a:lnTo>
                  <a:lnTo>
                    <a:pt x="12505" y="171"/>
                  </a:lnTo>
                  <a:close/>
                  <a:moveTo>
                    <a:pt x="13091" y="5520"/>
                  </a:moveTo>
                  <a:lnTo>
                    <a:pt x="13189" y="5544"/>
                  </a:lnTo>
                  <a:lnTo>
                    <a:pt x="13262" y="5593"/>
                  </a:lnTo>
                  <a:lnTo>
                    <a:pt x="13311" y="5666"/>
                  </a:lnTo>
                  <a:lnTo>
                    <a:pt x="13335" y="5764"/>
                  </a:lnTo>
                  <a:lnTo>
                    <a:pt x="13311" y="5862"/>
                  </a:lnTo>
                  <a:lnTo>
                    <a:pt x="13262" y="5935"/>
                  </a:lnTo>
                  <a:lnTo>
                    <a:pt x="13189" y="5984"/>
                  </a:lnTo>
                  <a:lnTo>
                    <a:pt x="13091" y="6008"/>
                  </a:lnTo>
                  <a:lnTo>
                    <a:pt x="1954" y="6008"/>
                  </a:lnTo>
                  <a:lnTo>
                    <a:pt x="1856" y="5984"/>
                  </a:lnTo>
                  <a:lnTo>
                    <a:pt x="1783" y="5935"/>
                  </a:lnTo>
                  <a:lnTo>
                    <a:pt x="1734" y="5862"/>
                  </a:lnTo>
                  <a:lnTo>
                    <a:pt x="1710" y="5764"/>
                  </a:lnTo>
                  <a:lnTo>
                    <a:pt x="1734" y="5666"/>
                  </a:lnTo>
                  <a:lnTo>
                    <a:pt x="1783" y="5593"/>
                  </a:lnTo>
                  <a:lnTo>
                    <a:pt x="1856" y="5544"/>
                  </a:lnTo>
                  <a:lnTo>
                    <a:pt x="1954" y="5520"/>
                  </a:lnTo>
                  <a:close/>
                  <a:moveTo>
                    <a:pt x="13189" y="7840"/>
                  </a:moveTo>
                  <a:lnTo>
                    <a:pt x="13262" y="7913"/>
                  </a:lnTo>
                  <a:lnTo>
                    <a:pt x="13311" y="7986"/>
                  </a:lnTo>
                  <a:lnTo>
                    <a:pt x="13335" y="8084"/>
                  </a:lnTo>
                  <a:lnTo>
                    <a:pt x="13311" y="8182"/>
                  </a:lnTo>
                  <a:lnTo>
                    <a:pt x="13262" y="8255"/>
                  </a:lnTo>
                  <a:lnTo>
                    <a:pt x="13189" y="8304"/>
                  </a:lnTo>
                  <a:lnTo>
                    <a:pt x="13091" y="8328"/>
                  </a:lnTo>
                  <a:lnTo>
                    <a:pt x="1954" y="8328"/>
                  </a:lnTo>
                  <a:lnTo>
                    <a:pt x="1856" y="8304"/>
                  </a:lnTo>
                  <a:lnTo>
                    <a:pt x="1783" y="8255"/>
                  </a:lnTo>
                  <a:lnTo>
                    <a:pt x="1734" y="8182"/>
                  </a:lnTo>
                  <a:lnTo>
                    <a:pt x="1710" y="8084"/>
                  </a:lnTo>
                  <a:lnTo>
                    <a:pt x="1734" y="7986"/>
                  </a:lnTo>
                  <a:lnTo>
                    <a:pt x="1783" y="7913"/>
                  </a:lnTo>
                  <a:lnTo>
                    <a:pt x="1856" y="7840"/>
                  </a:lnTo>
                  <a:close/>
                  <a:moveTo>
                    <a:pt x="13091" y="10136"/>
                  </a:moveTo>
                  <a:lnTo>
                    <a:pt x="13189" y="10160"/>
                  </a:lnTo>
                  <a:lnTo>
                    <a:pt x="13262" y="10209"/>
                  </a:lnTo>
                  <a:lnTo>
                    <a:pt x="13311" y="10282"/>
                  </a:lnTo>
                  <a:lnTo>
                    <a:pt x="13335" y="10380"/>
                  </a:lnTo>
                  <a:lnTo>
                    <a:pt x="13311" y="10478"/>
                  </a:lnTo>
                  <a:lnTo>
                    <a:pt x="13262" y="10551"/>
                  </a:lnTo>
                  <a:lnTo>
                    <a:pt x="13189" y="10600"/>
                  </a:lnTo>
                  <a:lnTo>
                    <a:pt x="13091" y="10624"/>
                  </a:lnTo>
                  <a:lnTo>
                    <a:pt x="1954" y="10624"/>
                  </a:lnTo>
                  <a:lnTo>
                    <a:pt x="1856" y="10600"/>
                  </a:lnTo>
                  <a:lnTo>
                    <a:pt x="1783" y="10551"/>
                  </a:lnTo>
                  <a:lnTo>
                    <a:pt x="1734" y="10478"/>
                  </a:lnTo>
                  <a:lnTo>
                    <a:pt x="1710" y="10380"/>
                  </a:lnTo>
                  <a:lnTo>
                    <a:pt x="1734" y="10282"/>
                  </a:lnTo>
                  <a:lnTo>
                    <a:pt x="1783" y="10209"/>
                  </a:lnTo>
                  <a:lnTo>
                    <a:pt x="1856" y="10160"/>
                  </a:lnTo>
                  <a:lnTo>
                    <a:pt x="1954" y="10136"/>
                  </a:lnTo>
                  <a:close/>
                  <a:moveTo>
                    <a:pt x="8206" y="12456"/>
                  </a:moveTo>
                  <a:lnTo>
                    <a:pt x="8304" y="12480"/>
                  </a:lnTo>
                  <a:lnTo>
                    <a:pt x="8377" y="12529"/>
                  </a:lnTo>
                  <a:lnTo>
                    <a:pt x="8426" y="12602"/>
                  </a:lnTo>
                  <a:lnTo>
                    <a:pt x="8450" y="12700"/>
                  </a:lnTo>
                  <a:lnTo>
                    <a:pt x="8426" y="12798"/>
                  </a:lnTo>
                  <a:lnTo>
                    <a:pt x="8377" y="12871"/>
                  </a:lnTo>
                  <a:lnTo>
                    <a:pt x="8304" y="12920"/>
                  </a:lnTo>
                  <a:lnTo>
                    <a:pt x="8206" y="12944"/>
                  </a:lnTo>
                  <a:lnTo>
                    <a:pt x="1954" y="12944"/>
                  </a:lnTo>
                  <a:lnTo>
                    <a:pt x="1856" y="12920"/>
                  </a:lnTo>
                  <a:lnTo>
                    <a:pt x="1783" y="12871"/>
                  </a:lnTo>
                  <a:lnTo>
                    <a:pt x="1734" y="12798"/>
                  </a:lnTo>
                  <a:lnTo>
                    <a:pt x="1710" y="12700"/>
                  </a:lnTo>
                  <a:lnTo>
                    <a:pt x="1734" y="12602"/>
                  </a:lnTo>
                  <a:lnTo>
                    <a:pt x="1783" y="12529"/>
                  </a:lnTo>
                  <a:lnTo>
                    <a:pt x="1856" y="12480"/>
                  </a:lnTo>
                  <a:lnTo>
                    <a:pt x="1954" y="12456"/>
                  </a:lnTo>
                  <a:close/>
                  <a:moveTo>
                    <a:pt x="782" y="0"/>
                  </a:moveTo>
                  <a:lnTo>
                    <a:pt x="635" y="25"/>
                  </a:lnTo>
                  <a:lnTo>
                    <a:pt x="489" y="73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2"/>
                  </a:lnTo>
                  <a:lnTo>
                    <a:pt x="73" y="489"/>
                  </a:lnTo>
                  <a:lnTo>
                    <a:pt x="24" y="635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4" y="17927"/>
                  </a:lnTo>
                  <a:lnTo>
                    <a:pt x="73" y="18073"/>
                  </a:lnTo>
                  <a:lnTo>
                    <a:pt x="122" y="18220"/>
                  </a:lnTo>
                  <a:lnTo>
                    <a:pt x="220" y="18342"/>
                  </a:lnTo>
                  <a:lnTo>
                    <a:pt x="342" y="18440"/>
                  </a:lnTo>
                  <a:lnTo>
                    <a:pt x="489" y="18488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7"/>
                  </a:lnTo>
                  <a:lnTo>
                    <a:pt x="14654" y="18488"/>
                  </a:lnTo>
                  <a:lnTo>
                    <a:pt x="14800" y="18440"/>
                  </a:lnTo>
                  <a:lnTo>
                    <a:pt x="14923" y="18342"/>
                  </a:lnTo>
                  <a:lnTo>
                    <a:pt x="15020" y="18220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2" y="17780"/>
                  </a:lnTo>
                  <a:lnTo>
                    <a:pt x="15142" y="782"/>
                  </a:lnTo>
                  <a:lnTo>
                    <a:pt x="15118" y="635"/>
                  </a:lnTo>
                  <a:lnTo>
                    <a:pt x="15069" y="489"/>
                  </a:lnTo>
                  <a:lnTo>
                    <a:pt x="15020" y="342"/>
                  </a:lnTo>
                  <a:lnTo>
                    <a:pt x="14923" y="220"/>
                  </a:lnTo>
                  <a:lnTo>
                    <a:pt x="14800" y="122"/>
                  </a:lnTo>
                  <a:lnTo>
                    <a:pt x="14654" y="73"/>
                  </a:lnTo>
                  <a:lnTo>
                    <a:pt x="14507" y="25"/>
                  </a:lnTo>
                  <a:lnTo>
                    <a:pt x="1436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9" name="Google Shape;701;p47">
            <a:extLst>
              <a:ext uri="{FF2B5EF4-FFF2-40B4-BE49-F238E27FC236}">
                <a16:creationId xmlns:a16="http://schemas.microsoft.com/office/drawing/2014/main" xmlns="" id="{107BADCE-BEEB-2BF7-5D54-94B15C60EC91}"/>
              </a:ext>
            </a:extLst>
          </p:cNvPr>
          <p:cNvGrpSpPr/>
          <p:nvPr/>
        </p:nvGrpSpPr>
        <p:grpSpPr>
          <a:xfrm>
            <a:off x="3906750" y="2368167"/>
            <a:ext cx="219974" cy="183119"/>
            <a:chOff x="1244325" y="314425"/>
            <a:chExt cx="444525" cy="370050"/>
          </a:xfrm>
        </p:grpSpPr>
        <p:sp>
          <p:nvSpPr>
            <p:cNvPr id="10" name="Google Shape;702;p47">
              <a:extLst>
                <a:ext uri="{FF2B5EF4-FFF2-40B4-BE49-F238E27FC236}">
                  <a16:creationId xmlns:a16="http://schemas.microsoft.com/office/drawing/2014/main" xmlns="" id="{5AF69981-FB9E-CD0D-620C-2B96F8B05984}"/>
                </a:ext>
              </a:extLst>
            </p:cNvPr>
            <p:cNvSpPr/>
            <p:nvPr/>
          </p:nvSpPr>
          <p:spPr>
            <a:xfrm>
              <a:off x="1388425" y="463425"/>
              <a:ext cx="143525" cy="143500"/>
            </a:xfrm>
            <a:custGeom>
              <a:avLst/>
              <a:gdLst/>
              <a:ahLst/>
              <a:cxnLst/>
              <a:rect l="l" t="t" r="r" b="b"/>
              <a:pathLst>
                <a:path w="5741" h="5740" extrusionOk="0">
                  <a:moveTo>
                    <a:pt x="2809" y="0"/>
                  </a:moveTo>
                  <a:lnTo>
                    <a:pt x="2492" y="49"/>
                  </a:lnTo>
                  <a:lnTo>
                    <a:pt x="2199" y="122"/>
                  </a:lnTo>
                  <a:lnTo>
                    <a:pt x="1906" y="244"/>
                  </a:lnTo>
                  <a:lnTo>
                    <a:pt x="1637" y="366"/>
                  </a:lnTo>
                  <a:lnTo>
                    <a:pt x="1368" y="537"/>
                  </a:lnTo>
                  <a:lnTo>
                    <a:pt x="1149" y="708"/>
                  </a:lnTo>
                  <a:lnTo>
                    <a:pt x="904" y="904"/>
                  </a:lnTo>
                  <a:lnTo>
                    <a:pt x="709" y="1124"/>
                  </a:lnTo>
                  <a:lnTo>
                    <a:pt x="538" y="1368"/>
                  </a:lnTo>
                  <a:lnTo>
                    <a:pt x="367" y="1636"/>
                  </a:lnTo>
                  <a:lnTo>
                    <a:pt x="245" y="1905"/>
                  </a:lnTo>
                  <a:lnTo>
                    <a:pt x="147" y="2198"/>
                  </a:lnTo>
                  <a:lnTo>
                    <a:pt x="74" y="2491"/>
                  </a:lnTo>
                  <a:lnTo>
                    <a:pt x="25" y="2809"/>
                  </a:lnTo>
                  <a:lnTo>
                    <a:pt x="1" y="3126"/>
                  </a:lnTo>
                  <a:lnTo>
                    <a:pt x="25" y="3517"/>
                  </a:lnTo>
                  <a:lnTo>
                    <a:pt x="98" y="3908"/>
                  </a:lnTo>
                  <a:lnTo>
                    <a:pt x="221" y="4274"/>
                  </a:lnTo>
                  <a:lnTo>
                    <a:pt x="392" y="4641"/>
                  </a:lnTo>
                  <a:lnTo>
                    <a:pt x="611" y="4958"/>
                  </a:lnTo>
                  <a:lnTo>
                    <a:pt x="856" y="5251"/>
                  </a:lnTo>
                  <a:lnTo>
                    <a:pt x="1124" y="5520"/>
                  </a:lnTo>
                  <a:lnTo>
                    <a:pt x="1442" y="5740"/>
                  </a:lnTo>
                  <a:lnTo>
                    <a:pt x="1393" y="5422"/>
                  </a:lnTo>
                  <a:lnTo>
                    <a:pt x="1368" y="5080"/>
                  </a:lnTo>
                  <a:lnTo>
                    <a:pt x="1393" y="4689"/>
                  </a:lnTo>
                  <a:lnTo>
                    <a:pt x="1442" y="4323"/>
                  </a:lnTo>
                  <a:lnTo>
                    <a:pt x="1539" y="3957"/>
                  </a:lnTo>
                  <a:lnTo>
                    <a:pt x="1662" y="3639"/>
                  </a:lnTo>
                  <a:lnTo>
                    <a:pt x="1808" y="3297"/>
                  </a:lnTo>
                  <a:lnTo>
                    <a:pt x="2003" y="3004"/>
                  </a:lnTo>
                  <a:lnTo>
                    <a:pt x="2223" y="2711"/>
                  </a:lnTo>
                  <a:lnTo>
                    <a:pt x="2468" y="2442"/>
                  </a:lnTo>
                  <a:lnTo>
                    <a:pt x="2712" y="2198"/>
                  </a:lnTo>
                  <a:lnTo>
                    <a:pt x="3005" y="2003"/>
                  </a:lnTo>
                  <a:lnTo>
                    <a:pt x="3322" y="1807"/>
                  </a:lnTo>
                  <a:lnTo>
                    <a:pt x="3640" y="1661"/>
                  </a:lnTo>
                  <a:lnTo>
                    <a:pt x="3982" y="1514"/>
                  </a:lnTo>
                  <a:lnTo>
                    <a:pt x="4324" y="1441"/>
                  </a:lnTo>
                  <a:lnTo>
                    <a:pt x="4690" y="1368"/>
                  </a:lnTo>
                  <a:lnTo>
                    <a:pt x="5423" y="1368"/>
                  </a:lnTo>
                  <a:lnTo>
                    <a:pt x="5740" y="1417"/>
                  </a:lnTo>
                  <a:lnTo>
                    <a:pt x="5520" y="1124"/>
                  </a:lnTo>
                  <a:lnTo>
                    <a:pt x="5252" y="831"/>
                  </a:lnTo>
                  <a:lnTo>
                    <a:pt x="4959" y="586"/>
                  </a:lnTo>
                  <a:lnTo>
                    <a:pt x="4641" y="391"/>
                  </a:lnTo>
                  <a:lnTo>
                    <a:pt x="4299" y="220"/>
                  </a:lnTo>
                  <a:lnTo>
                    <a:pt x="3933" y="98"/>
                  </a:lnTo>
                  <a:lnTo>
                    <a:pt x="3542" y="25"/>
                  </a:lnTo>
                  <a:lnTo>
                    <a:pt x="31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1" name="Google Shape;703;p47">
              <a:extLst>
                <a:ext uri="{FF2B5EF4-FFF2-40B4-BE49-F238E27FC236}">
                  <a16:creationId xmlns:a16="http://schemas.microsoft.com/office/drawing/2014/main" xmlns="" id="{9CCEB07D-DCB7-168A-F591-06D6E285EFAA}"/>
                </a:ext>
              </a:extLst>
            </p:cNvPr>
            <p:cNvSpPr/>
            <p:nvPr/>
          </p:nvSpPr>
          <p:spPr>
            <a:xfrm>
              <a:off x="1244325" y="314425"/>
              <a:ext cx="444525" cy="370050"/>
            </a:xfrm>
            <a:custGeom>
              <a:avLst/>
              <a:gdLst/>
              <a:ahLst/>
              <a:cxnLst/>
              <a:rect l="l" t="t" r="r" b="b"/>
              <a:pathLst>
                <a:path w="17781" h="14802" extrusionOk="0">
                  <a:moveTo>
                    <a:pt x="11748" y="2101"/>
                  </a:moveTo>
                  <a:lnTo>
                    <a:pt x="11846" y="2126"/>
                  </a:lnTo>
                  <a:lnTo>
                    <a:pt x="11919" y="2175"/>
                  </a:lnTo>
                  <a:lnTo>
                    <a:pt x="11968" y="2248"/>
                  </a:lnTo>
                  <a:lnTo>
                    <a:pt x="11993" y="2346"/>
                  </a:lnTo>
                  <a:lnTo>
                    <a:pt x="11968" y="2419"/>
                  </a:lnTo>
                  <a:lnTo>
                    <a:pt x="11919" y="2492"/>
                  </a:lnTo>
                  <a:lnTo>
                    <a:pt x="11846" y="2541"/>
                  </a:lnTo>
                  <a:lnTo>
                    <a:pt x="11748" y="2565"/>
                  </a:lnTo>
                  <a:lnTo>
                    <a:pt x="6033" y="2565"/>
                  </a:lnTo>
                  <a:lnTo>
                    <a:pt x="5936" y="2541"/>
                  </a:lnTo>
                  <a:lnTo>
                    <a:pt x="5862" y="2492"/>
                  </a:lnTo>
                  <a:lnTo>
                    <a:pt x="5814" y="2419"/>
                  </a:lnTo>
                  <a:lnTo>
                    <a:pt x="5789" y="2346"/>
                  </a:lnTo>
                  <a:lnTo>
                    <a:pt x="5814" y="2248"/>
                  </a:lnTo>
                  <a:lnTo>
                    <a:pt x="5862" y="2175"/>
                  </a:lnTo>
                  <a:lnTo>
                    <a:pt x="5936" y="2126"/>
                  </a:lnTo>
                  <a:lnTo>
                    <a:pt x="6033" y="2101"/>
                  </a:lnTo>
                  <a:close/>
                  <a:moveTo>
                    <a:pt x="15949" y="4519"/>
                  </a:moveTo>
                  <a:lnTo>
                    <a:pt x="16047" y="4568"/>
                  </a:lnTo>
                  <a:lnTo>
                    <a:pt x="16145" y="4592"/>
                  </a:lnTo>
                  <a:lnTo>
                    <a:pt x="16193" y="4666"/>
                  </a:lnTo>
                  <a:lnTo>
                    <a:pt x="16267" y="4739"/>
                  </a:lnTo>
                  <a:lnTo>
                    <a:pt x="16316" y="4812"/>
                  </a:lnTo>
                  <a:lnTo>
                    <a:pt x="16340" y="4910"/>
                  </a:lnTo>
                  <a:lnTo>
                    <a:pt x="16340" y="5008"/>
                  </a:lnTo>
                  <a:lnTo>
                    <a:pt x="16340" y="5789"/>
                  </a:lnTo>
                  <a:lnTo>
                    <a:pt x="16340" y="5887"/>
                  </a:lnTo>
                  <a:lnTo>
                    <a:pt x="16316" y="5985"/>
                  </a:lnTo>
                  <a:lnTo>
                    <a:pt x="16267" y="6058"/>
                  </a:lnTo>
                  <a:lnTo>
                    <a:pt x="16193" y="6131"/>
                  </a:lnTo>
                  <a:lnTo>
                    <a:pt x="16145" y="6204"/>
                  </a:lnTo>
                  <a:lnTo>
                    <a:pt x="16047" y="6229"/>
                  </a:lnTo>
                  <a:lnTo>
                    <a:pt x="15949" y="6278"/>
                  </a:lnTo>
                  <a:lnTo>
                    <a:pt x="14069" y="6278"/>
                  </a:lnTo>
                  <a:lnTo>
                    <a:pt x="13971" y="6229"/>
                  </a:lnTo>
                  <a:lnTo>
                    <a:pt x="13898" y="6204"/>
                  </a:lnTo>
                  <a:lnTo>
                    <a:pt x="13824" y="6131"/>
                  </a:lnTo>
                  <a:lnTo>
                    <a:pt x="13751" y="6058"/>
                  </a:lnTo>
                  <a:lnTo>
                    <a:pt x="13727" y="5985"/>
                  </a:lnTo>
                  <a:lnTo>
                    <a:pt x="13678" y="5887"/>
                  </a:lnTo>
                  <a:lnTo>
                    <a:pt x="13678" y="5789"/>
                  </a:lnTo>
                  <a:lnTo>
                    <a:pt x="13678" y="5008"/>
                  </a:lnTo>
                  <a:lnTo>
                    <a:pt x="13678" y="4910"/>
                  </a:lnTo>
                  <a:lnTo>
                    <a:pt x="13727" y="4812"/>
                  </a:lnTo>
                  <a:lnTo>
                    <a:pt x="13751" y="4739"/>
                  </a:lnTo>
                  <a:lnTo>
                    <a:pt x="13824" y="4666"/>
                  </a:lnTo>
                  <a:lnTo>
                    <a:pt x="13898" y="4592"/>
                  </a:lnTo>
                  <a:lnTo>
                    <a:pt x="13971" y="4568"/>
                  </a:lnTo>
                  <a:lnTo>
                    <a:pt x="14069" y="4519"/>
                  </a:lnTo>
                  <a:close/>
                  <a:moveTo>
                    <a:pt x="8891" y="5105"/>
                  </a:moveTo>
                  <a:lnTo>
                    <a:pt x="9306" y="5130"/>
                  </a:lnTo>
                  <a:lnTo>
                    <a:pt x="9697" y="5179"/>
                  </a:lnTo>
                  <a:lnTo>
                    <a:pt x="10063" y="5276"/>
                  </a:lnTo>
                  <a:lnTo>
                    <a:pt x="10430" y="5423"/>
                  </a:lnTo>
                  <a:lnTo>
                    <a:pt x="10796" y="5594"/>
                  </a:lnTo>
                  <a:lnTo>
                    <a:pt x="11113" y="5789"/>
                  </a:lnTo>
                  <a:lnTo>
                    <a:pt x="11406" y="6009"/>
                  </a:lnTo>
                  <a:lnTo>
                    <a:pt x="11700" y="6278"/>
                  </a:lnTo>
                  <a:lnTo>
                    <a:pt x="11968" y="6546"/>
                  </a:lnTo>
                  <a:lnTo>
                    <a:pt x="12188" y="6864"/>
                  </a:lnTo>
                  <a:lnTo>
                    <a:pt x="12383" y="7181"/>
                  </a:lnTo>
                  <a:lnTo>
                    <a:pt x="12554" y="7523"/>
                  </a:lnTo>
                  <a:lnTo>
                    <a:pt x="12676" y="7890"/>
                  </a:lnTo>
                  <a:lnTo>
                    <a:pt x="12774" y="8280"/>
                  </a:lnTo>
                  <a:lnTo>
                    <a:pt x="12847" y="8671"/>
                  </a:lnTo>
                  <a:lnTo>
                    <a:pt x="12872" y="9086"/>
                  </a:lnTo>
                  <a:lnTo>
                    <a:pt x="12847" y="9477"/>
                  </a:lnTo>
                  <a:lnTo>
                    <a:pt x="12774" y="9868"/>
                  </a:lnTo>
                  <a:lnTo>
                    <a:pt x="12676" y="10259"/>
                  </a:lnTo>
                  <a:lnTo>
                    <a:pt x="12554" y="10625"/>
                  </a:lnTo>
                  <a:lnTo>
                    <a:pt x="12383" y="10967"/>
                  </a:lnTo>
                  <a:lnTo>
                    <a:pt x="12188" y="11309"/>
                  </a:lnTo>
                  <a:lnTo>
                    <a:pt x="11968" y="11602"/>
                  </a:lnTo>
                  <a:lnTo>
                    <a:pt x="11700" y="11895"/>
                  </a:lnTo>
                  <a:lnTo>
                    <a:pt x="11406" y="12139"/>
                  </a:lnTo>
                  <a:lnTo>
                    <a:pt x="11113" y="12383"/>
                  </a:lnTo>
                  <a:lnTo>
                    <a:pt x="10796" y="12579"/>
                  </a:lnTo>
                  <a:lnTo>
                    <a:pt x="10430" y="12750"/>
                  </a:lnTo>
                  <a:lnTo>
                    <a:pt x="10063" y="12872"/>
                  </a:lnTo>
                  <a:lnTo>
                    <a:pt x="9697" y="12970"/>
                  </a:lnTo>
                  <a:lnTo>
                    <a:pt x="9306" y="13018"/>
                  </a:lnTo>
                  <a:lnTo>
                    <a:pt x="8891" y="13043"/>
                  </a:lnTo>
                  <a:lnTo>
                    <a:pt x="8476" y="13018"/>
                  </a:lnTo>
                  <a:lnTo>
                    <a:pt x="8085" y="12970"/>
                  </a:lnTo>
                  <a:lnTo>
                    <a:pt x="7719" y="12872"/>
                  </a:lnTo>
                  <a:lnTo>
                    <a:pt x="7352" y="12750"/>
                  </a:lnTo>
                  <a:lnTo>
                    <a:pt x="6986" y="12579"/>
                  </a:lnTo>
                  <a:lnTo>
                    <a:pt x="6668" y="12383"/>
                  </a:lnTo>
                  <a:lnTo>
                    <a:pt x="6375" y="12139"/>
                  </a:lnTo>
                  <a:lnTo>
                    <a:pt x="6082" y="11895"/>
                  </a:lnTo>
                  <a:lnTo>
                    <a:pt x="5814" y="11602"/>
                  </a:lnTo>
                  <a:lnTo>
                    <a:pt x="5594" y="11309"/>
                  </a:lnTo>
                  <a:lnTo>
                    <a:pt x="5398" y="10967"/>
                  </a:lnTo>
                  <a:lnTo>
                    <a:pt x="5227" y="10625"/>
                  </a:lnTo>
                  <a:lnTo>
                    <a:pt x="5105" y="10259"/>
                  </a:lnTo>
                  <a:lnTo>
                    <a:pt x="5008" y="9868"/>
                  </a:lnTo>
                  <a:lnTo>
                    <a:pt x="4934" y="9477"/>
                  </a:lnTo>
                  <a:lnTo>
                    <a:pt x="4910" y="9086"/>
                  </a:lnTo>
                  <a:lnTo>
                    <a:pt x="4934" y="8671"/>
                  </a:lnTo>
                  <a:lnTo>
                    <a:pt x="5008" y="8280"/>
                  </a:lnTo>
                  <a:lnTo>
                    <a:pt x="5105" y="7890"/>
                  </a:lnTo>
                  <a:lnTo>
                    <a:pt x="5227" y="7523"/>
                  </a:lnTo>
                  <a:lnTo>
                    <a:pt x="5398" y="7181"/>
                  </a:lnTo>
                  <a:lnTo>
                    <a:pt x="5594" y="6864"/>
                  </a:lnTo>
                  <a:lnTo>
                    <a:pt x="5814" y="6546"/>
                  </a:lnTo>
                  <a:lnTo>
                    <a:pt x="6082" y="6278"/>
                  </a:lnTo>
                  <a:lnTo>
                    <a:pt x="6375" y="6009"/>
                  </a:lnTo>
                  <a:lnTo>
                    <a:pt x="6668" y="5789"/>
                  </a:lnTo>
                  <a:lnTo>
                    <a:pt x="6986" y="5594"/>
                  </a:lnTo>
                  <a:lnTo>
                    <a:pt x="7352" y="5423"/>
                  </a:lnTo>
                  <a:lnTo>
                    <a:pt x="7719" y="5276"/>
                  </a:lnTo>
                  <a:lnTo>
                    <a:pt x="8085" y="5179"/>
                  </a:lnTo>
                  <a:lnTo>
                    <a:pt x="8476" y="5130"/>
                  </a:lnTo>
                  <a:lnTo>
                    <a:pt x="8891" y="5105"/>
                  </a:lnTo>
                  <a:close/>
                  <a:moveTo>
                    <a:pt x="5301" y="1"/>
                  </a:moveTo>
                  <a:lnTo>
                    <a:pt x="5154" y="50"/>
                  </a:lnTo>
                  <a:lnTo>
                    <a:pt x="5008" y="123"/>
                  </a:lnTo>
                  <a:lnTo>
                    <a:pt x="4861" y="221"/>
                  </a:lnTo>
                  <a:lnTo>
                    <a:pt x="4739" y="318"/>
                  </a:lnTo>
                  <a:lnTo>
                    <a:pt x="4641" y="465"/>
                  </a:lnTo>
                  <a:lnTo>
                    <a:pt x="4568" y="611"/>
                  </a:lnTo>
                  <a:lnTo>
                    <a:pt x="4519" y="758"/>
                  </a:lnTo>
                  <a:lnTo>
                    <a:pt x="4080" y="2565"/>
                  </a:lnTo>
                  <a:lnTo>
                    <a:pt x="3249" y="2565"/>
                  </a:lnTo>
                  <a:lnTo>
                    <a:pt x="3249" y="2468"/>
                  </a:lnTo>
                  <a:lnTo>
                    <a:pt x="3225" y="2370"/>
                  </a:lnTo>
                  <a:lnTo>
                    <a:pt x="3176" y="2297"/>
                  </a:lnTo>
                  <a:lnTo>
                    <a:pt x="3103" y="2223"/>
                  </a:lnTo>
                  <a:lnTo>
                    <a:pt x="3054" y="2150"/>
                  </a:lnTo>
                  <a:lnTo>
                    <a:pt x="2956" y="2126"/>
                  </a:lnTo>
                  <a:lnTo>
                    <a:pt x="2858" y="2077"/>
                  </a:lnTo>
                  <a:lnTo>
                    <a:pt x="1955" y="2077"/>
                  </a:lnTo>
                  <a:lnTo>
                    <a:pt x="1857" y="2126"/>
                  </a:lnTo>
                  <a:lnTo>
                    <a:pt x="1784" y="2150"/>
                  </a:lnTo>
                  <a:lnTo>
                    <a:pt x="1711" y="2223"/>
                  </a:lnTo>
                  <a:lnTo>
                    <a:pt x="1637" y="2297"/>
                  </a:lnTo>
                  <a:lnTo>
                    <a:pt x="1613" y="2370"/>
                  </a:lnTo>
                  <a:lnTo>
                    <a:pt x="1564" y="2468"/>
                  </a:lnTo>
                  <a:lnTo>
                    <a:pt x="1564" y="2565"/>
                  </a:lnTo>
                  <a:lnTo>
                    <a:pt x="782" y="2565"/>
                  </a:lnTo>
                  <a:lnTo>
                    <a:pt x="636" y="2590"/>
                  </a:lnTo>
                  <a:lnTo>
                    <a:pt x="489" y="2639"/>
                  </a:lnTo>
                  <a:lnTo>
                    <a:pt x="343" y="2687"/>
                  </a:lnTo>
                  <a:lnTo>
                    <a:pt x="221" y="2785"/>
                  </a:lnTo>
                  <a:lnTo>
                    <a:pt x="123" y="2907"/>
                  </a:lnTo>
                  <a:lnTo>
                    <a:pt x="74" y="3054"/>
                  </a:lnTo>
                  <a:lnTo>
                    <a:pt x="25" y="3200"/>
                  </a:lnTo>
                  <a:lnTo>
                    <a:pt x="1" y="3347"/>
                  </a:lnTo>
                  <a:lnTo>
                    <a:pt x="1" y="14020"/>
                  </a:lnTo>
                  <a:lnTo>
                    <a:pt x="25" y="14191"/>
                  </a:lnTo>
                  <a:lnTo>
                    <a:pt x="74" y="14337"/>
                  </a:lnTo>
                  <a:lnTo>
                    <a:pt x="123" y="14459"/>
                  </a:lnTo>
                  <a:lnTo>
                    <a:pt x="221" y="14581"/>
                  </a:lnTo>
                  <a:lnTo>
                    <a:pt x="343" y="14679"/>
                  </a:lnTo>
                  <a:lnTo>
                    <a:pt x="489" y="14752"/>
                  </a:lnTo>
                  <a:lnTo>
                    <a:pt x="636" y="14801"/>
                  </a:lnTo>
                  <a:lnTo>
                    <a:pt x="17146" y="14801"/>
                  </a:lnTo>
                  <a:lnTo>
                    <a:pt x="17292" y="14752"/>
                  </a:lnTo>
                  <a:lnTo>
                    <a:pt x="17439" y="14679"/>
                  </a:lnTo>
                  <a:lnTo>
                    <a:pt x="17561" y="14581"/>
                  </a:lnTo>
                  <a:lnTo>
                    <a:pt x="17659" y="14459"/>
                  </a:lnTo>
                  <a:lnTo>
                    <a:pt x="17708" y="14337"/>
                  </a:lnTo>
                  <a:lnTo>
                    <a:pt x="17756" y="14191"/>
                  </a:lnTo>
                  <a:lnTo>
                    <a:pt x="17781" y="14020"/>
                  </a:lnTo>
                  <a:lnTo>
                    <a:pt x="17781" y="3347"/>
                  </a:lnTo>
                  <a:lnTo>
                    <a:pt x="17756" y="3200"/>
                  </a:lnTo>
                  <a:lnTo>
                    <a:pt x="17708" y="3054"/>
                  </a:lnTo>
                  <a:lnTo>
                    <a:pt x="17659" y="2907"/>
                  </a:lnTo>
                  <a:lnTo>
                    <a:pt x="17561" y="2785"/>
                  </a:lnTo>
                  <a:lnTo>
                    <a:pt x="17439" y="2687"/>
                  </a:lnTo>
                  <a:lnTo>
                    <a:pt x="17292" y="2639"/>
                  </a:lnTo>
                  <a:lnTo>
                    <a:pt x="17146" y="2590"/>
                  </a:lnTo>
                  <a:lnTo>
                    <a:pt x="16999" y="2565"/>
                  </a:lnTo>
                  <a:lnTo>
                    <a:pt x="13702" y="2565"/>
                  </a:lnTo>
                  <a:lnTo>
                    <a:pt x="13263" y="758"/>
                  </a:lnTo>
                  <a:lnTo>
                    <a:pt x="13214" y="611"/>
                  </a:lnTo>
                  <a:lnTo>
                    <a:pt x="13141" y="465"/>
                  </a:lnTo>
                  <a:lnTo>
                    <a:pt x="13043" y="318"/>
                  </a:lnTo>
                  <a:lnTo>
                    <a:pt x="12921" y="221"/>
                  </a:lnTo>
                  <a:lnTo>
                    <a:pt x="12774" y="123"/>
                  </a:lnTo>
                  <a:lnTo>
                    <a:pt x="12628" y="50"/>
                  </a:lnTo>
                  <a:lnTo>
                    <a:pt x="1248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12" name="Google Shape;704;p47">
            <a:extLst>
              <a:ext uri="{FF2B5EF4-FFF2-40B4-BE49-F238E27FC236}">
                <a16:creationId xmlns:a16="http://schemas.microsoft.com/office/drawing/2014/main" xmlns="" id="{0D1CE89B-A477-41CC-BD2D-07917C23D981}"/>
              </a:ext>
            </a:extLst>
          </p:cNvPr>
          <p:cNvGrpSpPr/>
          <p:nvPr/>
        </p:nvGrpSpPr>
        <p:grpSpPr>
          <a:xfrm>
            <a:off x="4245157" y="2367264"/>
            <a:ext cx="210311" cy="184925"/>
            <a:chOff x="1928175" y="312600"/>
            <a:chExt cx="425000" cy="373700"/>
          </a:xfrm>
        </p:grpSpPr>
        <p:sp>
          <p:nvSpPr>
            <p:cNvPr id="13" name="Google Shape;705;p47">
              <a:extLst>
                <a:ext uri="{FF2B5EF4-FFF2-40B4-BE49-F238E27FC236}">
                  <a16:creationId xmlns:a16="http://schemas.microsoft.com/office/drawing/2014/main" xmlns="" id="{D86BF90C-8A71-AD13-2E74-45C3B4BDB5BE}"/>
                </a:ext>
              </a:extLst>
            </p:cNvPr>
            <p:cNvSpPr/>
            <p:nvPr/>
          </p:nvSpPr>
          <p:spPr>
            <a:xfrm>
              <a:off x="1928175" y="312600"/>
              <a:ext cx="425000" cy="373700"/>
            </a:xfrm>
            <a:custGeom>
              <a:avLst/>
              <a:gdLst/>
              <a:ahLst/>
              <a:cxnLst/>
              <a:rect l="l" t="t" r="r" b="b"/>
              <a:pathLst>
                <a:path w="17000" h="14948" extrusionOk="0">
                  <a:moveTo>
                    <a:pt x="16022" y="978"/>
                  </a:moveTo>
                  <a:lnTo>
                    <a:pt x="16022" y="13971"/>
                  </a:lnTo>
                  <a:lnTo>
                    <a:pt x="978" y="13971"/>
                  </a:lnTo>
                  <a:lnTo>
                    <a:pt x="978" y="978"/>
                  </a:lnTo>
                  <a:close/>
                  <a:moveTo>
                    <a:pt x="782" y="1"/>
                  </a:moveTo>
                  <a:lnTo>
                    <a:pt x="636" y="25"/>
                  </a:lnTo>
                  <a:lnTo>
                    <a:pt x="489" y="74"/>
                  </a:lnTo>
                  <a:lnTo>
                    <a:pt x="343" y="147"/>
                  </a:lnTo>
                  <a:lnTo>
                    <a:pt x="221" y="245"/>
                  </a:lnTo>
                  <a:lnTo>
                    <a:pt x="123" y="343"/>
                  </a:lnTo>
                  <a:lnTo>
                    <a:pt x="74" y="489"/>
                  </a:lnTo>
                  <a:lnTo>
                    <a:pt x="25" y="636"/>
                  </a:lnTo>
                  <a:lnTo>
                    <a:pt x="1" y="782"/>
                  </a:lnTo>
                  <a:lnTo>
                    <a:pt x="1" y="14166"/>
                  </a:lnTo>
                  <a:lnTo>
                    <a:pt x="25" y="14313"/>
                  </a:lnTo>
                  <a:lnTo>
                    <a:pt x="74" y="14459"/>
                  </a:lnTo>
                  <a:lnTo>
                    <a:pt x="123" y="14606"/>
                  </a:lnTo>
                  <a:lnTo>
                    <a:pt x="221" y="14703"/>
                  </a:lnTo>
                  <a:lnTo>
                    <a:pt x="343" y="14801"/>
                  </a:lnTo>
                  <a:lnTo>
                    <a:pt x="489" y="14874"/>
                  </a:lnTo>
                  <a:lnTo>
                    <a:pt x="636" y="14923"/>
                  </a:lnTo>
                  <a:lnTo>
                    <a:pt x="782" y="14948"/>
                  </a:lnTo>
                  <a:lnTo>
                    <a:pt x="16218" y="14948"/>
                  </a:lnTo>
                  <a:lnTo>
                    <a:pt x="16364" y="14923"/>
                  </a:lnTo>
                  <a:lnTo>
                    <a:pt x="16511" y="14874"/>
                  </a:lnTo>
                  <a:lnTo>
                    <a:pt x="16657" y="14801"/>
                  </a:lnTo>
                  <a:lnTo>
                    <a:pt x="16779" y="14703"/>
                  </a:lnTo>
                  <a:lnTo>
                    <a:pt x="16877" y="14606"/>
                  </a:lnTo>
                  <a:lnTo>
                    <a:pt x="16926" y="14459"/>
                  </a:lnTo>
                  <a:lnTo>
                    <a:pt x="16975" y="14313"/>
                  </a:lnTo>
                  <a:lnTo>
                    <a:pt x="16999" y="14166"/>
                  </a:lnTo>
                  <a:lnTo>
                    <a:pt x="16999" y="782"/>
                  </a:lnTo>
                  <a:lnTo>
                    <a:pt x="16975" y="636"/>
                  </a:lnTo>
                  <a:lnTo>
                    <a:pt x="16926" y="489"/>
                  </a:lnTo>
                  <a:lnTo>
                    <a:pt x="16877" y="343"/>
                  </a:lnTo>
                  <a:lnTo>
                    <a:pt x="16779" y="245"/>
                  </a:lnTo>
                  <a:lnTo>
                    <a:pt x="16657" y="147"/>
                  </a:lnTo>
                  <a:lnTo>
                    <a:pt x="16511" y="74"/>
                  </a:lnTo>
                  <a:lnTo>
                    <a:pt x="16364" y="25"/>
                  </a:lnTo>
                  <a:lnTo>
                    <a:pt x="16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4" name="Google Shape;706;p47">
              <a:extLst>
                <a:ext uri="{FF2B5EF4-FFF2-40B4-BE49-F238E27FC236}">
                  <a16:creationId xmlns:a16="http://schemas.microsoft.com/office/drawing/2014/main" xmlns="" id="{8D746F58-C2ED-5DCC-1155-F6BEE1FC2D24}"/>
                </a:ext>
              </a:extLst>
            </p:cNvPr>
            <p:cNvSpPr/>
            <p:nvPr/>
          </p:nvSpPr>
          <p:spPr>
            <a:xfrm>
              <a:off x="1964825" y="349250"/>
              <a:ext cx="351700" cy="300425"/>
            </a:xfrm>
            <a:custGeom>
              <a:avLst/>
              <a:gdLst/>
              <a:ahLst/>
              <a:cxnLst/>
              <a:rect l="l" t="t" r="r" b="b"/>
              <a:pathLst>
                <a:path w="14068" h="12017" extrusionOk="0">
                  <a:moveTo>
                    <a:pt x="10111" y="1563"/>
                  </a:moveTo>
                  <a:lnTo>
                    <a:pt x="10307" y="1588"/>
                  </a:lnTo>
                  <a:lnTo>
                    <a:pt x="10502" y="1612"/>
                  </a:lnTo>
                  <a:lnTo>
                    <a:pt x="10697" y="1661"/>
                  </a:lnTo>
                  <a:lnTo>
                    <a:pt x="10868" y="1734"/>
                  </a:lnTo>
                  <a:lnTo>
                    <a:pt x="11039" y="1807"/>
                  </a:lnTo>
                  <a:lnTo>
                    <a:pt x="11186" y="1905"/>
                  </a:lnTo>
                  <a:lnTo>
                    <a:pt x="11357" y="2027"/>
                  </a:lnTo>
                  <a:lnTo>
                    <a:pt x="11479" y="2149"/>
                  </a:lnTo>
                  <a:lnTo>
                    <a:pt x="11625" y="2271"/>
                  </a:lnTo>
                  <a:lnTo>
                    <a:pt x="11723" y="2442"/>
                  </a:lnTo>
                  <a:lnTo>
                    <a:pt x="11821" y="2589"/>
                  </a:lnTo>
                  <a:lnTo>
                    <a:pt x="11894" y="2760"/>
                  </a:lnTo>
                  <a:lnTo>
                    <a:pt x="11967" y="2955"/>
                  </a:lnTo>
                  <a:lnTo>
                    <a:pt x="12016" y="3126"/>
                  </a:lnTo>
                  <a:lnTo>
                    <a:pt x="12041" y="3322"/>
                  </a:lnTo>
                  <a:lnTo>
                    <a:pt x="12065" y="3517"/>
                  </a:lnTo>
                  <a:lnTo>
                    <a:pt x="12041" y="3737"/>
                  </a:lnTo>
                  <a:lnTo>
                    <a:pt x="12016" y="3908"/>
                  </a:lnTo>
                  <a:lnTo>
                    <a:pt x="11967" y="4103"/>
                  </a:lnTo>
                  <a:lnTo>
                    <a:pt x="11894" y="4274"/>
                  </a:lnTo>
                  <a:lnTo>
                    <a:pt x="11821" y="4445"/>
                  </a:lnTo>
                  <a:lnTo>
                    <a:pt x="11723" y="4616"/>
                  </a:lnTo>
                  <a:lnTo>
                    <a:pt x="11625" y="4763"/>
                  </a:lnTo>
                  <a:lnTo>
                    <a:pt x="11479" y="4909"/>
                  </a:lnTo>
                  <a:lnTo>
                    <a:pt x="11357" y="5031"/>
                  </a:lnTo>
                  <a:lnTo>
                    <a:pt x="11186" y="5153"/>
                  </a:lnTo>
                  <a:lnTo>
                    <a:pt x="11039" y="5251"/>
                  </a:lnTo>
                  <a:lnTo>
                    <a:pt x="10868" y="5324"/>
                  </a:lnTo>
                  <a:lnTo>
                    <a:pt x="10697" y="5398"/>
                  </a:lnTo>
                  <a:lnTo>
                    <a:pt x="10502" y="5446"/>
                  </a:lnTo>
                  <a:lnTo>
                    <a:pt x="10307" y="5471"/>
                  </a:lnTo>
                  <a:lnTo>
                    <a:pt x="9916" y="5471"/>
                  </a:lnTo>
                  <a:lnTo>
                    <a:pt x="9720" y="5446"/>
                  </a:lnTo>
                  <a:lnTo>
                    <a:pt x="9525" y="5398"/>
                  </a:lnTo>
                  <a:lnTo>
                    <a:pt x="9354" y="5324"/>
                  </a:lnTo>
                  <a:lnTo>
                    <a:pt x="9183" y="5251"/>
                  </a:lnTo>
                  <a:lnTo>
                    <a:pt x="9012" y="5153"/>
                  </a:lnTo>
                  <a:lnTo>
                    <a:pt x="8866" y="5031"/>
                  </a:lnTo>
                  <a:lnTo>
                    <a:pt x="8719" y="4909"/>
                  </a:lnTo>
                  <a:lnTo>
                    <a:pt x="8597" y="4763"/>
                  </a:lnTo>
                  <a:lnTo>
                    <a:pt x="8475" y="4616"/>
                  </a:lnTo>
                  <a:lnTo>
                    <a:pt x="8377" y="4445"/>
                  </a:lnTo>
                  <a:lnTo>
                    <a:pt x="8304" y="4274"/>
                  </a:lnTo>
                  <a:lnTo>
                    <a:pt x="8231" y="4103"/>
                  </a:lnTo>
                  <a:lnTo>
                    <a:pt x="8182" y="3908"/>
                  </a:lnTo>
                  <a:lnTo>
                    <a:pt x="8157" y="3737"/>
                  </a:lnTo>
                  <a:lnTo>
                    <a:pt x="8157" y="3517"/>
                  </a:lnTo>
                  <a:lnTo>
                    <a:pt x="8157" y="3322"/>
                  </a:lnTo>
                  <a:lnTo>
                    <a:pt x="8182" y="3126"/>
                  </a:lnTo>
                  <a:lnTo>
                    <a:pt x="8231" y="2955"/>
                  </a:lnTo>
                  <a:lnTo>
                    <a:pt x="8304" y="2760"/>
                  </a:lnTo>
                  <a:lnTo>
                    <a:pt x="8377" y="2589"/>
                  </a:lnTo>
                  <a:lnTo>
                    <a:pt x="8475" y="2442"/>
                  </a:lnTo>
                  <a:lnTo>
                    <a:pt x="8597" y="2271"/>
                  </a:lnTo>
                  <a:lnTo>
                    <a:pt x="8719" y="2149"/>
                  </a:lnTo>
                  <a:lnTo>
                    <a:pt x="8866" y="2027"/>
                  </a:lnTo>
                  <a:lnTo>
                    <a:pt x="9012" y="1905"/>
                  </a:lnTo>
                  <a:lnTo>
                    <a:pt x="9183" y="1807"/>
                  </a:lnTo>
                  <a:lnTo>
                    <a:pt x="9354" y="1734"/>
                  </a:lnTo>
                  <a:lnTo>
                    <a:pt x="9525" y="1661"/>
                  </a:lnTo>
                  <a:lnTo>
                    <a:pt x="9720" y="1612"/>
                  </a:lnTo>
                  <a:lnTo>
                    <a:pt x="9916" y="1588"/>
                  </a:lnTo>
                  <a:lnTo>
                    <a:pt x="10111" y="1563"/>
                  </a:lnTo>
                  <a:close/>
                  <a:moveTo>
                    <a:pt x="0" y="0"/>
                  </a:moveTo>
                  <a:lnTo>
                    <a:pt x="0" y="9232"/>
                  </a:lnTo>
                  <a:lnTo>
                    <a:pt x="3248" y="5080"/>
                  </a:lnTo>
                  <a:lnTo>
                    <a:pt x="3346" y="4958"/>
                  </a:lnTo>
                  <a:lnTo>
                    <a:pt x="3468" y="4885"/>
                  </a:lnTo>
                  <a:lnTo>
                    <a:pt x="3590" y="4836"/>
                  </a:lnTo>
                  <a:lnTo>
                    <a:pt x="3737" y="4811"/>
                  </a:lnTo>
                  <a:lnTo>
                    <a:pt x="3859" y="4836"/>
                  </a:lnTo>
                  <a:lnTo>
                    <a:pt x="4005" y="4885"/>
                  </a:lnTo>
                  <a:lnTo>
                    <a:pt x="4128" y="4958"/>
                  </a:lnTo>
                  <a:lnTo>
                    <a:pt x="4225" y="5080"/>
                  </a:lnTo>
                  <a:lnTo>
                    <a:pt x="9647" y="12016"/>
                  </a:lnTo>
                  <a:lnTo>
                    <a:pt x="10233" y="12016"/>
                  </a:lnTo>
                  <a:lnTo>
                    <a:pt x="10087" y="11772"/>
                  </a:lnTo>
                  <a:lnTo>
                    <a:pt x="8157" y="9305"/>
                  </a:lnTo>
                  <a:lnTo>
                    <a:pt x="9403" y="7718"/>
                  </a:lnTo>
                  <a:lnTo>
                    <a:pt x="9501" y="7596"/>
                  </a:lnTo>
                  <a:lnTo>
                    <a:pt x="9623" y="7522"/>
                  </a:lnTo>
                  <a:lnTo>
                    <a:pt x="9745" y="7473"/>
                  </a:lnTo>
                  <a:lnTo>
                    <a:pt x="9891" y="7449"/>
                  </a:lnTo>
                  <a:lnTo>
                    <a:pt x="10014" y="7473"/>
                  </a:lnTo>
                  <a:lnTo>
                    <a:pt x="10160" y="7522"/>
                  </a:lnTo>
                  <a:lnTo>
                    <a:pt x="10282" y="7596"/>
                  </a:lnTo>
                  <a:lnTo>
                    <a:pt x="10380" y="7718"/>
                  </a:lnTo>
                  <a:lnTo>
                    <a:pt x="13750" y="12016"/>
                  </a:lnTo>
                  <a:lnTo>
                    <a:pt x="14068" y="12016"/>
                  </a:lnTo>
                  <a:lnTo>
                    <a:pt x="140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15" name="Google Shape;707;p47">
            <a:extLst>
              <a:ext uri="{FF2B5EF4-FFF2-40B4-BE49-F238E27FC236}">
                <a16:creationId xmlns:a16="http://schemas.microsoft.com/office/drawing/2014/main" xmlns="" id="{AA3491A8-8691-A2A5-DCA3-AC5EAF53D4DC}"/>
              </a:ext>
            </a:extLst>
          </p:cNvPr>
          <p:cNvSpPr/>
          <p:nvPr/>
        </p:nvSpPr>
        <p:spPr>
          <a:xfrm>
            <a:off x="4597767" y="2360619"/>
            <a:ext cx="172232" cy="198212"/>
          </a:xfrm>
          <a:custGeom>
            <a:avLst/>
            <a:gdLst/>
            <a:ahLst/>
            <a:cxnLst/>
            <a:rect l="l" t="t" r="r" b="b"/>
            <a:pathLst>
              <a:path w="13922" h="16022" extrusionOk="0">
                <a:moveTo>
                  <a:pt x="13922" y="0"/>
                </a:moveTo>
                <a:lnTo>
                  <a:pt x="3249" y="3249"/>
                </a:lnTo>
                <a:lnTo>
                  <a:pt x="3249" y="12651"/>
                </a:lnTo>
                <a:lnTo>
                  <a:pt x="2907" y="12627"/>
                </a:lnTo>
                <a:lnTo>
                  <a:pt x="2565" y="12627"/>
                </a:lnTo>
                <a:lnTo>
                  <a:pt x="2198" y="12676"/>
                </a:lnTo>
                <a:lnTo>
                  <a:pt x="1832" y="12774"/>
                </a:lnTo>
                <a:lnTo>
                  <a:pt x="1612" y="12847"/>
                </a:lnTo>
                <a:lnTo>
                  <a:pt x="1393" y="12945"/>
                </a:lnTo>
                <a:lnTo>
                  <a:pt x="1197" y="13067"/>
                </a:lnTo>
                <a:lnTo>
                  <a:pt x="1002" y="13164"/>
                </a:lnTo>
                <a:lnTo>
                  <a:pt x="806" y="13311"/>
                </a:lnTo>
                <a:lnTo>
                  <a:pt x="660" y="13433"/>
                </a:lnTo>
                <a:lnTo>
                  <a:pt x="513" y="13580"/>
                </a:lnTo>
                <a:lnTo>
                  <a:pt x="391" y="13726"/>
                </a:lnTo>
                <a:lnTo>
                  <a:pt x="269" y="13897"/>
                </a:lnTo>
                <a:lnTo>
                  <a:pt x="171" y="14044"/>
                </a:lnTo>
                <a:lnTo>
                  <a:pt x="98" y="14215"/>
                </a:lnTo>
                <a:lnTo>
                  <a:pt x="49" y="14386"/>
                </a:lnTo>
                <a:lnTo>
                  <a:pt x="25" y="14532"/>
                </a:lnTo>
                <a:lnTo>
                  <a:pt x="0" y="14703"/>
                </a:lnTo>
                <a:lnTo>
                  <a:pt x="25" y="14874"/>
                </a:lnTo>
                <a:lnTo>
                  <a:pt x="49" y="15021"/>
                </a:lnTo>
                <a:lnTo>
                  <a:pt x="123" y="15191"/>
                </a:lnTo>
                <a:lnTo>
                  <a:pt x="196" y="15338"/>
                </a:lnTo>
                <a:lnTo>
                  <a:pt x="293" y="15460"/>
                </a:lnTo>
                <a:lnTo>
                  <a:pt x="416" y="15582"/>
                </a:lnTo>
                <a:lnTo>
                  <a:pt x="562" y="15680"/>
                </a:lnTo>
                <a:lnTo>
                  <a:pt x="709" y="15778"/>
                </a:lnTo>
                <a:lnTo>
                  <a:pt x="880" y="15851"/>
                </a:lnTo>
                <a:lnTo>
                  <a:pt x="1075" y="15924"/>
                </a:lnTo>
                <a:lnTo>
                  <a:pt x="1246" y="15973"/>
                </a:lnTo>
                <a:lnTo>
                  <a:pt x="1466" y="15997"/>
                </a:lnTo>
                <a:lnTo>
                  <a:pt x="1661" y="16022"/>
                </a:lnTo>
                <a:lnTo>
                  <a:pt x="1881" y="16022"/>
                </a:lnTo>
                <a:lnTo>
                  <a:pt x="2101" y="15997"/>
                </a:lnTo>
                <a:lnTo>
                  <a:pt x="2345" y="15973"/>
                </a:lnTo>
                <a:lnTo>
                  <a:pt x="2565" y="15924"/>
                </a:lnTo>
                <a:lnTo>
                  <a:pt x="2809" y="15875"/>
                </a:lnTo>
                <a:lnTo>
                  <a:pt x="3224" y="15704"/>
                </a:lnTo>
                <a:lnTo>
                  <a:pt x="3591" y="15509"/>
                </a:lnTo>
                <a:lnTo>
                  <a:pt x="3908" y="15289"/>
                </a:lnTo>
                <a:lnTo>
                  <a:pt x="4177" y="15021"/>
                </a:lnTo>
                <a:lnTo>
                  <a:pt x="4372" y="14752"/>
                </a:lnTo>
                <a:lnTo>
                  <a:pt x="4470" y="14605"/>
                </a:lnTo>
                <a:lnTo>
                  <a:pt x="4543" y="14459"/>
                </a:lnTo>
                <a:lnTo>
                  <a:pt x="4592" y="14312"/>
                </a:lnTo>
                <a:lnTo>
                  <a:pt x="4616" y="14166"/>
                </a:lnTo>
                <a:lnTo>
                  <a:pt x="4641" y="14019"/>
                </a:lnTo>
                <a:lnTo>
                  <a:pt x="4641" y="13873"/>
                </a:lnTo>
                <a:lnTo>
                  <a:pt x="4641" y="6204"/>
                </a:lnTo>
                <a:lnTo>
                  <a:pt x="12505" y="3737"/>
                </a:lnTo>
                <a:lnTo>
                  <a:pt x="12505" y="10136"/>
                </a:lnTo>
                <a:lnTo>
                  <a:pt x="12187" y="10111"/>
                </a:lnTo>
                <a:lnTo>
                  <a:pt x="11846" y="10111"/>
                </a:lnTo>
                <a:lnTo>
                  <a:pt x="11479" y="10160"/>
                </a:lnTo>
                <a:lnTo>
                  <a:pt x="11113" y="10258"/>
                </a:lnTo>
                <a:lnTo>
                  <a:pt x="10893" y="10331"/>
                </a:lnTo>
                <a:lnTo>
                  <a:pt x="10673" y="10429"/>
                </a:lnTo>
                <a:lnTo>
                  <a:pt x="10453" y="10551"/>
                </a:lnTo>
                <a:lnTo>
                  <a:pt x="10283" y="10649"/>
                </a:lnTo>
                <a:lnTo>
                  <a:pt x="10087" y="10795"/>
                </a:lnTo>
                <a:lnTo>
                  <a:pt x="9941" y="10917"/>
                </a:lnTo>
                <a:lnTo>
                  <a:pt x="9794" y="11064"/>
                </a:lnTo>
                <a:lnTo>
                  <a:pt x="9648" y="11211"/>
                </a:lnTo>
                <a:lnTo>
                  <a:pt x="9550" y="11381"/>
                </a:lnTo>
                <a:lnTo>
                  <a:pt x="9452" y="11528"/>
                </a:lnTo>
                <a:lnTo>
                  <a:pt x="9379" y="11699"/>
                </a:lnTo>
                <a:lnTo>
                  <a:pt x="9330" y="11870"/>
                </a:lnTo>
                <a:lnTo>
                  <a:pt x="9306" y="12016"/>
                </a:lnTo>
                <a:lnTo>
                  <a:pt x="9281" y="12187"/>
                </a:lnTo>
                <a:lnTo>
                  <a:pt x="9306" y="12358"/>
                </a:lnTo>
                <a:lnTo>
                  <a:pt x="9330" y="12505"/>
                </a:lnTo>
                <a:lnTo>
                  <a:pt x="9403" y="12676"/>
                </a:lnTo>
                <a:lnTo>
                  <a:pt x="9477" y="12822"/>
                </a:lnTo>
                <a:lnTo>
                  <a:pt x="9574" y="12945"/>
                </a:lnTo>
                <a:lnTo>
                  <a:pt x="9696" y="13067"/>
                </a:lnTo>
                <a:lnTo>
                  <a:pt x="9843" y="13164"/>
                </a:lnTo>
                <a:lnTo>
                  <a:pt x="9989" y="13262"/>
                </a:lnTo>
                <a:lnTo>
                  <a:pt x="10160" y="13335"/>
                </a:lnTo>
                <a:lnTo>
                  <a:pt x="10331" y="13409"/>
                </a:lnTo>
                <a:lnTo>
                  <a:pt x="10527" y="13457"/>
                </a:lnTo>
                <a:lnTo>
                  <a:pt x="10747" y="13482"/>
                </a:lnTo>
                <a:lnTo>
                  <a:pt x="10942" y="13506"/>
                </a:lnTo>
                <a:lnTo>
                  <a:pt x="11162" y="13506"/>
                </a:lnTo>
                <a:lnTo>
                  <a:pt x="11382" y="13482"/>
                </a:lnTo>
                <a:lnTo>
                  <a:pt x="11626" y="13457"/>
                </a:lnTo>
                <a:lnTo>
                  <a:pt x="11846" y="13409"/>
                </a:lnTo>
                <a:lnTo>
                  <a:pt x="12090" y="13360"/>
                </a:lnTo>
                <a:lnTo>
                  <a:pt x="12456" y="13213"/>
                </a:lnTo>
                <a:lnTo>
                  <a:pt x="12798" y="13042"/>
                </a:lnTo>
                <a:lnTo>
                  <a:pt x="13091" y="12822"/>
                </a:lnTo>
                <a:lnTo>
                  <a:pt x="13360" y="12603"/>
                </a:lnTo>
                <a:lnTo>
                  <a:pt x="13580" y="12358"/>
                </a:lnTo>
                <a:lnTo>
                  <a:pt x="13751" y="12090"/>
                </a:lnTo>
                <a:lnTo>
                  <a:pt x="13848" y="11821"/>
                </a:lnTo>
                <a:lnTo>
                  <a:pt x="13897" y="11675"/>
                </a:lnTo>
                <a:lnTo>
                  <a:pt x="13922" y="11552"/>
                </a:lnTo>
                <a:lnTo>
                  <a:pt x="1392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6" name="Google Shape;708;p47">
            <a:extLst>
              <a:ext uri="{FF2B5EF4-FFF2-40B4-BE49-F238E27FC236}">
                <a16:creationId xmlns:a16="http://schemas.microsoft.com/office/drawing/2014/main" xmlns="" id="{03E03512-7736-5183-7FCB-E321E483E1EB}"/>
              </a:ext>
            </a:extLst>
          </p:cNvPr>
          <p:cNvSpPr/>
          <p:nvPr/>
        </p:nvSpPr>
        <p:spPr>
          <a:xfrm>
            <a:off x="4943111" y="2361223"/>
            <a:ext cx="148678" cy="197000"/>
          </a:xfrm>
          <a:custGeom>
            <a:avLst/>
            <a:gdLst/>
            <a:ahLst/>
            <a:cxnLst/>
            <a:rect l="l" t="t" r="r" b="b"/>
            <a:pathLst>
              <a:path w="12018" h="15924" extrusionOk="0">
                <a:moveTo>
                  <a:pt x="6278" y="3444"/>
                </a:moveTo>
                <a:lnTo>
                  <a:pt x="6522" y="3493"/>
                </a:lnTo>
                <a:lnTo>
                  <a:pt x="6766" y="3542"/>
                </a:lnTo>
                <a:lnTo>
                  <a:pt x="7010" y="3639"/>
                </a:lnTo>
                <a:lnTo>
                  <a:pt x="7230" y="3737"/>
                </a:lnTo>
                <a:lnTo>
                  <a:pt x="7450" y="3883"/>
                </a:lnTo>
                <a:lnTo>
                  <a:pt x="7645" y="4030"/>
                </a:lnTo>
                <a:lnTo>
                  <a:pt x="7816" y="4201"/>
                </a:lnTo>
                <a:lnTo>
                  <a:pt x="7987" y="4372"/>
                </a:lnTo>
                <a:lnTo>
                  <a:pt x="8134" y="4567"/>
                </a:lnTo>
                <a:lnTo>
                  <a:pt x="8280" y="4787"/>
                </a:lnTo>
                <a:lnTo>
                  <a:pt x="8378" y="5007"/>
                </a:lnTo>
                <a:lnTo>
                  <a:pt x="8476" y="5251"/>
                </a:lnTo>
                <a:lnTo>
                  <a:pt x="8525" y="5495"/>
                </a:lnTo>
                <a:lnTo>
                  <a:pt x="8573" y="5740"/>
                </a:lnTo>
                <a:lnTo>
                  <a:pt x="8573" y="6008"/>
                </a:lnTo>
                <a:lnTo>
                  <a:pt x="8573" y="6277"/>
                </a:lnTo>
                <a:lnTo>
                  <a:pt x="8525" y="6521"/>
                </a:lnTo>
                <a:lnTo>
                  <a:pt x="8476" y="6765"/>
                </a:lnTo>
                <a:lnTo>
                  <a:pt x="8378" y="7010"/>
                </a:lnTo>
                <a:lnTo>
                  <a:pt x="8280" y="7229"/>
                </a:lnTo>
                <a:lnTo>
                  <a:pt x="8134" y="7449"/>
                </a:lnTo>
                <a:lnTo>
                  <a:pt x="7987" y="7645"/>
                </a:lnTo>
                <a:lnTo>
                  <a:pt x="7816" y="7816"/>
                </a:lnTo>
                <a:lnTo>
                  <a:pt x="7645" y="7987"/>
                </a:lnTo>
                <a:lnTo>
                  <a:pt x="7450" y="8133"/>
                </a:lnTo>
                <a:lnTo>
                  <a:pt x="7230" y="8280"/>
                </a:lnTo>
                <a:lnTo>
                  <a:pt x="7010" y="8377"/>
                </a:lnTo>
                <a:lnTo>
                  <a:pt x="6766" y="8475"/>
                </a:lnTo>
                <a:lnTo>
                  <a:pt x="6522" y="8524"/>
                </a:lnTo>
                <a:lnTo>
                  <a:pt x="6278" y="8573"/>
                </a:lnTo>
                <a:lnTo>
                  <a:pt x="5740" y="8573"/>
                </a:lnTo>
                <a:lnTo>
                  <a:pt x="5496" y="8524"/>
                </a:lnTo>
                <a:lnTo>
                  <a:pt x="5252" y="8475"/>
                </a:lnTo>
                <a:lnTo>
                  <a:pt x="5008" y="8377"/>
                </a:lnTo>
                <a:lnTo>
                  <a:pt x="4788" y="8280"/>
                </a:lnTo>
                <a:lnTo>
                  <a:pt x="4568" y="8133"/>
                </a:lnTo>
                <a:lnTo>
                  <a:pt x="4373" y="7987"/>
                </a:lnTo>
                <a:lnTo>
                  <a:pt x="4202" y="7816"/>
                </a:lnTo>
                <a:lnTo>
                  <a:pt x="4031" y="7645"/>
                </a:lnTo>
                <a:lnTo>
                  <a:pt x="3884" y="7449"/>
                </a:lnTo>
                <a:lnTo>
                  <a:pt x="3738" y="7229"/>
                </a:lnTo>
                <a:lnTo>
                  <a:pt x="3640" y="7010"/>
                </a:lnTo>
                <a:lnTo>
                  <a:pt x="3542" y="6765"/>
                </a:lnTo>
                <a:lnTo>
                  <a:pt x="3493" y="6521"/>
                </a:lnTo>
                <a:lnTo>
                  <a:pt x="3445" y="6277"/>
                </a:lnTo>
                <a:lnTo>
                  <a:pt x="3445" y="6008"/>
                </a:lnTo>
                <a:lnTo>
                  <a:pt x="3445" y="5740"/>
                </a:lnTo>
                <a:lnTo>
                  <a:pt x="3493" y="5495"/>
                </a:lnTo>
                <a:lnTo>
                  <a:pt x="3542" y="5251"/>
                </a:lnTo>
                <a:lnTo>
                  <a:pt x="3640" y="5007"/>
                </a:lnTo>
                <a:lnTo>
                  <a:pt x="3738" y="4787"/>
                </a:lnTo>
                <a:lnTo>
                  <a:pt x="3884" y="4567"/>
                </a:lnTo>
                <a:lnTo>
                  <a:pt x="4031" y="4372"/>
                </a:lnTo>
                <a:lnTo>
                  <a:pt x="4202" y="4201"/>
                </a:lnTo>
                <a:lnTo>
                  <a:pt x="4373" y="4030"/>
                </a:lnTo>
                <a:lnTo>
                  <a:pt x="4568" y="3883"/>
                </a:lnTo>
                <a:lnTo>
                  <a:pt x="4788" y="3737"/>
                </a:lnTo>
                <a:lnTo>
                  <a:pt x="5008" y="3639"/>
                </a:lnTo>
                <a:lnTo>
                  <a:pt x="5252" y="3542"/>
                </a:lnTo>
                <a:lnTo>
                  <a:pt x="5496" y="3493"/>
                </a:lnTo>
                <a:lnTo>
                  <a:pt x="5740" y="3444"/>
                </a:lnTo>
                <a:close/>
                <a:moveTo>
                  <a:pt x="5691" y="0"/>
                </a:moveTo>
                <a:lnTo>
                  <a:pt x="5398" y="25"/>
                </a:lnTo>
                <a:lnTo>
                  <a:pt x="5105" y="73"/>
                </a:lnTo>
                <a:lnTo>
                  <a:pt x="4788" y="122"/>
                </a:lnTo>
                <a:lnTo>
                  <a:pt x="4519" y="196"/>
                </a:lnTo>
                <a:lnTo>
                  <a:pt x="4226" y="269"/>
                </a:lnTo>
                <a:lnTo>
                  <a:pt x="3664" y="464"/>
                </a:lnTo>
                <a:lnTo>
                  <a:pt x="3152" y="733"/>
                </a:lnTo>
                <a:lnTo>
                  <a:pt x="2639" y="1026"/>
                </a:lnTo>
                <a:lnTo>
                  <a:pt x="2199" y="1368"/>
                </a:lnTo>
                <a:lnTo>
                  <a:pt x="1759" y="1759"/>
                </a:lnTo>
                <a:lnTo>
                  <a:pt x="1369" y="2198"/>
                </a:lnTo>
                <a:lnTo>
                  <a:pt x="1027" y="2638"/>
                </a:lnTo>
                <a:lnTo>
                  <a:pt x="734" y="3151"/>
                </a:lnTo>
                <a:lnTo>
                  <a:pt x="465" y="3664"/>
                </a:lnTo>
                <a:lnTo>
                  <a:pt x="270" y="4225"/>
                </a:lnTo>
                <a:lnTo>
                  <a:pt x="196" y="4518"/>
                </a:lnTo>
                <a:lnTo>
                  <a:pt x="123" y="4787"/>
                </a:lnTo>
                <a:lnTo>
                  <a:pt x="74" y="5105"/>
                </a:lnTo>
                <a:lnTo>
                  <a:pt x="25" y="5398"/>
                </a:lnTo>
                <a:lnTo>
                  <a:pt x="1" y="5691"/>
                </a:lnTo>
                <a:lnTo>
                  <a:pt x="1" y="6008"/>
                </a:lnTo>
                <a:lnTo>
                  <a:pt x="25" y="6448"/>
                </a:lnTo>
                <a:lnTo>
                  <a:pt x="74" y="6887"/>
                </a:lnTo>
                <a:lnTo>
                  <a:pt x="147" y="7352"/>
                </a:lnTo>
                <a:lnTo>
                  <a:pt x="270" y="7791"/>
                </a:lnTo>
                <a:lnTo>
                  <a:pt x="392" y="8231"/>
                </a:lnTo>
                <a:lnTo>
                  <a:pt x="563" y="8670"/>
                </a:lnTo>
                <a:lnTo>
                  <a:pt x="734" y="9110"/>
                </a:lnTo>
                <a:lnTo>
                  <a:pt x="929" y="9550"/>
                </a:lnTo>
                <a:lnTo>
                  <a:pt x="1149" y="9965"/>
                </a:lnTo>
                <a:lnTo>
                  <a:pt x="1393" y="10404"/>
                </a:lnTo>
                <a:lnTo>
                  <a:pt x="1906" y="11210"/>
                </a:lnTo>
                <a:lnTo>
                  <a:pt x="2443" y="11992"/>
                </a:lnTo>
                <a:lnTo>
                  <a:pt x="3005" y="12725"/>
                </a:lnTo>
                <a:lnTo>
                  <a:pt x="3567" y="13408"/>
                </a:lnTo>
                <a:lnTo>
                  <a:pt x="4104" y="14019"/>
                </a:lnTo>
                <a:lnTo>
                  <a:pt x="4617" y="14581"/>
                </a:lnTo>
                <a:lnTo>
                  <a:pt x="5081" y="15045"/>
                </a:lnTo>
                <a:lnTo>
                  <a:pt x="5740" y="15680"/>
                </a:lnTo>
                <a:lnTo>
                  <a:pt x="6009" y="15924"/>
                </a:lnTo>
                <a:lnTo>
                  <a:pt x="6278" y="15680"/>
                </a:lnTo>
                <a:lnTo>
                  <a:pt x="6937" y="15045"/>
                </a:lnTo>
                <a:lnTo>
                  <a:pt x="7401" y="14581"/>
                </a:lnTo>
                <a:lnTo>
                  <a:pt x="7914" y="14019"/>
                </a:lnTo>
                <a:lnTo>
                  <a:pt x="8451" y="13408"/>
                </a:lnTo>
                <a:lnTo>
                  <a:pt x="9013" y="12725"/>
                </a:lnTo>
                <a:lnTo>
                  <a:pt x="9575" y="11992"/>
                </a:lnTo>
                <a:lnTo>
                  <a:pt x="10112" y="11210"/>
                </a:lnTo>
                <a:lnTo>
                  <a:pt x="10625" y="10404"/>
                </a:lnTo>
                <a:lnTo>
                  <a:pt x="10869" y="9965"/>
                </a:lnTo>
                <a:lnTo>
                  <a:pt x="11089" y="9550"/>
                </a:lnTo>
                <a:lnTo>
                  <a:pt x="11284" y="9110"/>
                </a:lnTo>
                <a:lnTo>
                  <a:pt x="11455" y="8670"/>
                </a:lnTo>
                <a:lnTo>
                  <a:pt x="11626" y="8231"/>
                </a:lnTo>
                <a:lnTo>
                  <a:pt x="11748" y="7791"/>
                </a:lnTo>
                <a:lnTo>
                  <a:pt x="11871" y="7352"/>
                </a:lnTo>
                <a:lnTo>
                  <a:pt x="11944" y="6887"/>
                </a:lnTo>
                <a:lnTo>
                  <a:pt x="11993" y="6448"/>
                </a:lnTo>
                <a:lnTo>
                  <a:pt x="12017" y="6008"/>
                </a:lnTo>
                <a:lnTo>
                  <a:pt x="12017" y="5691"/>
                </a:lnTo>
                <a:lnTo>
                  <a:pt x="11993" y="5398"/>
                </a:lnTo>
                <a:lnTo>
                  <a:pt x="11944" y="5105"/>
                </a:lnTo>
                <a:lnTo>
                  <a:pt x="11895" y="4787"/>
                </a:lnTo>
                <a:lnTo>
                  <a:pt x="11822" y="4518"/>
                </a:lnTo>
                <a:lnTo>
                  <a:pt x="11748" y="4225"/>
                </a:lnTo>
                <a:lnTo>
                  <a:pt x="11553" y="3664"/>
                </a:lnTo>
                <a:lnTo>
                  <a:pt x="11284" y="3151"/>
                </a:lnTo>
                <a:lnTo>
                  <a:pt x="10991" y="2638"/>
                </a:lnTo>
                <a:lnTo>
                  <a:pt x="10649" y="2198"/>
                </a:lnTo>
                <a:lnTo>
                  <a:pt x="10259" y="1759"/>
                </a:lnTo>
                <a:lnTo>
                  <a:pt x="9819" y="1368"/>
                </a:lnTo>
                <a:lnTo>
                  <a:pt x="9379" y="1026"/>
                </a:lnTo>
                <a:lnTo>
                  <a:pt x="8866" y="733"/>
                </a:lnTo>
                <a:lnTo>
                  <a:pt x="8354" y="464"/>
                </a:lnTo>
                <a:lnTo>
                  <a:pt x="7792" y="269"/>
                </a:lnTo>
                <a:lnTo>
                  <a:pt x="7499" y="196"/>
                </a:lnTo>
                <a:lnTo>
                  <a:pt x="7230" y="122"/>
                </a:lnTo>
                <a:lnTo>
                  <a:pt x="6913" y="73"/>
                </a:lnTo>
                <a:lnTo>
                  <a:pt x="6620" y="25"/>
                </a:lnTo>
                <a:lnTo>
                  <a:pt x="632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17" name="Google Shape;709;p47">
            <a:extLst>
              <a:ext uri="{FF2B5EF4-FFF2-40B4-BE49-F238E27FC236}">
                <a16:creationId xmlns:a16="http://schemas.microsoft.com/office/drawing/2014/main" xmlns="" id="{127A770C-131B-A21F-7E5D-F22D76C680F5}"/>
              </a:ext>
            </a:extLst>
          </p:cNvPr>
          <p:cNvGrpSpPr/>
          <p:nvPr/>
        </p:nvGrpSpPr>
        <p:grpSpPr>
          <a:xfrm>
            <a:off x="5230139" y="2357598"/>
            <a:ext cx="241734" cy="204262"/>
            <a:chOff x="3918650" y="293075"/>
            <a:chExt cx="488500" cy="412775"/>
          </a:xfrm>
        </p:grpSpPr>
        <p:sp>
          <p:nvSpPr>
            <p:cNvPr id="18" name="Google Shape;710;p47">
              <a:extLst>
                <a:ext uri="{FF2B5EF4-FFF2-40B4-BE49-F238E27FC236}">
                  <a16:creationId xmlns:a16="http://schemas.microsoft.com/office/drawing/2014/main" xmlns="" id="{FF9B703E-D3C5-F410-CEE5-BD61402C0CD0}"/>
                </a:ext>
              </a:extLst>
            </p:cNvPr>
            <p:cNvSpPr/>
            <p:nvPr/>
          </p:nvSpPr>
          <p:spPr>
            <a:xfrm>
              <a:off x="4085350" y="293675"/>
              <a:ext cx="154500" cy="412175"/>
            </a:xfrm>
            <a:custGeom>
              <a:avLst/>
              <a:gdLst/>
              <a:ahLst/>
              <a:cxnLst/>
              <a:rect l="l" t="t" r="r" b="b"/>
              <a:pathLst>
                <a:path w="6180" h="16487" extrusionOk="0">
                  <a:moveTo>
                    <a:pt x="709" y="5496"/>
                  </a:moveTo>
                  <a:lnTo>
                    <a:pt x="806" y="5520"/>
                  </a:lnTo>
                  <a:lnTo>
                    <a:pt x="1050" y="5667"/>
                  </a:lnTo>
                  <a:lnTo>
                    <a:pt x="1270" y="5813"/>
                  </a:lnTo>
                  <a:lnTo>
                    <a:pt x="1344" y="5886"/>
                  </a:lnTo>
                  <a:lnTo>
                    <a:pt x="1368" y="5984"/>
                  </a:lnTo>
                  <a:lnTo>
                    <a:pt x="1344" y="6082"/>
                  </a:lnTo>
                  <a:lnTo>
                    <a:pt x="1319" y="6155"/>
                  </a:lnTo>
                  <a:lnTo>
                    <a:pt x="1221" y="6228"/>
                  </a:lnTo>
                  <a:lnTo>
                    <a:pt x="1124" y="6253"/>
                  </a:lnTo>
                  <a:lnTo>
                    <a:pt x="1050" y="6228"/>
                  </a:lnTo>
                  <a:lnTo>
                    <a:pt x="977" y="6204"/>
                  </a:lnTo>
                  <a:lnTo>
                    <a:pt x="782" y="6082"/>
                  </a:lnTo>
                  <a:lnTo>
                    <a:pt x="586" y="5960"/>
                  </a:lnTo>
                  <a:lnTo>
                    <a:pt x="513" y="5911"/>
                  </a:lnTo>
                  <a:lnTo>
                    <a:pt x="464" y="5838"/>
                  </a:lnTo>
                  <a:lnTo>
                    <a:pt x="464" y="5740"/>
                  </a:lnTo>
                  <a:lnTo>
                    <a:pt x="489" y="5642"/>
                  </a:lnTo>
                  <a:lnTo>
                    <a:pt x="538" y="5569"/>
                  </a:lnTo>
                  <a:lnTo>
                    <a:pt x="611" y="5520"/>
                  </a:lnTo>
                  <a:lnTo>
                    <a:pt x="709" y="5496"/>
                  </a:lnTo>
                  <a:close/>
                  <a:moveTo>
                    <a:pt x="1685" y="6351"/>
                  </a:moveTo>
                  <a:lnTo>
                    <a:pt x="1783" y="6375"/>
                  </a:lnTo>
                  <a:lnTo>
                    <a:pt x="1856" y="6448"/>
                  </a:lnTo>
                  <a:lnTo>
                    <a:pt x="2003" y="6668"/>
                  </a:lnTo>
                  <a:lnTo>
                    <a:pt x="2125" y="6888"/>
                  </a:lnTo>
                  <a:lnTo>
                    <a:pt x="2150" y="6986"/>
                  </a:lnTo>
                  <a:lnTo>
                    <a:pt x="2150" y="7083"/>
                  </a:lnTo>
                  <a:lnTo>
                    <a:pt x="2101" y="7156"/>
                  </a:lnTo>
                  <a:lnTo>
                    <a:pt x="2027" y="7230"/>
                  </a:lnTo>
                  <a:lnTo>
                    <a:pt x="1979" y="7254"/>
                  </a:lnTo>
                  <a:lnTo>
                    <a:pt x="1856" y="7254"/>
                  </a:lnTo>
                  <a:lnTo>
                    <a:pt x="1783" y="7230"/>
                  </a:lnTo>
                  <a:lnTo>
                    <a:pt x="1734" y="7181"/>
                  </a:lnTo>
                  <a:lnTo>
                    <a:pt x="1685" y="7132"/>
                  </a:lnTo>
                  <a:lnTo>
                    <a:pt x="1441" y="6741"/>
                  </a:lnTo>
                  <a:lnTo>
                    <a:pt x="1417" y="6644"/>
                  </a:lnTo>
                  <a:lnTo>
                    <a:pt x="1417" y="6546"/>
                  </a:lnTo>
                  <a:lnTo>
                    <a:pt x="1441" y="6448"/>
                  </a:lnTo>
                  <a:lnTo>
                    <a:pt x="1515" y="6399"/>
                  </a:lnTo>
                  <a:lnTo>
                    <a:pt x="1612" y="6351"/>
                  </a:lnTo>
                  <a:close/>
                  <a:moveTo>
                    <a:pt x="2247" y="7498"/>
                  </a:moveTo>
                  <a:lnTo>
                    <a:pt x="2345" y="7523"/>
                  </a:lnTo>
                  <a:lnTo>
                    <a:pt x="2418" y="7572"/>
                  </a:lnTo>
                  <a:lnTo>
                    <a:pt x="2467" y="7645"/>
                  </a:lnTo>
                  <a:lnTo>
                    <a:pt x="2662" y="8109"/>
                  </a:lnTo>
                  <a:lnTo>
                    <a:pt x="2662" y="8207"/>
                  </a:lnTo>
                  <a:lnTo>
                    <a:pt x="2638" y="8304"/>
                  </a:lnTo>
                  <a:lnTo>
                    <a:pt x="2589" y="8378"/>
                  </a:lnTo>
                  <a:lnTo>
                    <a:pt x="2516" y="8426"/>
                  </a:lnTo>
                  <a:lnTo>
                    <a:pt x="2418" y="8451"/>
                  </a:lnTo>
                  <a:lnTo>
                    <a:pt x="2345" y="8426"/>
                  </a:lnTo>
                  <a:lnTo>
                    <a:pt x="2272" y="8402"/>
                  </a:lnTo>
                  <a:lnTo>
                    <a:pt x="2223" y="8353"/>
                  </a:lnTo>
                  <a:lnTo>
                    <a:pt x="2198" y="8280"/>
                  </a:lnTo>
                  <a:lnTo>
                    <a:pt x="2027" y="7840"/>
                  </a:lnTo>
                  <a:lnTo>
                    <a:pt x="2003" y="7743"/>
                  </a:lnTo>
                  <a:lnTo>
                    <a:pt x="2027" y="7645"/>
                  </a:lnTo>
                  <a:lnTo>
                    <a:pt x="2076" y="7572"/>
                  </a:lnTo>
                  <a:lnTo>
                    <a:pt x="2150" y="7523"/>
                  </a:lnTo>
                  <a:lnTo>
                    <a:pt x="2247" y="7498"/>
                  </a:lnTo>
                  <a:close/>
                  <a:moveTo>
                    <a:pt x="2711" y="8720"/>
                  </a:moveTo>
                  <a:lnTo>
                    <a:pt x="2785" y="8744"/>
                  </a:lnTo>
                  <a:lnTo>
                    <a:pt x="2858" y="8793"/>
                  </a:lnTo>
                  <a:lnTo>
                    <a:pt x="2907" y="8866"/>
                  </a:lnTo>
                  <a:lnTo>
                    <a:pt x="3078" y="9355"/>
                  </a:lnTo>
                  <a:lnTo>
                    <a:pt x="3102" y="9452"/>
                  </a:lnTo>
                  <a:lnTo>
                    <a:pt x="3078" y="9526"/>
                  </a:lnTo>
                  <a:lnTo>
                    <a:pt x="3004" y="9599"/>
                  </a:lnTo>
                  <a:lnTo>
                    <a:pt x="2931" y="9648"/>
                  </a:lnTo>
                  <a:lnTo>
                    <a:pt x="2858" y="9672"/>
                  </a:lnTo>
                  <a:lnTo>
                    <a:pt x="2785" y="9672"/>
                  </a:lnTo>
                  <a:lnTo>
                    <a:pt x="2711" y="9623"/>
                  </a:lnTo>
                  <a:lnTo>
                    <a:pt x="2662" y="9574"/>
                  </a:lnTo>
                  <a:lnTo>
                    <a:pt x="2614" y="9501"/>
                  </a:lnTo>
                  <a:lnTo>
                    <a:pt x="2467" y="9037"/>
                  </a:lnTo>
                  <a:lnTo>
                    <a:pt x="2443" y="8939"/>
                  </a:lnTo>
                  <a:lnTo>
                    <a:pt x="2467" y="8842"/>
                  </a:lnTo>
                  <a:lnTo>
                    <a:pt x="2516" y="8768"/>
                  </a:lnTo>
                  <a:lnTo>
                    <a:pt x="2614" y="8720"/>
                  </a:lnTo>
                  <a:close/>
                  <a:moveTo>
                    <a:pt x="3224" y="9941"/>
                  </a:moveTo>
                  <a:lnTo>
                    <a:pt x="3297" y="10014"/>
                  </a:lnTo>
                  <a:lnTo>
                    <a:pt x="3346" y="10087"/>
                  </a:lnTo>
                  <a:lnTo>
                    <a:pt x="3542" y="10527"/>
                  </a:lnTo>
                  <a:lnTo>
                    <a:pt x="3566" y="10625"/>
                  </a:lnTo>
                  <a:lnTo>
                    <a:pt x="3566" y="10722"/>
                  </a:lnTo>
                  <a:lnTo>
                    <a:pt x="3517" y="10796"/>
                  </a:lnTo>
                  <a:lnTo>
                    <a:pt x="3444" y="10844"/>
                  </a:lnTo>
                  <a:lnTo>
                    <a:pt x="3322" y="10869"/>
                  </a:lnTo>
                  <a:lnTo>
                    <a:pt x="3273" y="10869"/>
                  </a:lnTo>
                  <a:lnTo>
                    <a:pt x="3200" y="10844"/>
                  </a:lnTo>
                  <a:lnTo>
                    <a:pt x="3151" y="10796"/>
                  </a:lnTo>
                  <a:lnTo>
                    <a:pt x="3102" y="10747"/>
                  </a:lnTo>
                  <a:lnTo>
                    <a:pt x="2907" y="10258"/>
                  </a:lnTo>
                  <a:lnTo>
                    <a:pt x="2882" y="10161"/>
                  </a:lnTo>
                  <a:lnTo>
                    <a:pt x="2907" y="10087"/>
                  </a:lnTo>
                  <a:lnTo>
                    <a:pt x="2955" y="10014"/>
                  </a:lnTo>
                  <a:lnTo>
                    <a:pt x="3029" y="9941"/>
                  </a:lnTo>
                  <a:close/>
                  <a:moveTo>
                    <a:pt x="3761" y="11089"/>
                  </a:moveTo>
                  <a:lnTo>
                    <a:pt x="3835" y="11137"/>
                  </a:lnTo>
                  <a:lnTo>
                    <a:pt x="3908" y="11211"/>
                  </a:lnTo>
                  <a:lnTo>
                    <a:pt x="4177" y="11577"/>
                  </a:lnTo>
                  <a:lnTo>
                    <a:pt x="4225" y="11675"/>
                  </a:lnTo>
                  <a:lnTo>
                    <a:pt x="4250" y="11748"/>
                  </a:lnTo>
                  <a:lnTo>
                    <a:pt x="4201" y="11846"/>
                  </a:lnTo>
                  <a:lnTo>
                    <a:pt x="4152" y="11919"/>
                  </a:lnTo>
                  <a:lnTo>
                    <a:pt x="4079" y="11968"/>
                  </a:lnTo>
                  <a:lnTo>
                    <a:pt x="3884" y="11968"/>
                  </a:lnTo>
                  <a:lnTo>
                    <a:pt x="3810" y="11895"/>
                  </a:lnTo>
                  <a:lnTo>
                    <a:pt x="3664" y="11675"/>
                  </a:lnTo>
                  <a:lnTo>
                    <a:pt x="3493" y="11455"/>
                  </a:lnTo>
                  <a:lnTo>
                    <a:pt x="3468" y="11382"/>
                  </a:lnTo>
                  <a:lnTo>
                    <a:pt x="3468" y="11284"/>
                  </a:lnTo>
                  <a:lnTo>
                    <a:pt x="3517" y="11186"/>
                  </a:lnTo>
                  <a:lnTo>
                    <a:pt x="3566" y="11137"/>
                  </a:lnTo>
                  <a:lnTo>
                    <a:pt x="3664" y="11089"/>
                  </a:lnTo>
                  <a:close/>
                  <a:moveTo>
                    <a:pt x="4616" y="12041"/>
                  </a:moveTo>
                  <a:lnTo>
                    <a:pt x="4714" y="12090"/>
                  </a:lnTo>
                  <a:lnTo>
                    <a:pt x="4909" y="12212"/>
                  </a:lnTo>
                  <a:lnTo>
                    <a:pt x="5105" y="12334"/>
                  </a:lnTo>
                  <a:lnTo>
                    <a:pt x="5178" y="12383"/>
                  </a:lnTo>
                  <a:lnTo>
                    <a:pt x="5227" y="12481"/>
                  </a:lnTo>
                  <a:lnTo>
                    <a:pt x="5227" y="12554"/>
                  </a:lnTo>
                  <a:lnTo>
                    <a:pt x="5202" y="12652"/>
                  </a:lnTo>
                  <a:lnTo>
                    <a:pt x="5154" y="12725"/>
                  </a:lnTo>
                  <a:lnTo>
                    <a:pt x="5105" y="12749"/>
                  </a:lnTo>
                  <a:lnTo>
                    <a:pt x="5056" y="12774"/>
                  </a:lnTo>
                  <a:lnTo>
                    <a:pt x="4983" y="12798"/>
                  </a:lnTo>
                  <a:lnTo>
                    <a:pt x="4885" y="12774"/>
                  </a:lnTo>
                  <a:lnTo>
                    <a:pt x="4641" y="12627"/>
                  </a:lnTo>
                  <a:lnTo>
                    <a:pt x="4421" y="12481"/>
                  </a:lnTo>
                  <a:lnTo>
                    <a:pt x="4348" y="12407"/>
                  </a:lnTo>
                  <a:lnTo>
                    <a:pt x="4323" y="12310"/>
                  </a:lnTo>
                  <a:lnTo>
                    <a:pt x="4323" y="12236"/>
                  </a:lnTo>
                  <a:lnTo>
                    <a:pt x="4372" y="12139"/>
                  </a:lnTo>
                  <a:lnTo>
                    <a:pt x="4445" y="12066"/>
                  </a:lnTo>
                  <a:lnTo>
                    <a:pt x="4543" y="12041"/>
                  </a:lnTo>
                  <a:close/>
                  <a:moveTo>
                    <a:pt x="0" y="1"/>
                  </a:moveTo>
                  <a:lnTo>
                    <a:pt x="0" y="5325"/>
                  </a:lnTo>
                  <a:lnTo>
                    <a:pt x="74" y="5349"/>
                  </a:lnTo>
                  <a:lnTo>
                    <a:pt x="147" y="5422"/>
                  </a:lnTo>
                  <a:lnTo>
                    <a:pt x="171" y="5496"/>
                  </a:lnTo>
                  <a:lnTo>
                    <a:pt x="171" y="5569"/>
                  </a:lnTo>
                  <a:lnTo>
                    <a:pt x="171" y="5642"/>
                  </a:lnTo>
                  <a:lnTo>
                    <a:pt x="122" y="5716"/>
                  </a:lnTo>
                  <a:lnTo>
                    <a:pt x="74" y="5764"/>
                  </a:lnTo>
                  <a:lnTo>
                    <a:pt x="0" y="5789"/>
                  </a:lnTo>
                  <a:lnTo>
                    <a:pt x="0" y="13360"/>
                  </a:lnTo>
                  <a:lnTo>
                    <a:pt x="6179" y="16486"/>
                  </a:lnTo>
                  <a:lnTo>
                    <a:pt x="6179" y="13116"/>
                  </a:lnTo>
                  <a:lnTo>
                    <a:pt x="5935" y="13091"/>
                  </a:lnTo>
                  <a:lnTo>
                    <a:pt x="5691" y="13042"/>
                  </a:lnTo>
                  <a:lnTo>
                    <a:pt x="5593" y="12994"/>
                  </a:lnTo>
                  <a:lnTo>
                    <a:pt x="5520" y="12945"/>
                  </a:lnTo>
                  <a:lnTo>
                    <a:pt x="5495" y="12847"/>
                  </a:lnTo>
                  <a:lnTo>
                    <a:pt x="5495" y="12749"/>
                  </a:lnTo>
                  <a:lnTo>
                    <a:pt x="5520" y="12676"/>
                  </a:lnTo>
                  <a:lnTo>
                    <a:pt x="5593" y="12603"/>
                  </a:lnTo>
                  <a:lnTo>
                    <a:pt x="5691" y="12554"/>
                  </a:lnTo>
                  <a:lnTo>
                    <a:pt x="5789" y="12554"/>
                  </a:lnTo>
                  <a:lnTo>
                    <a:pt x="6179" y="12627"/>
                  </a:lnTo>
                  <a:lnTo>
                    <a:pt x="6179" y="312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" name="Google Shape;711;p47">
              <a:extLst>
                <a:ext uri="{FF2B5EF4-FFF2-40B4-BE49-F238E27FC236}">
                  <a16:creationId xmlns:a16="http://schemas.microsoft.com/office/drawing/2014/main" xmlns="" id="{19F3A917-2447-67B8-8DF7-DE2EB44EDC38}"/>
                </a:ext>
              </a:extLst>
            </p:cNvPr>
            <p:cNvSpPr/>
            <p:nvPr/>
          </p:nvSpPr>
          <p:spPr>
            <a:xfrm>
              <a:off x="3918650" y="293075"/>
              <a:ext cx="153900" cy="407275"/>
            </a:xfrm>
            <a:custGeom>
              <a:avLst/>
              <a:gdLst/>
              <a:ahLst/>
              <a:cxnLst/>
              <a:rect l="l" t="t" r="r" b="b"/>
              <a:pathLst>
                <a:path w="6156" h="16291" extrusionOk="0">
                  <a:moveTo>
                    <a:pt x="5349" y="5495"/>
                  </a:moveTo>
                  <a:lnTo>
                    <a:pt x="5447" y="5520"/>
                  </a:lnTo>
                  <a:lnTo>
                    <a:pt x="5520" y="5569"/>
                  </a:lnTo>
                  <a:lnTo>
                    <a:pt x="5569" y="5666"/>
                  </a:lnTo>
                  <a:lnTo>
                    <a:pt x="5569" y="5764"/>
                  </a:lnTo>
                  <a:lnTo>
                    <a:pt x="5545" y="5837"/>
                  </a:lnTo>
                  <a:lnTo>
                    <a:pt x="5496" y="5935"/>
                  </a:lnTo>
                  <a:lnTo>
                    <a:pt x="5423" y="5984"/>
                  </a:lnTo>
                  <a:lnTo>
                    <a:pt x="5203" y="6057"/>
                  </a:lnTo>
                  <a:lnTo>
                    <a:pt x="5008" y="6155"/>
                  </a:lnTo>
                  <a:lnTo>
                    <a:pt x="4934" y="6179"/>
                  </a:lnTo>
                  <a:lnTo>
                    <a:pt x="4812" y="6179"/>
                  </a:lnTo>
                  <a:lnTo>
                    <a:pt x="4763" y="6155"/>
                  </a:lnTo>
                  <a:lnTo>
                    <a:pt x="4714" y="6106"/>
                  </a:lnTo>
                  <a:lnTo>
                    <a:pt x="4666" y="6057"/>
                  </a:lnTo>
                  <a:lnTo>
                    <a:pt x="4641" y="5959"/>
                  </a:lnTo>
                  <a:lnTo>
                    <a:pt x="4641" y="5862"/>
                  </a:lnTo>
                  <a:lnTo>
                    <a:pt x="4690" y="5788"/>
                  </a:lnTo>
                  <a:lnTo>
                    <a:pt x="4763" y="5740"/>
                  </a:lnTo>
                  <a:lnTo>
                    <a:pt x="5008" y="5617"/>
                  </a:lnTo>
                  <a:lnTo>
                    <a:pt x="5252" y="5520"/>
                  </a:lnTo>
                  <a:lnTo>
                    <a:pt x="5349" y="5495"/>
                  </a:lnTo>
                  <a:close/>
                  <a:moveTo>
                    <a:pt x="4250" y="6155"/>
                  </a:moveTo>
                  <a:lnTo>
                    <a:pt x="4348" y="6179"/>
                  </a:lnTo>
                  <a:lnTo>
                    <a:pt x="4421" y="6252"/>
                  </a:lnTo>
                  <a:lnTo>
                    <a:pt x="4470" y="6326"/>
                  </a:lnTo>
                  <a:lnTo>
                    <a:pt x="4470" y="6423"/>
                  </a:lnTo>
                  <a:lnTo>
                    <a:pt x="4446" y="6497"/>
                  </a:lnTo>
                  <a:lnTo>
                    <a:pt x="4397" y="6594"/>
                  </a:lnTo>
                  <a:lnTo>
                    <a:pt x="4226" y="6741"/>
                  </a:lnTo>
                  <a:lnTo>
                    <a:pt x="4079" y="6912"/>
                  </a:lnTo>
                  <a:lnTo>
                    <a:pt x="3982" y="6985"/>
                  </a:lnTo>
                  <a:lnTo>
                    <a:pt x="3884" y="7010"/>
                  </a:lnTo>
                  <a:lnTo>
                    <a:pt x="3811" y="6985"/>
                  </a:lnTo>
                  <a:lnTo>
                    <a:pt x="3738" y="6936"/>
                  </a:lnTo>
                  <a:lnTo>
                    <a:pt x="3664" y="6863"/>
                  </a:lnTo>
                  <a:lnTo>
                    <a:pt x="3640" y="6790"/>
                  </a:lnTo>
                  <a:lnTo>
                    <a:pt x="3664" y="6692"/>
                  </a:lnTo>
                  <a:lnTo>
                    <a:pt x="3713" y="6594"/>
                  </a:lnTo>
                  <a:lnTo>
                    <a:pt x="3884" y="6399"/>
                  </a:lnTo>
                  <a:lnTo>
                    <a:pt x="4079" y="6228"/>
                  </a:lnTo>
                  <a:lnTo>
                    <a:pt x="4153" y="6179"/>
                  </a:lnTo>
                  <a:lnTo>
                    <a:pt x="4250" y="6155"/>
                  </a:lnTo>
                  <a:close/>
                  <a:moveTo>
                    <a:pt x="3469" y="7156"/>
                  </a:moveTo>
                  <a:lnTo>
                    <a:pt x="3542" y="7205"/>
                  </a:lnTo>
                  <a:lnTo>
                    <a:pt x="3615" y="7254"/>
                  </a:lnTo>
                  <a:lnTo>
                    <a:pt x="3664" y="7351"/>
                  </a:lnTo>
                  <a:lnTo>
                    <a:pt x="3664" y="7449"/>
                  </a:lnTo>
                  <a:lnTo>
                    <a:pt x="3640" y="7547"/>
                  </a:lnTo>
                  <a:lnTo>
                    <a:pt x="3396" y="7962"/>
                  </a:lnTo>
                  <a:lnTo>
                    <a:pt x="3371" y="8011"/>
                  </a:lnTo>
                  <a:lnTo>
                    <a:pt x="3298" y="8060"/>
                  </a:lnTo>
                  <a:lnTo>
                    <a:pt x="3249" y="8084"/>
                  </a:lnTo>
                  <a:lnTo>
                    <a:pt x="3176" y="8084"/>
                  </a:lnTo>
                  <a:lnTo>
                    <a:pt x="3078" y="8060"/>
                  </a:lnTo>
                  <a:lnTo>
                    <a:pt x="3005" y="8011"/>
                  </a:lnTo>
                  <a:lnTo>
                    <a:pt x="2956" y="7913"/>
                  </a:lnTo>
                  <a:lnTo>
                    <a:pt x="2932" y="7840"/>
                  </a:lnTo>
                  <a:lnTo>
                    <a:pt x="2956" y="7742"/>
                  </a:lnTo>
                  <a:lnTo>
                    <a:pt x="3225" y="7278"/>
                  </a:lnTo>
                  <a:lnTo>
                    <a:pt x="3273" y="7205"/>
                  </a:lnTo>
                  <a:lnTo>
                    <a:pt x="3371" y="7180"/>
                  </a:lnTo>
                  <a:lnTo>
                    <a:pt x="3469" y="7156"/>
                  </a:lnTo>
                  <a:close/>
                  <a:moveTo>
                    <a:pt x="2858" y="8328"/>
                  </a:moveTo>
                  <a:lnTo>
                    <a:pt x="2956" y="8353"/>
                  </a:lnTo>
                  <a:lnTo>
                    <a:pt x="3029" y="8402"/>
                  </a:lnTo>
                  <a:lnTo>
                    <a:pt x="3078" y="8475"/>
                  </a:lnTo>
                  <a:lnTo>
                    <a:pt x="3103" y="8573"/>
                  </a:lnTo>
                  <a:lnTo>
                    <a:pt x="3103" y="8670"/>
                  </a:lnTo>
                  <a:lnTo>
                    <a:pt x="2932" y="9110"/>
                  </a:lnTo>
                  <a:lnTo>
                    <a:pt x="2907" y="9183"/>
                  </a:lnTo>
                  <a:lnTo>
                    <a:pt x="2858" y="9232"/>
                  </a:lnTo>
                  <a:lnTo>
                    <a:pt x="2785" y="9281"/>
                  </a:lnTo>
                  <a:lnTo>
                    <a:pt x="2638" y="9281"/>
                  </a:lnTo>
                  <a:lnTo>
                    <a:pt x="2541" y="9232"/>
                  </a:lnTo>
                  <a:lnTo>
                    <a:pt x="2492" y="9159"/>
                  </a:lnTo>
                  <a:lnTo>
                    <a:pt x="2468" y="9061"/>
                  </a:lnTo>
                  <a:lnTo>
                    <a:pt x="2468" y="8963"/>
                  </a:lnTo>
                  <a:lnTo>
                    <a:pt x="2638" y="8499"/>
                  </a:lnTo>
                  <a:lnTo>
                    <a:pt x="2687" y="8402"/>
                  </a:lnTo>
                  <a:lnTo>
                    <a:pt x="2761" y="8353"/>
                  </a:lnTo>
                  <a:lnTo>
                    <a:pt x="2858" y="8328"/>
                  </a:lnTo>
                  <a:close/>
                  <a:moveTo>
                    <a:pt x="2541" y="9574"/>
                  </a:moveTo>
                  <a:lnTo>
                    <a:pt x="2638" y="9623"/>
                  </a:lnTo>
                  <a:lnTo>
                    <a:pt x="2712" y="9696"/>
                  </a:lnTo>
                  <a:lnTo>
                    <a:pt x="2736" y="9769"/>
                  </a:lnTo>
                  <a:lnTo>
                    <a:pt x="2736" y="9867"/>
                  </a:lnTo>
                  <a:lnTo>
                    <a:pt x="2638" y="10355"/>
                  </a:lnTo>
                  <a:lnTo>
                    <a:pt x="2590" y="10429"/>
                  </a:lnTo>
                  <a:lnTo>
                    <a:pt x="2541" y="10502"/>
                  </a:lnTo>
                  <a:lnTo>
                    <a:pt x="2468" y="10526"/>
                  </a:lnTo>
                  <a:lnTo>
                    <a:pt x="2394" y="10551"/>
                  </a:lnTo>
                  <a:lnTo>
                    <a:pt x="2345" y="10551"/>
                  </a:lnTo>
                  <a:lnTo>
                    <a:pt x="2248" y="10502"/>
                  </a:lnTo>
                  <a:lnTo>
                    <a:pt x="2199" y="10429"/>
                  </a:lnTo>
                  <a:lnTo>
                    <a:pt x="2150" y="10355"/>
                  </a:lnTo>
                  <a:lnTo>
                    <a:pt x="2150" y="10258"/>
                  </a:lnTo>
                  <a:lnTo>
                    <a:pt x="2248" y="9769"/>
                  </a:lnTo>
                  <a:lnTo>
                    <a:pt x="2297" y="9672"/>
                  </a:lnTo>
                  <a:lnTo>
                    <a:pt x="2370" y="9598"/>
                  </a:lnTo>
                  <a:lnTo>
                    <a:pt x="2443" y="9574"/>
                  </a:lnTo>
                  <a:close/>
                  <a:moveTo>
                    <a:pt x="2297" y="10844"/>
                  </a:moveTo>
                  <a:lnTo>
                    <a:pt x="2394" y="10868"/>
                  </a:lnTo>
                  <a:lnTo>
                    <a:pt x="2468" y="10942"/>
                  </a:lnTo>
                  <a:lnTo>
                    <a:pt x="2516" y="11015"/>
                  </a:lnTo>
                  <a:lnTo>
                    <a:pt x="2516" y="11113"/>
                  </a:lnTo>
                  <a:lnTo>
                    <a:pt x="2492" y="11357"/>
                  </a:lnTo>
                  <a:lnTo>
                    <a:pt x="2468" y="11430"/>
                  </a:lnTo>
                  <a:lnTo>
                    <a:pt x="2419" y="11503"/>
                  </a:lnTo>
                  <a:lnTo>
                    <a:pt x="2345" y="11552"/>
                  </a:lnTo>
                  <a:lnTo>
                    <a:pt x="2248" y="11577"/>
                  </a:lnTo>
                  <a:lnTo>
                    <a:pt x="2223" y="11577"/>
                  </a:lnTo>
                  <a:lnTo>
                    <a:pt x="2126" y="11552"/>
                  </a:lnTo>
                  <a:lnTo>
                    <a:pt x="2052" y="11503"/>
                  </a:lnTo>
                  <a:lnTo>
                    <a:pt x="2028" y="11406"/>
                  </a:lnTo>
                  <a:lnTo>
                    <a:pt x="2003" y="11308"/>
                  </a:lnTo>
                  <a:lnTo>
                    <a:pt x="2028" y="11064"/>
                  </a:lnTo>
                  <a:lnTo>
                    <a:pt x="2052" y="10966"/>
                  </a:lnTo>
                  <a:lnTo>
                    <a:pt x="2126" y="10893"/>
                  </a:lnTo>
                  <a:lnTo>
                    <a:pt x="2199" y="10844"/>
                  </a:lnTo>
                  <a:close/>
                  <a:moveTo>
                    <a:pt x="6155" y="0"/>
                  </a:moveTo>
                  <a:lnTo>
                    <a:pt x="538" y="2858"/>
                  </a:lnTo>
                  <a:lnTo>
                    <a:pt x="416" y="2906"/>
                  </a:lnTo>
                  <a:lnTo>
                    <a:pt x="318" y="3004"/>
                  </a:lnTo>
                  <a:lnTo>
                    <a:pt x="221" y="3102"/>
                  </a:lnTo>
                  <a:lnTo>
                    <a:pt x="147" y="3224"/>
                  </a:lnTo>
                  <a:lnTo>
                    <a:pt x="74" y="3322"/>
                  </a:lnTo>
                  <a:lnTo>
                    <a:pt x="25" y="3444"/>
                  </a:lnTo>
                  <a:lnTo>
                    <a:pt x="1" y="3566"/>
                  </a:lnTo>
                  <a:lnTo>
                    <a:pt x="1" y="3688"/>
                  </a:lnTo>
                  <a:lnTo>
                    <a:pt x="1" y="15924"/>
                  </a:lnTo>
                  <a:lnTo>
                    <a:pt x="1" y="16046"/>
                  </a:lnTo>
                  <a:lnTo>
                    <a:pt x="50" y="16119"/>
                  </a:lnTo>
                  <a:lnTo>
                    <a:pt x="98" y="16193"/>
                  </a:lnTo>
                  <a:lnTo>
                    <a:pt x="172" y="16241"/>
                  </a:lnTo>
                  <a:lnTo>
                    <a:pt x="245" y="16266"/>
                  </a:lnTo>
                  <a:lnTo>
                    <a:pt x="343" y="16290"/>
                  </a:lnTo>
                  <a:lnTo>
                    <a:pt x="465" y="16266"/>
                  </a:lnTo>
                  <a:lnTo>
                    <a:pt x="563" y="16217"/>
                  </a:lnTo>
                  <a:lnTo>
                    <a:pt x="6155" y="13360"/>
                  </a:lnTo>
                  <a:lnTo>
                    <a:pt x="6155" y="5813"/>
                  </a:lnTo>
                  <a:lnTo>
                    <a:pt x="6009" y="5813"/>
                  </a:lnTo>
                  <a:lnTo>
                    <a:pt x="5936" y="5764"/>
                  </a:lnTo>
                  <a:lnTo>
                    <a:pt x="5887" y="5691"/>
                  </a:lnTo>
                  <a:lnTo>
                    <a:pt x="5862" y="5593"/>
                  </a:lnTo>
                  <a:lnTo>
                    <a:pt x="5887" y="5495"/>
                  </a:lnTo>
                  <a:lnTo>
                    <a:pt x="5936" y="5422"/>
                  </a:lnTo>
                  <a:lnTo>
                    <a:pt x="6009" y="5373"/>
                  </a:lnTo>
                  <a:lnTo>
                    <a:pt x="6082" y="5349"/>
                  </a:lnTo>
                  <a:lnTo>
                    <a:pt x="6155" y="5324"/>
                  </a:lnTo>
                  <a:lnTo>
                    <a:pt x="61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" name="Google Shape;712;p47">
              <a:extLst>
                <a:ext uri="{FF2B5EF4-FFF2-40B4-BE49-F238E27FC236}">
                  <a16:creationId xmlns:a16="http://schemas.microsoft.com/office/drawing/2014/main" xmlns="" id="{478C500C-1179-1460-5AD0-5B8B8070A5CF}"/>
                </a:ext>
              </a:extLst>
            </p:cNvPr>
            <p:cNvSpPr/>
            <p:nvPr/>
          </p:nvSpPr>
          <p:spPr>
            <a:xfrm>
              <a:off x="4253250" y="298550"/>
              <a:ext cx="153900" cy="406675"/>
            </a:xfrm>
            <a:custGeom>
              <a:avLst/>
              <a:gdLst/>
              <a:ahLst/>
              <a:cxnLst/>
              <a:rect l="l" t="t" r="r" b="b"/>
              <a:pathLst>
                <a:path w="6156" h="16267" extrusionOk="0">
                  <a:moveTo>
                    <a:pt x="3713" y="4348"/>
                  </a:moveTo>
                  <a:lnTo>
                    <a:pt x="3737" y="4373"/>
                  </a:lnTo>
                  <a:lnTo>
                    <a:pt x="3786" y="4397"/>
                  </a:lnTo>
                  <a:lnTo>
                    <a:pt x="3811" y="4421"/>
                  </a:lnTo>
                  <a:lnTo>
                    <a:pt x="3835" y="4544"/>
                  </a:lnTo>
                  <a:lnTo>
                    <a:pt x="3811" y="4666"/>
                  </a:lnTo>
                  <a:lnTo>
                    <a:pt x="3737" y="4812"/>
                  </a:lnTo>
                  <a:lnTo>
                    <a:pt x="3224" y="5716"/>
                  </a:lnTo>
                  <a:lnTo>
                    <a:pt x="3762" y="6009"/>
                  </a:lnTo>
                  <a:lnTo>
                    <a:pt x="3786" y="6033"/>
                  </a:lnTo>
                  <a:lnTo>
                    <a:pt x="3811" y="6082"/>
                  </a:lnTo>
                  <a:lnTo>
                    <a:pt x="3835" y="6180"/>
                  </a:lnTo>
                  <a:lnTo>
                    <a:pt x="3811" y="6326"/>
                  </a:lnTo>
                  <a:lnTo>
                    <a:pt x="3762" y="6473"/>
                  </a:lnTo>
                  <a:lnTo>
                    <a:pt x="3664" y="6595"/>
                  </a:lnTo>
                  <a:lnTo>
                    <a:pt x="3566" y="6668"/>
                  </a:lnTo>
                  <a:lnTo>
                    <a:pt x="3444" y="6717"/>
                  </a:lnTo>
                  <a:lnTo>
                    <a:pt x="3395" y="6717"/>
                  </a:lnTo>
                  <a:lnTo>
                    <a:pt x="3371" y="6693"/>
                  </a:lnTo>
                  <a:lnTo>
                    <a:pt x="2834" y="6400"/>
                  </a:lnTo>
                  <a:lnTo>
                    <a:pt x="2321" y="7303"/>
                  </a:lnTo>
                  <a:lnTo>
                    <a:pt x="2223" y="7426"/>
                  </a:lnTo>
                  <a:lnTo>
                    <a:pt x="2125" y="7499"/>
                  </a:lnTo>
                  <a:lnTo>
                    <a:pt x="2003" y="7548"/>
                  </a:lnTo>
                  <a:lnTo>
                    <a:pt x="1954" y="7548"/>
                  </a:lnTo>
                  <a:lnTo>
                    <a:pt x="1930" y="7523"/>
                  </a:lnTo>
                  <a:lnTo>
                    <a:pt x="1881" y="7499"/>
                  </a:lnTo>
                  <a:lnTo>
                    <a:pt x="1857" y="7450"/>
                  </a:lnTo>
                  <a:lnTo>
                    <a:pt x="1832" y="7352"/>
                  </a:lnTo>
                  <a:lnTo>
                    <a:pt x="1857" y="7206"/>
                  </a:lnTo>
                  <a:lnTo>
                    <a:pt x="1930" y="7059"/>
                  </a:lnTo>
                  <a:lnTo>
                    <a:pt x="2443" y="6156"/>
                  </a:lnTo>
                  <a:lnTo>
                    <a:pt x="1906" y="5862"/>
                  </a:lnTo>
                  <a:lnTo>
                    <a:pt x="1881" y="5838"/>
                  </a:lnTo>
                  <a:lnTo>
                    <a:pt x="1857" y="5789"/>
                  </a:lnTo>
                  <a:lnTo>
                    <a:pt x="1832" y="5691"/>
                  </a:lnTo>
                  <a:lnTo>
                    <a:pt x="1857" y="5569"/>
                  </a:lnTo>
                  <a:lnTo>
                    <a:pt x="1906" y="5423"/>
                  </a:lnTo>
                  <a:lnTo>
                    <a:pt x="2003" y="5301"/>
                  </a:lnTo>
                  <a:lnTo>
                    <a:pt x="2101" y="5203"/>
                  </a:lnTo>
                  <a:lnTo>
                    <a:pt x="2223" y="5179"/>
                  </a:lnTo>
                  <a:lnTo>
                    <a:pt x="2272" y="5179"/>
                  </a:lnTo>
                  <a:lnTo>
                    <a:pt x="2296" y="5203"/>
                  </a:lnTo>
                  <a:lnTo>
                    <a:pt x="2834" y="5496"/>
                  </a:lnTo>
                  <a:lnTo>
                    <a:pt x="3347" y="4592"/>
                  </a:lnTo>
                  <a:lnTo>
                    <a:pt x="3444" y="4470"/>
                  </a:lnTo>
                  <a:lnTo>
                    <a:pt x="3542" y="4373"/>
                  </a:lnTo>
                  <a:lnTo>
                    <a:pt x="3664" y="4348"/>
                  </a:lnTo>
                  <a:close/>
                  <a:moveTo>
                    <a:pt x="3176" y="7303"/>
                  </a:moveTo>
                  <a:lnTo>
                    <a:pt x="3249" y="7328"/>
                  </a:lnTo>
                  <a:lnTo>
                    <a:pt x="3322" y="7401"/>
                  </a:lnTo>
                  <a:lnTo>
                    <a:pt x="3371" y="7474"/>
                  </a:lnTo>
                  <a:lnTo>
                    <a:pt x="3420" y="7743"/>
                  </a:lnTo>
                  <a:lnTo>
                    <a:pt x="3420" y="7841"/>
                  </a:lnTo>
                  <a:lnTo>
                    <a:pt x="3371" y="7914"/>
                  </a:lnTo>
                  <a:lnTo>
                    <a:pt x="3298" y="7987"/>
                  </a:lnTo>
                  <a:lnTo>
                    <a:pt x="3224" y="8012"/>
                  </a:lnTo>
                  <a:lnTo>
                    <a:pt x="3102" y="8012"/>
                  </a:lnTo>
                  <a:lnTo>
                    <a:pt x="3029" y="7963"/>
                  </a:lnTo>
                  <a:lnTo>
                    <a:pt x="2956" y="7914"/>
                  </a:lnTo>
                  <a:lnTo>
                    <a:pt x="2931" y="7816"/>
                  </a:lnTo>
                  <a:lnTo>
                    <a:pt x="2883" y="7596"/>
                  </a:lnTo>
                  <a:lnTo>
                    <a:pt x="2883" y="7499"/>
                  </a:lnTo>
                  <a:lnTo>
                    <a:pt x="2907" y="7426"/>
                  </a:lnTo>
                  <a:lnTo>
                    <a:pt x="2980" y="7352"/>
                  </a:lnTo>
                  <a:lnTo>
                    <a:pt x="3078" y="7303"/>
                  </a:lnTo>
                  <a:close/>
                  <a:moveTo>
                    <a:pt x="3249" y="8354"/>
                  </a:moveTo>
                  <a:lnTo>
                    <a:pt x="3347" y="8378"/>
                  </a:lnTo>
                  <a:lnTo>
                    <a:pt x="3444" y="8427"/>
                  </a:lnTo>
                  <a:lnTo>
                    <a:pt x="3493" y="8500"/>
                  </a:lnTo>
                  <a:lnTo>
                    <a:pt x="3518" y="8598"/>
                  </a:lnTo>
                  <a:lnTo>
                    <a:pt x="3542" y="9013"/>
                  </a:lnTo>
                  <a:lnTo>
                    <a:pt x="3518" y="9111"/>
                  </a:lnTo>
                  <a:lnTo>
                    <a:pt x="3518" y="9208"/>
                  </a:lnTo>
                  <a:lnTo>
                    <a:pt x="3469" y="9282"/>
                  </a:lnTo>
                  <a:lnTo>
                    <a:pt x="3371" y="9331"/>
                  </a:lnTo>
                  <a:lnTo>
                    <a:pt x="3273" y="9355"/>
                  </a:lnTo>
                  <a:lnTo>
                    <a:pt x="3176" y="9331"/>
                  </a:lnTo>
                  <a:lnTo>
                    <a:pt x="3102" y="9282"/>
                  </a:lnTo>
                  <a:lnTo>
                    <a:pt x="3054" y="9184"/>
                  </a:lnTo>
                  <a:lnTo>
                    <a:pt x="3029" y="9086"/>
                  </a:lnTo>
                  <a:lnTo>
                    <a:pt x="3054" y="9013"/>
                  </a:lnTo>
                  <a:lnTo>
                    <a:pt x="3029" y="8622"/>
                  </a:lnTo>
                  <a:lnTo>
                    <a:pt x="3054" y="8525"/>
                  </a:lnTo>
                  <a:lnTo>
                    <a:pt x="3102" y="8451"/>
                  </a:lnTo>
                  <a:lnTo>
                    <a:pt x="3176" y="8378"/>
                  </a:lnTo>
                  <a:lnTo>
                    <a:pt x="3249" y="8354"/>
                  </a:lnTo>
                  <a:close/>
                  <a:moveTo>
                    <a:pt x="3249" y="9648"/>
                  </a:moveTo>
                  <a:lnTo>
                    <a:pt x="3347" y="9697"/>
                  </a:lnTo>
                  <a:lnTo>
                    <a:pt x="3420" y="9746"/>
                  </a:lnTo>
                  <a:lnTo>
                    <a:pt x="3469" y="9843"/>
                  </a:lnTo>
                  <a:lnTo>
                    <a:pt x="3469" y="9941"/>
                  </a:lnTo>
                  <a:lnTo>
                    <a:pt x="3347" y="10454"/>
                  </a:lnTo>
                  <a:lnTo>
                    <a:pt x="3322" y="10527"/>
                  </a:lnTo>
                  <a:lnTo>
                    <a:pt x="3273" y="10576"/>
                  </a:lnTo>
                  <a:lnTo>
                    <a:pt x="3200" y="10601"/>
                  </a:lnTo>
                  <a:lnTo>
                    <a:pt x="3127" y="10625"/>
                  </a:lnTo>
                  <a:lnTo>
                    <a:pt x="3054" y="10625"/>
                  </a:lnTo>
                  <a:lnTo>
                    <a:pt x="2956" y="10576"/>
                  </a:lnTo>
                  <a:lnTo>
                    <a:pt x="2907" y="10503"/>
                  </a:lnTo>
                  <a:lnTo>
                    <a:pt x="2883" y="10405"/>
                  </a:lnTo>
                  <a:lnTo>
                    <a:pt x="2883" y="10307"/>
                  </a:lnTo>
                  <a:lnTo>
                    <a:pt x="2980" y="9868"/>
                  </a:lnTo>
                  <a:lnTo>
                    <a:pt x="3005" y="9770"/>
                  </a:lnTo>
                  <a:lnTo>
                    <a:pt x="3078" y="9697"/>
                  </a:lnTo>
                  <a:lnTo>
                    <a:pt x="3151" y="9648"/>
                  </a:lnTo>
                  <a:close/>
                  <a:moveTo>
                    <a:pt x="2858" y="10869"/>
                  </a:moveTo>
                  <a:lnTo>
                    <a:pt x="2931" y="10894"/>
                  </a:lnTo>
                  <a:lnTo>
                    <a:pt x="3005" y="10967"/>
                  </a:lnTo>
                  <a:lnTo>
                    <a:pt x="3054" y="11040"/>
                  </a:lnTo>
                  <a:lnTo>
                    <a:pt x="3078" y="11138"/>
                  </a:lnTo>
                  <a:lnTo>
                    <a:pt x="3029" y="11236"/>
                  </a:lnTo>
                  <a:lnTo>
                    <a:pt x="2907" y="11480"/>
                  </a:lnTo>
                  <a:lnTo>
                    <a:pt x="2736" y="11700"/>
                  </a:lnTo>
                  <a:lnTo>
                    <a:pt x="2663" y="11748"/>
                  </a:lnTo>
                  <a:lnTo>
                    <a:pt x="2565" y="11773"/>
                  </a:lnTo>
                  <a:lnTo>
                    <a:pt x="2467" y="11773"/>
                  </a:lnTo>
                  <a:lnTo>
                    <a:pt x="2394" y="11724"/>
                  </a:lnTo>
                  <a:lnTo>
                    <a:pt x="2345" y="11651"/>
                  </a:lnTo>
                  <a:lnTo>
                    <a:pt x="2321" y="11577"/>
                  </a:lnTo>
                  <a:lnTo>
                    <a:pt x="2321" y="11480"/>
                  </a:lnTo>
                  <a:lnTo>
                    <a:pt x="2370" y="11382"/>
                  </a:lnTo>
                  <a:lnTo>
                    <a:pt x="2492" y="11211"/>
                  </a:lnTo>
                  <a:lnTo>
                    <a:pt x="2614" y="11016"/>
                  </a:lnTo>
                  <a:lnTo>
                    <a:pt x="2663" y="10918"/>
                  </a:lnTo>
                  <a:lnTo>
                    <a:pt x="2760" y="10894"/>
                  </a:lnTo>
                  <a:lnTo>
                    <a:pt x="2858" y="10869"/>
                  </a:lnTo>
                  <a:close/>
                  <a:moveTo>
                    <a:pt x="2028" y="11846"/>
                  </a:moveTo>
                  <a:lnTo>
                    <a:pt x="2101" y="11871"/>
                  </a:lnTo>
                  <a:lnTo>
                    <a:pt x="2174" y="11944"/>
                  </a:lnTo>
                  <a:lnTo>
                    <a:pt x="2223" y="12041"/>
                  </a:lnTo>
                  <a:lnTo>
                    <a:pt x="2223" y="12115"/>
                  </a:lnTo>
                  <a:lnTo>
                    <a:pt x="2174" y="12212"/>
                  </a:lnTo>
                  <a:lnTo>
                    <a:pt x="2125" y="12286"/>
                  </a:lnTo>
                  <a:lnTo>
                    <a:pt x="1881" y="12432"/>
                  </a:lnTo>
                  <a:lnTo>
                    <a:pt x="1661" y="12554"/>
                  </a:lnTo>
                  <a:lnTo>
                    <a:pt x="1539" y="12579"/>
                  </a:lnTo>
                  <a:lnTo>
                    <a:pt x="1490" y="12554"/>
                  </a:lnTo>
                  <a:lnTo>
                    <a:pt x="1417" y="12530"/>
                  </a:lnTo>
                  <a:lnTo>
                    <a:pt x="1368" y="12481"/>
                  </a:lnTo>
                  <a:lnTo>
                    <a:pt x="1319" y="12432"/>
                  </a:lnTo>
                  <a:lnTo>
                    <a:pt x="1295" y="12335"/>
                  </a:lnTo>
                  <a:lnTo>
                    <a:pt x="1319" y="12237"/>
                  </a:lnTo>
                  <a:lnTo>
                    <a:pt x="1368" y="12164"/>
                  </a:lnTo>
                  <a:lnTo>
                    <a:pt x="1442" y="12115"/>
                  </a:lnTo>
                  <a:lnTo>
                    <a:pt x="1637" y="11993"/>
                  </a:lnTo>
                  <a:lnTo>
                    <a:pt x="1832" y="11871"/>
                  </a:lnTo>
                  <a:lnTo>
                    <a:pt x="1930" y="11846"/>
                  </a:lnTo>
                  <a:close/>
                  <a:moveTo>
                    <a:pt x="831" y="12335"/>
                  </a:moveTo>
                  <a:lnTo>
                    <a:pt x="929" y="12383"/>
                  </a:lnTo>
                  <a:lnTo>
                    <a:pt x="1002" y="12432"/>
                  </a:lnTo>
                  <a:lnTo>
                    <a:pt x="1026" y="12530"/>
                  </a:lnTo>
                  <a:lnTo>
                    <a:pt x="1026" y="12628"/>
                  </a:lnTo>
                  <a:lnTo>
                    <a:pt x="1002" y="12701"/>
                  </a:lnTo>
                  <a:lnTo>
                    <a:pt x="929" y="12774"/>
                  </a:lnTo>
                  <a:lnTo>
                    <a:pt x="855" y="12823"/>
                  </a:lnTo>
                  <a:lnTo>
                    <a:pt x="318" y="12896"/>
                  </a:lnTo>
                  <a:lnTo>
                    <a:pt x="294" y="12896"/>
                  </a:lnTo>
                  <a:lnTo>
                    <a:pt x="220" y="12872"/>
                  </a:lnTo>
                  <a:lnTo>
                    <a:pt x="147" y="12823"/>
                  </a:lnTo>
                  <a:lnTo>
                    <a:pt x="74" y="12774"/>
                  </a:lnTo>
                  <a:lnTo>
                    <a:pt x="49" y="12676"/>
                  </a:lnTo>
                  <a:lnTo>
                    <a:pt x="74" y="12579"/>
                  </a:lnTo>
                  <a:lnTo>
                    <a:pt x="123" y="12506"/>
                  </a:lnTo>
                  <a:lnTo>
                    <a:pt x="196" y="12432"/>
                  </a:lnTo>
                  <a:lnTo>
                    <a:pt x="269" y="12408"/>
                  </a:lnTo>
                  <a:lnTo>
                    <a:pt x="733" y="12335"/>
                  </a:lnTo>
                  <a:close/>
                  <a:moveTo>
                    <a:pt x="5691" y="1"/>
                  </a:moveTo>
                  <a:lnTo>
                    <a:pt x="5593" y="50"/>
                  </a:lnTo>
                  <a:lnTo>
                    <a:pt x="1" y="2907"/>
                  </a:lnTo>
                  <a:lnTo>
                    <a:pt x="1" y="16267"/>
                  </a:lnTo>
                  <a:lnTo>
                    <a:pt x="5618" y="13409"/>
                  </a:lnTo>
                  <a:lnTo>
                    <a:pt x="5740" y="13360"/>
                  </a:lnTo>
                  <a:lnTo>
                    <a:pt x="5838" y="13263"/>
                  </a:lnTo>
                  <a:lnTo>
                    <a:pt x="5935" y="13165"/>
                  </a:lnTo>
                  <a:lnTo>
                    <a:pt x="6009" y="13067"/>
                  </a:lnTo>
                  <a:lnTo>
                    <a:pt x="6082" y="12945"/>
                  </a:lnTo>
                  <a:lnTo>
                    <a:pt x="6131" y="12823"/>
                  </a:lnTo>
                  <a:lnTo>
                    <a:pt x="6155" y="12701"/>
                  </a:lnTo>
                  <a:lnTo>
                    <a:pt x="6155" y="12579"/>
                  </a:lnTo>
                  <a:lnTo>
                    <a:pt x="6155" y="343"/>
                  </a:lnTo>
                  <a:lnTo>
                    <a:pt x="6155" y="221"/>
                  </a:lnTo>
                  <a:lnTo>
                    <a:pt x="6106" y="147"/>
                  </a:lnTo>
                  <a:lnTo>
                    <a:pt x="6058" y="74"/>
                  </a:lnTo>
                  <a:lnTo>
                    <a:pt x="5984" y="25"/>
                  </a:lnTo>
                  <a:lnTo>
                    <a:pt x="59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21" name="Google Shape;713;p47">
            <a:extLst>
              <a:ext uri="{FF2B5EF4-FFF2-40B4-BE49-F238E27FC236}">
                <a16:creationId xmlns:a16="http://schemas.microsoft.com/office/drawing/2014/main" xmlns="" id="{6F01D5FF-B75C-8D91-F36B-AF9F742D39C4}"/>
              </a:ext>
            </a:extLst>
          </p:cNvPr>
          <p:cNvGrpSpPr/>
          <p:nvPr/>
        </p:nvGrpSpPr>
        <p:grpSpPr>
          <a:xfrm>
            <a:off x="5585161" y="2342186"/>
            <a:ext cx="198831" cy="235079"/>
            <a:chOff x="4636075" y="261925"/>
            <a:chExt cx="401800" cy="475050"/>
          </a:xfrm>
        </p:grpSpPr>
        <p:sp>
          <p:nvSpPr>
            <p:cNvPr id="22" name="Google Shape;714;p47">
              <a:extLst>
                <a:ext uri="{FF2B5EF4-FFF2-40B4-BE49-F238E27FC236}">
                  <a16:creationId xmlns:a16="http://schemas.microsoft.com/office/drawing/2014/main" xmlns="" id="{92612890-D744-284E-D0EF-500F349FAF06}"/>
                </a:ext>
              </a:extLst>
            </p:cNvPr>
            <p:cNvSpPr/>
            <p:nvPr/>
          </p:nvSpPr>
          <p:spPr>
            <a:xfrm>
              <a:off x="4665400" y="326650"/>
              <a:ext cx="372475" cy="97100"/>
            </a:xfrm>
            <a:custGeom>
              <a:avLst/>
              <a:gdLst/>
              <a:ahLst/>
              <a:cxnLst/>
              <a:rect l="l" t="t" r="r" b="b"/>
              <a:pathLst>
                <a:path w="14899" h="3884" extrusionOk="0">
                  <a:moveTo>
                    <a:pt x="928" y="0"/>
                  </a:moveTo>
                  <a:lnTo>
                    <a:pt x="733" y="25"/>
                  </a:lnTo>
                  <a:lnTo>
                    <a:pt x="562" y="74"/>
                  </a:lnTo>
                  <a:lnTo>
                    <a:pt x="391" y="171"/>
                  </a:lnTo>
                  <a:lnTo>
                    <a:pt x="269" y="269"/>
                  </a:lnTo>
                  <a:lnTo>
                    <a:pt x="147" y="416"/>
                  </a:lnTo>
                  <a:lnTo>
                    <a:pt x="73" y="562"/>
                  </a:lnTo>
                  <a:lnTo>
                    <a:pt x="0" y="733"/>
                  </a:lnTo>
                  <a:lnTo>
                    <a:pt x="0" y="928"/>
                  </a:lnTo>
                  <a:lnTo>
                    <a:pt x="0" y="2956"/>
                  </a:lnTo>
                  <a:lnTo>
                    <a:pt x="0" y="3151"/>
                  </a:lnTo>
                  <a:lnTo>
                    <a:pt x="73" y="3322"/>
                  </a:lnTo>
                  <a:lnTo>
                    <a:pt x="147" y="3468"/>
                  </a:lnTo>
                  <a:lnTo>
                    <a:pt x="269" y="3615"/>
                  </a:lnTo>
                  <a:lnTo>
                    <a:pt x="391" y="3737"/>
                  </a:lnTo>
                  <a:lnTo>
                    <a:pt x="562" y="3810"/>
                  </a:lnTo>
                  <a:lnTo>
                    <a:pt x="733" y="3859"/>
                  </a:lnTo>
                  <a:lnTo>
                    <a:pt x="928" y="3884"/>
                  </a:lnTo>
                  <a:lnTo>
                    <a:pt x="12798" y="3884"/>
                  </a:lnTo>
                  <a:lnTo>
                    <a:pt x="14898" y="1954"/>
                  </a:lnTo>
                  <a:lnTo>
                    <a:pt x="1279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" name="Google Shape;715;p47">
              <a:extLst>
                <a:ext uri="{FF2B5EF4-FFF2-40B4-BE49-F238E27FC236}">
                  <a16:creationId xmlns:a16="http://schemas.microsoft.com/office/drawing/2014/main" xmlns="" id="{AD17E058-7183-4CE1-355C-A59969A18901}"/>
                </a:ext>
              </a:extLst>
            </p:cNvPr>
            <p:cNvSpPr/>
            <p:nvPr/>
          </p:nvSpPr>
          <p:spPr>
            <a:xfrm>
              <a:off x="4636075" y="438375"/>
              <a:ext cx="372475" cy="97125"/>
            </a:xfrm>
            <a:custGeom>
              <a:avLst/>
              <a:gdLst/>
              <a:ahLst/>
              <a:cxnLst/>
              <a:rect l="l" t="t" r="r" b="b"/>
              <a:pathLst>
                <a:path w="14899" h="3885" extrusionOk="0">
                  <a:moveTo>
                    <a:pt x="2101" y="1"/>
                  </a:moveTo>
                  <a:lnTo>
                    <a:pt x="1" y="1930"/>
                  </a:lnTo>
                  <a:lnTo>
                    <a:pt x="2101" y="3884"/>
                  </a:lnTo>
                  <a:lnTo>
                    <a:pt x="13971" y="3884"/>
                  </a:lnTo>
                  <a:lnTo>
                    <a:pt x="14166" y="3860"/>
                  </a:lnTo>
                  <a:lnTo>
                    <a:pt x="14337" y="3811"/>
                  </a:lnTo>
                  <a:lnTo>
                    <a:pt x="14508" y="3713"/>
                  </a:lnTo>
                  <a:lnTo>
                    <a:pt x="14630" y="3615"/>
                  </a:lnTo>
                  <a:lnTo>
                    <a:pt x="14752" y="3469"/>
                  </a:lnTo>
                  <a:lnTo>
                    <a:pt x="14826" y="3322"/>
                  </a:lnTo>
                  <a:lnTo>
                    <a:pt x="14899" y="3151"/>
                  </a:lnTo>
                  <a:lnTo>
                    <a:pt x="14899" y="2956"/>
                  </a:lnTo>
                  <a:lnTo>
                    <a:pt x="14899" y="929"/>
                  </a:lnTo>
                  <a:lnTo>
                    <a:pt x="14899" y="733"/>
                  </a:lnTo>
                  <a:lnTo>
                    <a:pt x="14826" y="563"/>
                  </a:lnTo>
                  <a:lnTo>
                    <a:pt x="14752" y="416"/>
                  </a:lnTo>
                  <a:lnTo>
                    <a:pt x="14630" y="269"/>
                  </a:lnTo>
                  <a:lnTo>
                    <a:pt x="14508" y="147"/>
                  </a:lnTo>
                  <a:lnTo>
                    <a:pt x="14337" y="74"/>
                  </a:lnTo>
                  <a:lnTo>
                    <a:pt x="14166" y="25"/>
                  </a:lnTo>
                  <a:lnTo>
                    <a:pt x="1397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" name="Google Shape;716;p47">
              <a:extLst>
                <a:ext uri="{FF2B5EF4-FFF2-40B4-BE49-F238E27FC236}">
                  <a16:creationId xmlns:a16="http://schemas.microsoft.com/office/drawing/2014/main" xmlns="" id="{72727738-E2FD-88F5-B688-E4DCC8A5F860}"/>
                </a:ext>
              </a:extLst>
            </p:cNvPr>
            <p:cNvSpPr/>
            <p:nvPr/>
          </p:nvSpPr>
          <p:spPr>
            <a:xfrm>
              <a:off x="4814975" y="261925"/>
              <a:ext cx="44000" cy="50100"/>
            </a:xfrm>
            <a:custGeom>
              <a:avLst/>
              <a:gdLst/>
              <a:ahLst/>
              <a:cxnLst/>
              <a:rect l="l" t="t" r="r" b="b"/>
              <a:pathLst>
                <a:path w="1760" h="2004" extrusionOk="0">
                  <a:moveTo>
                    <a:pt x="563" y="1"/>
                  </a:moveTo>
                  <a:lnTo>
                    <a:pt x="465" y="25"/>
                  </a:lnTo>
                  <a:lnTo>
                    <a:pt x="343" y="49"/>
                  </a:lnTo>
                  <a:lnTo>
                    <a:pt x="245" y="98"/>
                  </a:lnTo>
                  <a:lnTo>
                    <a:pt x="172" y="171"/>
                  </a:lnTo>
                  <a:lnTo>
                    <a:pt x="99" y="269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1" y="587"/>
                  </a:lnTo>
                  <a:lnTo>
                    <a:pt x="1" y="2003"/>
                  </a:lnTo>
                  <a:lnTo>
                    <a:pt x="1759" y="2003"/>
                  </a:lnTo>
                  <a:lnTo>
                    <a:pt x="1759" y="587"/>
                  </a:lnTo>
                  <a:lnTo>
                    <a:pt x="1759" y="465"/>
                  </a:lnTo>
                  <a:lnTo>
                    <a:pt x="1735" y="367"/>
                  </a:lnTo>
                  <a:lnTo>
                    <a:pt x="1662" y="269"/>
                  </a:lnTo>
                  <a:lnTo>
                    <a:pt x="1588" y="171"/>
                  </a:lnTo>
                  <a:lnTo>
                    <a:pt x="1515" y="98"/>
                  </a:lnTo>
                  <a:lnTo>
                    <a:pt x="1417" y="49"/>
                  </a:lnTo>
                  <a:lnTo>
                    <a:pt x="1295" y="25"/>
                  </a:lnTo>
                  <a:lnTo>
                    <a:pt x="11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" name="Google Shape;717;p47">
              <a:extLst>
                <a:ext uri="{FF2B5EF4-FFF2-40B4-BE49-F238E27FC236}">
                  <a16:creationId xmlns:a16="http://schemas.microsoft.com/office/drawing/2014/main" xmlns="" id="{96A56346-5F6B-0A0B-5298-F41E38FE200D}"/>
                </a:ext>
              </a:extLst>
            </p:cNvPr>
            <p:cNvSpPr/>
            <p:nvPr/>
          </p:nvSpPr>
          <p:spPr>
            <a:xfrm>
              <a:off x="4814975" y="550125"/>
              <a:ext cx="44000" cy="186850"/>
            </a:xfrm>
            <a:custGeom>
              <a:avLst/>
              <a:gdLst/>
              <a:ahLst/>
              <a:cxnLst/>
              <a:rect l="l" t="t" r="r" b="b"/>
              <a:pathLst>
                <a:path w="1760" h="7474" extrusionOk="0">
                  <a:moveTo>
                    <a:pt x="1" y="0"/>
                  </a:moveTo>
                  <a:lnTo>
                    <a:pt x="1" y="7474"/>
                  </a:lnTo>
                  <a:lnTo>
                    <a:pt x="1759" y="7474"/>
                  </a:lnTo>
                  <a:lnTo>
                    <a:pt x="175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26" name="Google Shape;718;p47">
            <a:extLst>
              <a:ext uri="{FF2B5EF4-FFF2-40B4-BE49-F238E27FC236}">
                <a16:creationId xmlns:a16="http://schemas.microsoft.com/office/drawing/2014/main" xmlns="" id="{E529A981-B8B6-7634-06E6-C2BF77DE225A}"/>
              </a:ext>
            </a:extLst>
          </p:cNvPr>
          <p:cNvSpPr/>
          <p:nvPr/>
        </p:nvSpPr>
        <p:spPr>
          <a:xfrm>
            <a:off x="5904244" y="2360312"/>
            <a:ext cx="227829" cy="198831"/>
          </a:xfrm>
          <a:custGeom>
            <a:avLst/>
            <a:gdLst/>
            <a:ahLst/>
            <a:cxnLst/>
            <a:rect l="l" t="t" r="r" b="b"/>
            <a:pathLst>
              <a:path w="18416" h="16072" extrusionOk="0">
                <a:moveTo>
                  <a:pt x="9208" y="1"/>
                </a:moveTo>
                <a:lnTo>
                  <a:pt x="1" y="8866"/>
                </a:lnTo>
                <a:lnTo>
                  <a:pt x="2882" y="8866"/>
                </a:lnTo>
                <a:lnTo>
                  <a:pt x="2882" y="15290"/>
                </a:lnTo>
                <a:lnTo>
                  <a:pt x="2907" y="15461"/>
                </a:lnTo>
                <a:lnTo>
                  <a:pt x="2956" y="15607"/>
                </a:lnTo>
                <a:lnTo>
                  <a:pt x="3029" y="15729"/>
                </a:lnTo>
                <a:lnTo>
                  <a:pt x="3102" y="15851"/>
                </a:lnTo>
                <a:lnTo>
                  <a:pt x="3224" y="15949"/>
                </a:lnTo>
                <a:lnTo>
                  <a:pt x="3371" y="16022"/>
                </a:lnTo>
                <a:lnTo>
                  <a:pt x="3517" y="16071"/>
                </a:lnTo>
                <a:lnTo>
                  <a:pt x="7425" y="16071"/>
                </a:lnTo>
                <a:lnTo>
                  <a:pt x="7425" y="13458"/>
                </a:lnTo>
                <a:lnTo>
                  <a:pt x="7450" y="13165"/>
                </a:lnTo>
                <a:lnTo>
                  <a:pt x="7547" y="12896"/>
                </a:lnTo>
                <a:lnTo>
                  <a:pt x="7669" y="12652"/>
                </a:lnTo>
                <a:lnTo>
                  <a:pt x="7840" y="12457"/>
                </a:lnTo>
                <a:lnTo>
                  <a:pt x="8060" y="12286"/>
                </a:lnTo>
                <a:lnTo>
                  <a:pt x="8280" y="12164"/>
                </a:lnTo>
                <a:lnTo>
                  <a:pt x="8549" y="12066"/>
                </a:lnTo>
                <a:lnTo>
                  <a:pt x="8842" y="12041"/>
                </a:lnTo>
                <a:lnTo>
                  <a:pt x="9574" y="12041"/>
                </a:lnTo>
                <a:lnTo>
                  <a:pt x="9867" y="12066"/>
                </a:lnTo>
                <a:lnTo>
                  <a:pt x="10136" y="12164"/>
                </a:lnTo>
                <a:lnTo>
                  <a:pt x="10356" y="12286"/>
                </a:lnTo>
                <a:lnTo>
                  <a:pt x="10576" y="12457"/>
                </a:lnTo>
                <a:lnTo>
                  <a:pt x="10747" y="12652"/>
                </a:lnTo>
                <a:lnTo>
                  <a:pt x="10869" y="12896"/>
                </a:lnTo>
                <a:lnTo>
                  <a:pt x="10967" y="13165"/>
                </a:lnTo>
                <a:lnTo>
                  <a:pt x="10991" y="13458"/>
                </a:lnTo>
                <a:lnTo>
                  <a:pt x="10991" y="16071"/>
                </a:lnTo>
                <a:lnTo>
                  <a:pt x="14899" y="16071"/>
                </a:lnTo>
                <a:lnTo>
                  <a:pt x="15045" y="16022"/>
                </a:lnTo>
                <a:lnTo>
                  <a:pt x="15192" y="15949"/>
                </a:lnTo>
                <a:lnTo>
                  <a:pt x="15314" y="15851"/>
                </a:lnTo>
                <a:lnTo>
                  <a:pt x="15387" y="15729"/>
                </a:lnTo>
                <a:lnTo>
                  <a:pt x="15460" y="15607"/>
                </a:lnTo>
                <a:lnTo>
                  <a:pt x="15509" y="15461"/>
                </a:lnTo>
                <a:lnTo>
                  <a:pt x="15534" y="15290"/>
                </a:lnTo>
                <a:lnTo>
                  <a:pt x="15534" y="8866"/>
                </a:lnTo>
                <a:lnTo>
                  <a:pt x="18416" y="8866"/>
                </a:lnTo>
                <a:lnTo>
                  <a:pt x="920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27" name="Google Shape;719;p47">
            <a:extLst>
              <a:ext uri="{FF2B5EF4-FFF2-40B4-BE49-F238E27FC236}">
                <a16:creationId xmlns:a16="http://schemas.microsoft.com/office/drawing/2014/main" xmlns="" id="{4DA02FDC-2B73-16BA-5D97-6820BF93A5C4}"/>
              </a:ext>
            </a:extLst>
          </p:cNvPr>
          <p:cNvGrpSpPr/>
          <p:nvPr/>
        </p:nvGrpSpPr>
        <p:grpSpPr>
          <a:xfrm>
            <a:off x="6251993" y="2361833"/>
            <a:ext cx="199424" cy="195491"/>
            <a:chOff x="5983625" y="301625"/>
            <a:chExt cx="403000" cy="395050"/>
          </a:xfrm>
        </p:grpSpPr>
        <p:sp>
          <p:nvSpPr>
            <p:cNvPr id="28" name="Google Shape;720;p47">
              <a:extLst>
                <a:ext uri="{FF2B5EF4-FFF2-40B4-BE49-F238E27FC236}">
                  <a16:creationId xmlns:a16="http://schemas.microsoft.com/office/drawing/2014/main" xmlns="" id="{A55FA91C-B0BA-86EA-4343-4FCBD1A2193F}"/>
                </a:ext>
              </a:extLst>
            </p:cNvPr>
            <p:cNvSpPr/>
            <p:nvPr/>
          </p:nvSpPr>
          <p:spPr>
            <a:xfrm>
              <a:off x="5983625" y="319925"/>
              <a:ext cx="403000" cy="67200"/>
            </a:xfrm>
            <a:custGeom>
              <a:avLst/>
              <a:gdLst/>
              <a:ahLst/>
              <a:cxnLst/>
              <a:rect l="l" t="t" r="r" b="b"/>
              <a:pathLst>
                <a:path w="16120" h="2688" extrusionOk="0">
                  <a:moveTo>
                    <a:pt x="3102" y="416"/>
                  </a:moveTo>
                  <a:lnTo>
                    <a:pt x="3273" y="465"/>
                  </a:lnTo>
                  <a:lnTo>
                    <a:pt x="3444" y="562"/>
                  </a:lnTo>
                  <a:lnTo>
                    <a:pt x="3566" y="660"/>
                  </a:lnTo>
                  <a:lnTo>
                    <a:pt x="3688" y="807"/>
                  </a:lnTo>
                  <a:lnTo>
                    <a:pt x="3762" y="953"/>
                  </a:lnTo>
                  <a:lnTo>
                    <a:pt x="3810" y="1124"/>
                  </a:lnTo>
                  <a:lnTo>
                    <a:pt x="3835" y="1320"/>
                  </a:lnTo>
                  <a:lnTo>
                    <a:pt x="3810" y="1491"/>
                  </a:lnTo>
                  <a:lnTo>
                    <a:pt x="3762" y="1661"/>
                  </a:lnTo>
                  <a:lnTo>
                    <a:pt x="3688" y="1808"/>
                  </a:lnTo>
                  <a:lnTo>
                    <a:pt x="3566" y="1955"/>
                  </a:lnTo>
                  <a:lnTo>
                    <a:pt x="3444" y="2052"/>
                  </a:lnTo>
                  <a:lnTo>
                    <a:pt x="3273" y="2150"/>
                  </a:lnTo>
                  <a:lnTo>
                    <a:pt x="3102" y="2199"/>
                  </a:lnTo>
                  <a:lnTo>
                    <a:pt x="2931" y="2223"/>
                  </a:lnTo>
                  <a:lnTo>
                    <a:pt x="2760" y="2199"/>
                  </a:lnTo>
                  <a:lnTo>
                    <a:pt x="2589" y="2150"/>
                  </a:lnTo>
                  <a:lnTo>
                    <a:pt x="2418" y="2052"/>
                  </a:lnTo>
                  <a:lnTo>
                    <a:pt x="2296" y="1955"/>
                  </a:lnTo>
                  <a:lnTo>
                    <a:pt x="2174" y="1808"/>
                  </a:lnTo>
                  <a:lnTo>
                    <a:pt x="2101" y="1661"/>
                  </a:lnTo>
                  <a:lnTo>
                    <a:pt x="2052" y="1491"/>
                  </a:lnTo>
                  <a:lnTo>
                    <a:pt x="2028" y="1320"/>
                  </a:lnTo>
                  <a:lnTo>
                    <a:pt x="2052" y="1124"/>
                  </a:lnTo>
                  <a:lnTo>
                    <a:pt x="2101" y="953"/>
                  </a:lnTo>
                  <a:lnTo>
                    <a:pt x="2174" y="807"/>
                  </a:lnTo>
                  <a:lnTo>
                    <a:pt x="2296" y="660"/>
                  </a:lnTo>
                  <a:lnTo>
                    <a:pt x="2418" y="562"/>
                  </a:lnTo>
                  <a:lnTo>
                    <a:pt x="2589" y="465"/>
                  </a:lnTo>
                  <a:lnTo>
                    <a:pt x="2760" y="416"/>
                  </a:lnTo>
                  <a:close/>
                  <a:moveTo>
                    <a:pt x="13360" y="416"/>
                  </a:moveTo>
                  <a:lnTo>
                    <a:pt x="13531" y="465"/>
                  </a:lnTo>
                  <a:lnTo>
                    <a:pt x="13702" y="562"/>
                  </a:lnTo>
                  <a:lnTo>
                    <a:pt x="13824" y="660"/>
                  </a:lnTo>
                  <a:lnTo>
                    <a:pt x="13946" y="807"/>
                  </a:lnTo>
                  <a:lnTo>
                    <a:pt x="14019" y="953"/>
                  </a:lnTo>
                  <a:lnTo>
                    <a:pt x="14068" y="1124"/>
                  </a:lnTo>
                  <a:lnTo>
                    <a:pt x="14093" y="1320"/>
                  </a:lnTo>
                  <a:lnTo>
                    <a:pt x="14068" y="1491"/>
                  </a:lnTo>
                  <a:lnTo>
                    <a:pt x="14019" y="1661"/>
                  </a:lnTo>
                  <a:lnTo>
                    <a:pt x="13946" y="1808"/>
                  </a:lnTo>
                  <a:lnTo>
                    <a:pt x="13824" y="1955"/>
                  </a:lnTo>
                  <a:lnTo>
                    <a:pt x="13702" y="2052"/>
                  </a:lnTo>
                  <a:lnTo>
                    <a:pt x="13531" y="2150"/>
                  </a:lnTo>
                  <a:lnTo>
                    <a:pt x="13360" y="2199"/>
                  </a:lnTo>
                  <a:lnTo>
                    <a:pt x="13189" y="2223"/>
                  </a:lnTo>
                  <a:lnTo>
                    <a:pt x="13018" y="2199"/>
                  </a:lnTo>
                  <a:lnTo>
                    <a:pt x="12847" y="2150"/>
                  </a:lnTo>
                  <a:lnTo>
                    <a:pt x="12676" y="2052"/>
                  </a:lnTo>
                  <a:lnTo>
                    <a:pt x="12554" y="1955"/>
                  </a:lnTo>
                  <a:lnTo>
                    <a:pt x="12432" y="1808"/>
                  </a:lnTo>
                  <a:lnTo>
                    <a:pt x="12359" y="1661"/>
                  </a:lnTo>
                  <a:lnTo>
                    <a:pt x="12310" y="1491"/>
                  </a:lnTo>
                  <a:lnTo>
                    <a:pt x="12285" y="1320"/>
                  </a:lnTo>
                  <a:lnTo>
                    <a:pt x="12310" y="1124"/>
                  </a:lnTo>
                  <a:lnTo>
                    <a:pt x="12359" y="953"/>
                  </a:lnTo>
                  <a:lnTo>
                    <a:pt x="12432" y="807"/>
                  </a:lnTo>
                  <a:lnTo>
                    <a:pt x="12554" y="660"/>
                  </a:lnTo>
                  <a:lnTo>
                    <a:pt x="12676" y="562"/>
                  </a:lnTo>
                  <a:lnTo>
                    <a:pt x="12847" y="465"/>
                  </a:lnTo>
                  <a:lnTo>
                    <a:pt x="13018" y="416"/>
                  </a:lnTo>
                  <a:close/>
                  <a:moveTo>
                    <a:pt x="0" y="1"/>
                  </a:moveTo>
                  <a:lnTo>
                    <a:pt x="0" y="2687"/>
                  </a:lnTo>
                  <a:lnTo>
                    <a:pt x="16120" y="2687"/>
                  </a:lnTo>
                  <a:lnTo>
                    <a:pt x="161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" name="Google Shape;721;p47">
              <a:extLst>
                <a:ext uri="{FF2B5EF4-FFF2-40B4-BE49-F238E27FC236}">
                  <a16:creationId xmlns:a16="http://schemas.microsoft.com/office/drawing/2014/main" xmlns="" id="{4EC49231-CBCD-4446-681B-79FAF7139D81}"/>
                </a:ext>
              </a:extLst>
            </p:cNvPr>
            <p:cNvSpPr/>
            <p:nvPr/>
          </p:nvSpPr>
          <p:spPr>
            <a:xfrm>
              <a:off x="5983625" y="664900"/>
              <a:ext cx="403000" cy="31775"/>
            </a:xfrm>
            <a:custGeom>
              <a:avLst/>
              <a:gdLst/>
              <a:ahLst/>
              <a:cxnLst/>
              <a:rect l="l" t="t" r="r" b="b"/>
              <a:pathLst>
                <a:path w="16120" h="1271" extrusionOk="0">
                  <a:moveTo>
                    <a:pt x="0" y="1"/>
                  </a:moveTo>
                  <a:lnTo>
                    <a:pt x="0" y="489"/>
                  </a:lnTo>
                  <a:lnTo>
                    <a:pt x="25" y="660"/>
                  </a:lnTo>
                  <a:lnTo>
                    <a:pt x="74" y="807"/>
                  </a:lnTo>
                  <a:lnTo>
                    <a:pt x="147" y="929"/>
                  </a:lnTo>
                  <a:lnTo>
                    <a:pt x="220" y="1051"/>
                  </a:lnTo>
                  <a:lnTo>
                    <a:pt x="342" y="1149"/>
                  </a:lnTo>
                  <a:lnTo>
                    <a:pt x="489" y="1222"/>
                  </a:lnTo>
                  <a:lnTo>
                    <a:pt x="635" y="1271"/>
                  </a:lnTo>
                  <a:lnTo>
                    <a:pt x="15485" y="1271"/>
                  </a:lnTo>
                  <a:lnTo>
                    <a:pt x="15631" y="1222"/>
                  </a:lnTo>
                  <a:lnTo>
                    <a:pt x="15778" y="1149"/>
                  </a:lnTo>
                  <a:lnTo>
                    <a:pt x="15900" y="1051"/>
                  </a:lnTo>
                  <a:lnTo>
                    <a:pt x="15973" y="929"/>
                  </a:lnTo>
                  <a:lnTo>
                    <a:pt x="16046" y="807"/>
                  </a:lnTo>
                  <a:lnTo>
                    <a:pt x="16095" y="660"/>
                  </a:lnTo>
                  <a:lnTo>
                    <a:pt x="16120" y="489"/>
                  </a:lnTo>
                  <a:lnTo>
                    <a:pt x="16120" y="1"/>
                  </a:lnTo>
                  <a:lnTo>
                    <a:pt x="16095" y="172"/>
                  </a:lnTo>
                  <a:lnTo>
                    <a:pt x="16046" y="318"/>
                  </a:lnTo>
                  <a:lnTo>
                    <a:pt x="15973" y="440"/>
                  </a:lnTo>
                  <a:lnTo>
                    <a:pt x="15900" y="562"/>
                  </a:lnTo>
                  <a:lnTo>
                    <a:pt x="15778" y="660"/>
                  </a:lnTo>
                  <a:lnTo>
                    <a:pt x="15631" y="733"/>
                  </a:lnTo>
                  <a:lnTo>
                    <a:pt x="15485" y="782"/>
                  </a:lnTo>
                  <a:lnTo>
                    <a:pt x="635" y="782"/>
                  </a:lnTo>
                  <a:lnTo>
                    <a:pt x="489" y="733"/>
                  </a:lnTo>
                  <a:lnTo>
                    <a:pt x="342" y="660"/>
                  </a:lnTo>
                  <a:lnTo>
                    <a:pt x="220" y="562"/>
                  </a:lnTo>
                  <a:lnTo>
                    <a:pt x="147" y="440"/>
                  </a:lnTo>
                  <a:lnTo>
                    <a:pt x="74" y="318"/>
                  </a:lnTo>
                  <a:lnTo>
                    <a:pt x="25" y="1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" name="Google Shape;722;p47">
              <a:extLst>
                <a:ext uri="{FF2B5EF4-FFF2-40B4-BE49-F238E27FC236}">
                  <a16:creationId xmlns:a16="http://schemas.microsoft.com/office/drawing/2014/main" xmlns="" id="{9AC2EB71-027B-B4D6-2316-AC3F4EE867D2}"/>
                </a:ext>
              </a:extLst>
            </p:cNvPr>
            <p:cNvSpPr/>
            <p:nvPr/>
          </p:nvSpPr>
          <p:spPr>
            <a:xfrm>
              <a:off x="6041025" y="301625"/>
              <a:ext cx="29325" cy="63500"/>
            </a:xfrm>
            <a:custGeom>
              <a:avLst/>
              <a:gdLst/>
              <a:ahLst/>
              <a:cxnLst/>
              <a:rect l="l" t="t" r="r" b="b"/>
              <a:pathLst>
                <a:path w="1173" h="2540" extrusionOk="0">
                  <a:moveTo>
                    <a:pt x="391" y="0"/>
                  </a:moveTo>
                  <a:lnTo>
                    <a:pt x="293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3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79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79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" name="Google Shape;723;p47">
              <a:extLst>
                <a:ext uri="{FF2B5EF4-FFF2-40B4-BE49-F238E27FC236}">
                  <a16:creationId xmlns:a16="http://schemas.microsoft.com/office/drawing/2014/main" xmlns="" id="{F9CD144F-5691-CF7B-0658-8E9C58964D16}"/>
                </a:ext>
              </a:extLst>
            </p:cNvPr>
            <p:cNvSpPr/>
            <p:nvPr/>
          </p:nvSpPr>
          <p:spPr>
            <a:xfrm>
              <a:off x="6297450" y="301625"/>
              <a:ext cx="29350" cy="63500"/>
            </a:xfrm>
            <a:custGeom>
              <a:avLst/>
              <a:gdLst/>
              <a:ahLst/>
              <a:cxnLst/>
              <a:rect l="l" t="t" r="r" b="b"/>
              <a:pathLst>
                <a:path w="1174" h="2540" extrusionOk="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2" name="Google Shape;724;p47">
              <a:extLst>
                <a:ext uri="{FF2B5EF4-FFF2-40B4-BE49-F238E27FC236}">
                  <a16:creationId xmlns:a16="http://schemas.microsoft.com/office/drawing/2014/main" xmlns="" id="{F9D4BF02-0034-46B6-A6BC-AF5EFF90A47F}"/>
                </a:ext>
              </a:extLst>
            </p:cNvPr>
            <p:cNvSpPr/>
            <p:nvPr/>
          </p:nvSpPr>
          <p:spPr>
            <a:xfrm>
              <a:off x="6097200" y="509200"/>
              <a:ext cx="50700" cy="53775"/>
            </a:xfrm>
            <a:custGeom>
              <a:avLst/>
              <a:gdLst/>
              <a:ahLst/>
              <a:cxnLst/>
              <a:rect l="l" t="t" r="r" b="b"/>
              <a:pathLst>
                <a:path w="2028" h="2151" extrusionOk="0">
                  <a:moveTo>
                    <a:pt x="0" y="1"/>
                  </a:moveTo>
                  <a:lnTo>
                    <a:pt x="0" y="2150"/>
                  </a:lnTo>
                  <a:lnTo>
                    <a:pt x="2027" y="2150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" name="Google Shape;725;p47">
              <a:extLst>
                <a:ext uri="{FF2B5EF4-FFF2-40B4-BE49-F238E27FC236}">
                  <a16:creationId xmlns:a16="http://schemas.microsoft.com/office/drawing/2014/main" xmlns="" id="{E108C4DA-0811-0806-9DEF-13D08B19A0D1}"/>
                </a:ext>
              </a:extLst>
            </p:cNvPr>
            <p:cNvSpPr/>
            <p:nvPr/>
          </p:nvSpPr>
          <p:spPr>
            <a:xfrm>
              <a:off x="6097200" y="448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4" name="Google Shape;726;p47">
              <a:extLst>
                <a:ext uri="{FF2B5EF4-FFF2-40B4-BE49-F238E27FC236}">
                  <a16:creationId xmlns:a16="http://schemas.microsoft.com/office/drawing/2014/main" xmlns="" id="{89B2C6FD-DB59-BA4C-FDDB-232641F9EB02}"/>
                </a:ext>
              </a:extLst>
            </p:cNvPr>
            <p:cNvSpPr/>
            <p:nvPr/>
          </p:nvSpPr>
          <p:spPr>
            <a:xfrm>
              <a:off x="6097200" y="575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5" name="Google Shape;727;p47">
              <a:extLst>
                <a:ext uri="{FF2B5EF4-FFF2-40B4-BE49-F238E27FC236}">
                  <a16:creationId xmlns:a16="http://schemas.microsoft.com/office/drawing/2014/main" xmlns="" id="{C45EB5B6-B5DA-3374-BAC7-15BF8F9704D2}"/>
                </a:ext>
              </a:extLst>
            </p:cNvPr>
            <p:cNvSpPr/>
            <p:nvPr/>
          </p:nvSpPr>
          <p:spPr>
            <a:xfrm>
              <a:off x="6160075" y="575150"/>
              <a:ext cx="50100" cy="48875"/>
            </a:xfrm>
            <a:custGeom>
              <a:avLst/>
              <a:gdLst/>
              <a:ahLst/>
              <a:cxnLst/>
              <a:rect l="l" t="t" r="r" b="b"/>
              <a:pathLst>
                <a:path w="2004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6" name="Google Shape;728;p47">
              <a:extLst>
                <a:ext uri="{FF2B5EF4-FFF2-40B4-BE49-F238E27FC236}">
                  <a16:creationId xmlns:a16="http://schemas.microsoft.com/office/drawing/2014/main" xmlns="" id="{D94F00A0-6BFA-6926-3902-CF0F3F3B0FA7}"/>
                </a:ext>
              </a:extLst>
            </p:cNvPr>
            <p:cNvSpPr/>
            <p:nvPr/>
          </p:nvSpPr>
          <p:spPr>
            <a:xfrm>
              <a:off x="6034300" y="509200"/>
              <a:ext cx="50700" cy="53775"/>
            </a:xfrm>
            <a:custGeom>
              <a:avLst/>
              <a:gdLst/>
              <a:ahLst/>
              <a:cxnLst/>
              <a:rect l="l" t="t" r="r" b="b"/>
              <a:pathLst>
                <a:path w="2028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7" name="Google Shape;729;p47">
              <a:extLst>
                <a:ext uri="{FF2B5EF4-FFF2-40B4-BE49-F238E27FC236}">
                  <a16:creationId xmlns:a16="http://schemas.microsoft.com/office/drawing/2014/main" xmlns="" id="{03FBC9F3-7BA2-EBB4-7880-6AD6FD763AE7}"/>
                </a:ext>
              </a:extLst>
            </p:cNvPr>
            <p:cNvSpPr/>
            <p:nvPr/>
          </p:nvSpPr>
          <p:spPr>
            <a:xfrm>
              <a:off x="6034300" y="575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8" name="Google Shape;730;p47">
              <a:extLst>
                <a:ext uri="{FF2B5EF4-FFF2-40B4-BE49-F238E27FC236}">
                  <a16:creationId xmlns:a16="http://schemas.microsoft.com/office/drawing/2014/main" xmlns="" id="{5C90FBEE-6AC5-5410-34B7-472498A80887}"/>
                </a:ext>
              </a:extLst>
            </p:cNvPr>
            <p:cNvSpPr/>
            <p:nvPr/>
          </p:nvSpPr>
          <p:spPr>
            <a:xfrm>
              <a:off x="6034300" y="448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9" name="Google Shape;731;p47">
              <a:extLst>
                <a:ext uri="{FF2B5EF4-FFF2-40B4-BE49-F238E27FC236}">
                  <a16:creationId xmlns:a16="http://schemas.microsoft.com/office/drawing/2014/main" xmlns="" id="{C46F9F1B-4713-3EC6-1E8C-9094704E86D5}"/>
                </a:ext>
              </a:extLst>
            </p:cNvPr>
            <p:cNvSpPr/>
            <p:nvPr/>
          </p:nvSpPr>
          <p:spPr>
            <a:xfrm>
              <a:off x="6160075" y="509200"/>
              <a:ext cx="50100" cy="53775"/>
            </a:xfrm>
            <a:custGeom>
              <a:avLst/>
              <a:gdLst/>
              <a:ahLst/>
              <a:cxnLst/>
              <a:rect l="l" t="t" r="r" b="b"/>
              <a:pathLst>
                <a:path w="2004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03" y="2150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0" name="Google Shape;732;p47">
              <a:extLst>
                <a:ext uri="{FF2B5EF4-FFF2-40B4-BE49-F238E27FC236}">
                  <a16:creationId xmlns:a16="http://schemas.microsoft.com/office/drawing/2014/main" xmlns="" id="{3A387B54-23EC-B906-3E5D-6DEA6343D709}"/>
                </a:ext>
              </a:extLst>
            </p:cNvPr>
            <p:cNvSpPr/>
            <p:nvPr/>
          </p:nvSpPr>
          <p:spPr>
            <a:xfrm>
              <a:off x="5983625" y="399300"/>
              <a:ext cx="403000" cy="272950"/>
            </a:xfrm>
            <a:custGeom>
              <a:avLst/>
              <a:gdLst/>
              <a:ahLst/>
              <a:cxnLst/>
              <a:rect l="l" t="t" r="r" b="b"/>
              <a:pathLst>
                <a:path w="16120" h="10918" extrusionOk="0">
                  <a:moveTo>
                    <a:pt x="14434" y="1466"/>
                  </a:moveTo>
                  <a:lnTo>
                    <a:pt x="14508" y="1515"/>
                  </a:lnTo>
                  <a:lnTo>
                    <a:pt x="14557" y="1613"/>
                  </a:lnTo>
                  <a:lnTo>
                    <a:pt x="14581" y="1710"/>
                  </a:lnTo>
                  <a:lnTo>
                    <a:pt x="14581" y="9233"/>
                  </a:lnTo>
                  <a:lnTo>
                    <a:pt x="14557" y="9330"/>
                  </a:lnTo>
                  <a:lnTo>
                    <a:pt x="14508" y="9404"/>
                  </a:lnTo>
                  <a:lnTo>
                    <a:pt x="14434" y="9452"/>
                  </a:lnTo>
                  <a:lnTo>
                    <a:pt x="14337" y="9477"/>
                  </a:lnTo>
                  <a:lnTo>
                    <a:pt x="1783" y="9477"/>
                  </a:lnTo>
                  <a:lnTo>
                    <a:pt x="1686" y="9452"/>
                  </a:lnTo>
                  <a:lnTo>
                    <a:pt x="1612" y="9404"/>
                  </a:lnTo>
                  <a:lnTo>
                    <a:pt x="1564" y="9330"/>
                  </a:lnTo>
                  <a:lnTo>
                    <a:pt x="1539" y="9233"/>
                  </a:lnTo>
                  <a:lnTo>
                    <a:pt x="1539" y="1710"/>
                  </a:lnTo>
                  <a:lnTo>
                    <a:pt x="1564" y="1613"/>
                  </a:lnTo>
                  <a:lnTo>
                    <a:pt x="1612" y="1515"/>
                  </a:lnTo>
                  <a:lnTo>
                    <a:pt x="1686" y="1466"/>
                  </a:lnTo>
                  <a:close/>
                  <a:moveTo>
                    <a:pt x="0" y="1"/>
                  </a:moveTo>
                  <a:lnTo>
                    <a:pt x="0" y="10332"/>
                  </a:lnTo>
                  <a:lnTo>
                    <a:pt x="25" y="10429"/>
                  </a:lnTo>
                  <a:lnTo>
                    <a:pt x="74" y="10527"/>
                  </a:lnTo>
                  <a:lnTo>
                    <a:pt x="147" y="10625"/>
                  </a:lnTo>
                  <a:lnTo>
                    <a:pt x="220" y="10722"/>
                  </a:lnTo>
                  <a:lnTo>
                    <a:pt x="342" y="10796"/>
                  </a:lnTo>
                  <a:lnTo>
                    <a:pt x="489" y="10869"/>
                  </a:lnTo>
                  <a:lnTo>
                    <a:pt x="635" y="10918"/>
                  </a:lnTo>
                  <a:lnTo>
                    <a:pt x="15485" y="10918"/>
                  </a:lnTo>
                  <a:lnTo>
                    <a:pt x="15631" y="10869"/>
                  </a:lnTo>
                  <a:lnTo>
                    <a:pt x="15778" y="10796"/>
                  </a:lnTo>
                  <a:lnTo>
                    <a:pt x="15900" y="10698"/>
                  </a:lnTo>
                  <a:lnTo>
                    <a:pt x="15973" y="10576"/>
                  </a:lnTo>
                  <a:lnTo>
                    <a:pt x="16046" y="10454"/>
                  </a:lnTo>
                  <a:lnTo>
                    <a:pt x="16095" y="10307"/>
                  </a:lnTo>
                  <a:lnTo>
                    <a:pt x="16120" y="10136"/>
                  </a:lnTo>
                  <a:lnTo>
                    <a:pt x="161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1" name="Google Shape;733;p47">
              <a:extLst>
                <a:ext uri="{FF2B5EF4-FFF2-40B4-BE49-F238E27FC236}">
                  <a16:creationId xmlns:a16="http://schemas.microsoft.com/office/drawing/2014/main" xmlns="" id="{F1280CCB-346D-49C9-8E00-F512B55F7120}"/>
                </a:ext>
              </a:extLst>
            </p:cNvPr>
            <p:cNvSpPr/>
            <p:nvPr/>
          </p:nvSpPr>
          <p:spPr>
            <a:xfrm>
              <a:off x="6285250" y="575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2" name="Google Shape;734;p47">
              <a:extLst>
                <a:ext uri="{FF2B5EF4-FFF2-40B4-BE49-F238E27FC236}">
                  <a16:creationId xmlns:a16="http://schemas.microsoft.com/office/drawing/2014/main" xmlns="" id="{E4311277-5FF4-D5EB-4BB5-95BC74DAE95A}"/>
                </a:ext>
              </a:extLst>
            </p:cNvPr>
            <p:cNvSpPr/>
            <p:nvPr/>
          </p:nvSpPr>
          <p:spPr>
            <a:xfrm>
              <a:off x="6285250" y="509200"/>
              <a:ext cx="50700" cy="53775"/>
            </a:xfrm>
            <a:custGeom>
              <a:avLst/>
              <a:gdLst/>
              <a:ahLst/>
              <a:cxnLst/>
              <a:rect l="l" t="t" r="r" b="b"/>
              <a:pathLst>
                <a:path w="2028" h="2151" extrusionOk="0">
                  <a:moveTo>
                    <a:pt x="0" y="1"/>
                  </a:moveTo>
                  <a:lnTo>
                    <a:pt x="0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3" name="Google Shape;735;p47">
              <a:extLst>
                <a:ext uri="{FF2B5EF4-FFF2-40B4-BE49-F238E27FC236}">
                  <a16:creationId xmlns:a16="http://schemas.microsoft.com/office/drawing/2014/main" xmlns="" id="{97C63C2D-49BB-E50F-98C4-47C678003366}"/>
                </a:ext>
              </a:extLst>
            </p:cNvPr>
            <p:cNvSpPr/>
            <p:nvPr/>
          </p:nvSpPr>
          <p:spPr>
            <a:xfrm>
              <a:off x="6285250" y="448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4" name="Google Shape;736;p47">
              <a:extLst>
                <a:ext uri="{FF2B5EF4-FFF2-40B4-BE49-F238E27FC236}">
                  <a16:creationId xmlns:a16="http://schemas.microsoft.com/office/drawing/2014/main" xmlns="" id="{1B5127E0-D9B6-B25E-EA50-4F6D880E609D}"/>
                </a:ext>
              </a:extLst>
            </p:cNvPr>
            <p:cNvSpPr/>
            <p:nvPr/>
          </p:nvSpPr>
          <p:spPr>
            <a:xfrm>
              <a:off x="6222350" y="575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5" name="Google Shape;737;p47">
              <a:extLst>
                <a:ext uri="{FF2B5EF4-FFF2-40B4-BE49-F238E27FC236}">
                  <a16:creationId xmlns:a16="http://schemas.microsoft.com/office/drawing/2014/main" xmlns="" id="{CC763F92-EBE7-0292-93AB-337585673196}"/>
                </a:ext>
              </a:extLst>
            </p:cNvPr>
            <p:cNvSpPr/>
            <p:nvPr/>
          </p:nvSpPr>
          <p:spPr>
            <a:xfrm>
              <a:off x="6160075" y="448150"/>
              <a:ext cx="50100" cy="48875"/>
            </a:xfrm>
            <a:custGeom>
              <a:avLst/>
              <a:gdLst/>
              <a:ahLst/>
              <a:cxnLst/>
              <a:rect l="l" t="t" r="r" b="b"/>
              <a:pathLst>
                <a:path w="2004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6" name="Google Shape;738;p47">
              <a:extLst>
                <a:ext uri="{FF2B5EF4-FFF2-40B4-BE49-F238E27FC236}">
                  <a16:creationId xmlns:a16="http://schemas.microsoft.com/office/drawing/2014/main" xmlns="" id="{1AC332F2-E0DB-7084-8A30-A8111A2B47DA}"/>
                </a:ext>
              </a:extLst>
            </p:cNvPr>
            <p:cNvSpPr/>
            <p:nvPr/>
          </p:nvSpPr>
          <p:spPr>
            <a:xfrm>
              <a:off x="6222350" y="509200"/>
              <a:ext cx="50700" cy="53775"/>
            </a:xfrm>
            <a:custGeom>
              <a:avLst/>
              <a:gdLst/>
              <a:ahLst/>
              <a:cxnLst/>
              <a:rect l="l" t="t" r="r" b="b"/>
              <a:pathLst>
                <a:path w="2028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47" name="Google Shape;739;p47">
              <a:extLst>
                <a:ext uri="{FF2B5EF4-FFF2-40B4-BE49-F238E27FC236}">
                  <a16:creationId xmlns:a16="http://schemas.microsoft.com/office/drawing/2014/main" xmlns="" id="{C06B8A0B-460D-BC69-73BF-FFFF850E8C75}"/>
                </a:ext>
              </a:extLst>
            </p:cNvPr>
            <p:cNvSpPr/>
            <p:nvPr/>
          </p:nvSpPr>
          <p:spPr>
            <a:xfrm>
              <a:off x="6222350" y="448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48" name="Google Shape;740;p47">
            <a:extLst>
              <a:ext uri="{FF2B5EF4-FFF2-40B4-BE49-F238E27FC236}">
                <a16:creationId xmlns:a16="http://schemas.microsoft.com/office/drawing/2014/main" xmlns="" id="{A141C191-734A-8058-FE0B-42E2A3622A29}"/>
              </a:ext>
            </a:extLst>
          </p:cNvPr>
          <p:cNvGrpSpPr/>
          <p:nvPr/>
        </p:nvGrpSpPr>
        <p:grpSpPr>
          <a:xfrm>
            <a:off x="6587067" y="2360312"/>
            <a:ext cx="196406" cy="196109"/>
            <a:chOff x="6660750" y="298550"/>
            <a:chExt cx="396900" cy="396300"/>
          </a:xfrm>
        </p:grpSpPr>
        <p:sp>
          <p:nvSpPr>
            <p:cNvPr id="49" name="Google Shape;741;p47">
              <a:extLst>
                <a:ext uri="{FF2B5EF4-FFF2-40B4-BE49-F238E27FC236}">
                  <a16:creationId xmlns:a16="http://schemas.microsoft.com/office/drawing/2014/main" xmlns="" id="{71854CE7-83B2-9C7E-7898-9AE41CD3DC83}"/>
                </a:ext>
              </a:extLst>
            </p:cNvPr>
            <p:cNvSpPr/>
            <p:nvPr/>
          </p:nvSpPr>
          <p:spPr>
            <a:xfrm>
              <a:off x="6660750" y="298550"/>
              <a:ext cx="396900" cy="396300"/>
            </a:xfrm>
            <a:custGeom>
              <a:avLst/>
              <a:gdLst/>
              <a:ahLst/>
              <a:cxnLst/>
              <a:rect l="l" t="t" r="r" b="b"/>
              <a:pathLst>
                <a:path w="15876" h="15852" extrusionOk="0">
                  <a:moveTo>
                    <a:pt x="8304" y="978"/>
                  </a:moveTo>
                  <a:lnTo>
                    <a:pt x="8646" y="1002"/>
                  </a:lnTo>
                  <a:lnTo>
                    <a:pt x="8988" y="1051"/>
                  </a:lnTo>
                  <a:lnTo>
                    <a:pt x="9330" y="1100"/>
                  </a:lnTo>
                  <a:lnTo>
                    <a:pt x="9672" y="1198"/>
                  </a:lnTo>
                  <a:lnTo>
                    <a:pt x="10014" y="1271"/>
                  </a:lnTo>
                  <a:lnTo>
                    <a:pt x="10332" y="1393"/>
                  </a:lnTo>
                  <a:lnTo>
                    <a:pt x="10649" y="1515"/>
                  </a:lnTo>
                  <a:lnTo>
                    <a:pt x="10942" y="1662"/>
                  </a:lnTo>
                  <a:lnTo>
                    <a:pt x="11260" y="1808"/>
                  </a:lnTo>
                  <a:lnTo>
                    <a:pt x="11553" y="1979"/>
                  </a:lnTo>
                  <a:lnTo>
                    <a:pt x="11821" y="2150"/>
                  </a:lnTo>
                  <a:lnTo>
                    <a:pt x="12090" y="2346"/>
                  </a:lnTo>
                  <a:lnTo>
                    <a:pt x="12359" y="2565"/>
                  </a:lnTo>
                  <a:lnTo>
                    <a:pt x="12603" y="2785"/>
                  </a:lnTo>
                  <a:lnTo>
                    <a:pt x="12847" y="3005"/>
                  </a:lnTo>
                  <a:lnTo>
                    <a:pt x="13091" y="3249"/>
                  </a:lnTo>
                  <a:lnTo>
                    <a:pt x="13311" y="3493"/>
                  </a:lnTo>
                  <a:lnTo>
                    <a:pt x="13507" y="3762"/>
                  </a:lnTo>
                  <a:lnTo>
                    <a:pt x="13702" y="4031"/>
                  </a:lnTo>
                  <a:lnTo>
                    <a:pt x="13897" y="4324"/>
                  </a:lnTo>
                  <a:lnTo>
                    <a:pt x="14044" y="4617"/>
                  </a:lnTo>
                  <a:lnTo>
                    <a:pt x="14215" y="4910"/>
                  </a:lnTo>
                  <a:lnTo>
                    <a:pt x="14337" y="5227"/>
                  </a:lnTo>
                  <a:lnTo>
                    <a:pt x="14483" y="5545"/>
                  </a:lnTo>
                  <a:lnTo>
                    <a:pt x="14581" y="5862"/>
                  </a:lnTo>
                  <a:lnTo>
                    <a:pt x="14679" y="6180"/>
                  </a:lnTo>
                  <a:lnTo>
                    <a:pt x="14752" y="6522"/>
                  </a:lnTo>
                  <a:lnTo>
                    <a:pt x="14825" y="6864"/>
                  </a:lnTo>
                  <a:lnTo>
                    <a:pt x="14850" y="7206"/>
                  </a:lnTo>
                  <a:lnTo>
                    <a:pt x="14899" y="7572"/>
                  </a:lnTo>
                  <a:lnTo>
                    <a:pt x="14899" y="7938"/>
                  </a:lnTo>
                  <a:lnTo>
                    <a:pt x="14899" y="8280"/>
                  </a:lnTo>
                  <a:lnTo>
                    <a:pt x="14850" y="8647"/>
                  </a:lnTo>
                  <a:lnTo>
                    <a:pt x="14825" y="8989"/>
                  </a:lnTo>
                  <a:lnTo>
                    <a:pt x="14752" y="9331"/>
                  </a:lnTo>
                  <a:lnTo>
                    <a:pt x="14679" y="9672"/>
                  </a:lnTo>
                  <a:lnTo>
                    <a:pt x="14581" y="9990"/>
                  </a:lnTo>
                  <a:lnTo>
                    <a:pt x="14483" y="10307"/>
                  </a:lnTo>
                  <a:lnTo>
                    <a:pt x="14337" y="10625"/>
                  </a:lnTo>
                  <a:lnTo>
                    <a:pt x="14215" y="10942"/>
                  </a:lnTo>
                  <a:lnTo>
                    <a:pt x="14044" y="11236"/>
                  </a:lnTo>
                  <a:lnTo>
                    <a:pt x="13897" y="11529"/>
                  </a:lnTo>
                  <a:lnTo>
                    <a:pt x="13702" y="11822"/>
                  </a:lnTo>
                  <a:lnTo>
                    <a:pt x="13507" y="12090"/>
                  </a:lnTo>
                  <a:lnTo>
                    <a:pt x="13311" y="12359"/>
                  </a:lnTo>
                  <a:lnTo>
                    <a:pt x="13091" y="12603"/>
                  </a:lnTo>
                  <a:lnTo>
                    <a:pt x="12847" y="12847"/>
                  </a:lnTo>
                  <a:lnTo>
                    <a:pt x="12603" y="13067"/>
                  </a:lnTo>
                  <a:lnTo>
                    <a:pt x="12359" y="13287"/>
                  </a:lnTo>
                  <a:lnTo>
                    <a:pt x="12090" y="13507"/>
                  </a:lnTo>
                  <a:lnTo>
                    <a:pt x="11821" y="13702"/>
                  </a:lnTo>
                  <a:lnTo>
                    <a:pt x="11553" y="13873"/>
                  </a:lnTo>
                  <a:lnTo>
                    <a:pt x="11260" y="14044"/>
                  </a:lnTo>
                  <a:lnTo>
                    <a:pt x="10942" y="14191"/>
                  </a:lnTo>
                  <a:lnTo>
                    <a:pt x="10649" y="14337"/>
                  </a:lnTo>
                  <a:lnTo>
                    <a:pt x="10332" y="14459"/>
                  </a:lnTo>
                  <a:lnTo>
                    <a:pt x="10014" y="14581"/>
                  </a:lnTo>
                  <a:lnTo>
                    <a:pt x="9672" y="14655"/>
                  </a:lnTo>
                  <a:lnTo>
                    <a:pt x="9330" y="14752"/>
                  </a:lnTo>
                  <a:lnTo>
                    <a:pt x="8988" y="14801"/>
                  </a:lnTo>
                  <a:lnTo>
                    <a:pt x="8646" y="14850"/>
                  </a:lnTo>
                  <a:lnTo>
                    <a:pt x="8304" y="14875"/>
                  </a:lnTo>
                  <a:lnTo>
                    <a:pt x="7572" y="14875"/>
                  </a:lnTo>
                  <a:lnTo>
                    <a:pt x="7230" y="14850"/>
                  </a:lnTo>
                  <a:lnTo>
                    <a:pt x="6888" y="14801"/>
                  </a:lnTo>
                  <a:lnTo>
                    <a:pt x="6546" y="14752"/>
                  </a:lnTo>
                  <a:lnTo>
                    <a:pt x="6204" y="14655"/>
                  </a:lnTo>
                  <a:lnTo>
                    <a:pt x="5862" y="14581"/>
                  </a:lnTo>
                  <a:lnTo>
                    <a:pt x="5545" y="14459"/>
                  </a:lnTo>
                  <a:lnTo>
                    <a:pt x="5227" y="14337"/>
                  </a:lnTo>
                  <a:lnTo>
                    <a:pt x="4934" y="14191"/>
                  </a:lnTo>
                  <a:lnTo>
                    <a:pt x="4617" y="14044"/>
                  </a:lnTo>
                  <a:lnTo>
                    <a:pt x="4324" y="13873"/>
                  </a:lnTo>
                  <a:lnTo>
                    <a:pt x="4055" y="13702"/>
                  </a:lnTo>
                  <a:lnTo>
                    <a:pt x="3786" y="13507"/>
                  </a:lnTo>
                  <a:lnTo>
                    <a:pt x="3518" y="13287"/>
                  </a:lnTo>
                  <a:lnTo>
                    <a:pt x="3273" y="13067"/>
                  </a:lnTo>
                  <a:lnTo>
                    <a:pt x="3029" y="12847"/>
                  </a:lnTo>
                  <a:lnTo>
                    <a:pt x="2785" y="12603"/>
                  </a:lnTo>
                  <a:lnTo>
                    <a:pt x="2565" y="12359"/>
                  </a:lnTo>
                  <a:lnTo>
                    <a:pt x="2370" y="12090"/>
                  </a:lnTo>
                  <a:lnTo>
                    <a:pt x="2174" y="11822"/>
                  </a:lnTo>
                  <a:lnTo>
                    <a:pt x="1979" y="11529"/>
                  </a:lnTo>
                  <a:lnTo>
                    <a:pt x="1832" y="11236"/>
                  </a:lnTo>
                  <a:lnTo>
                    <a:pt x="1661" y="10942"/>
                  </a:lnTo>
                  <a:lnTo>
                    <a:pt x="1539" y="10625"/>
                  </a:lnTo>
                  <a:lnTo>
                    <a:pt x="1393" y="10307"/>
                  </a:lnTo>
                  <a:lnTo>
                    <a:pt x="1295" y="9990"/>
                  </a:lnTo>
                  <a:lnTo>
                    <a:pt x="1197" y="9672"/>
                  </a:lnTo>
                  <a:lnTo>
                    <a:pt x="1124" y="9331"/>
                  </a:lnTo>
                  <a:lnTo>
                    <a:pt x="1051" y="8989"/>
                  </a:lnTo>
                  <a:lnTo>
                    <a:pt x="1026" y="8647"/>
                  </a:lnTo>
                  <a:lnTo>
                    <a:pt x="978" y="8280"/>
                  </a:lnTo>
                  <a:lnTo>
                    <a:pt x="978" y="7938"/>
                  </a:lnTo>
                  <a:lnTo>
                    <a:pt x="978" y="7572"/>
                  </a:lnTo>
                  <a:lnTo>
                    <a:pt x="1026" y="7206"/>
                  </a:lnTo>
                  <a:lnTo>
                    <a:pt x="1051" y="6864"/>
                  </a:lnTo>
                  <a:lnTo>
                    <a:pt x="1124" y="6522"/>
                  </a:lnTo>
                  <a:lnTo>
                    <a:pt x="1197" y="6180"/>
                  </a:lnTo>
                  <a:lnTo>
                    <a:pt x="1295" y="5862"/>
                  </a:lnTo>
                  <a:lnTo>
                    <a:pt x="1393" y="5545"/>
                  </a:lnTo>
                  <a:lnTo>
                    <a:pt x="1539" y="5227"/>
                  </a:lnTo>
                  <a:lnTo>
                    <a:pt x="1661" y="4910"/>
                  </a:lnTo>
                  <a:lnTo>
                    <a:pt x="1832" y="4617"/>
                  </a:lnTo>
                  <a:lnTo>
                    <a:pt x="1979" y="4324"/>
                  </a:lnTo>
                  <a:lnTo>
                    <a:pt x="2174" y="4031"/>
                  </a:lnTo>
                  <a:lnTo>
                    <a:pt x="2370" y="3762"/>
                  </a:lnTo>
                  <a:lnTo>
                    <a:pt x="2565" y="3493"/>
                  </a:lnTo>
                  <a:lnTo>
                    <a:pt x="2785" y="3249"/>
                  </a:lnTo>
                  <a:lnTo>
                    <a:pt x="3029" y="3005"/>
                  </a:lnTo>
                  <a:lnTo>
                    <a:pt x="3273" y="2785"/>
                  </a:lnTo>
                  <a:lnTo>
                    <a:pt x="3518" y="2565"/>
                  </a:lnTo>
                  <a:lnTo>
                    <a:pt x="3786" y="2346"/>
                  </a:lnTo>
                  <a:lnTo>
                    <a:pt x="4055" y="2150"/>
                  </a:lnTo>
                  <a:lnTo>
                    <a:pt x="4324" y="1979"/>
                  </a:lnTo>
                  <a:lnTo>
                    <a:pt x="4617" y="1808"/>
                  </a:lnTo>
                  <a:lnTo>
                    <a:pt x="4934" y="1662"/>
                  </a:lnTo>
                  <a:lnTo>
                    <a:pt x="5227" y="1515"/>
                  </a:lnTo>
                  <a:lnTo>
                    <a:pt x="5545" y="1393"/>
                  </a:lnTo>
                  <a:lnTo>
                    <a:pt x="5862" y="1271"/>
                  </a:lnTo>
                  <a:lnTo>
                    <a:pt x="6204" y="1198"/>
                  </a:lnTo>
                  <a:lnTo>
                    <a:pt x="6546" y="1100"/>
                  </a:lnTo>
                  <a:lnTo>
                    <a:pt x="6888" y="1051"/>
                  </a:lnTo>
                  <a:lnTo>
                    <a:pt x="7230" y="1002"/>
                  </a:lnTo>
                  <a:lnTo>
                    <a:pt x="7572" y="978"/>
                  </a:lnTo>
                  <a:close/>
                  <a:moveTo>
                    <a:pt x="7523" y="1"/>
                  </a:moveTo>
                  <a:lnTo>
                    <a:pt x="7132" y="25"/>
                  </a:lnTo>
                  <a:lnTo>
                    <a:pt x="6741" y="74"/>
                  </a:lnTo>
                  <a:lnTo>
                    <a:pt x="6351" y="147"/>
                  </a:lnTo>
                  <a:lnTo>
                    <a:pt x="5960" y="245"/>
                  </a:lnTo>
                  <a:lnTo>
                    <a:pt x="5569" y="343"/>
                  </a:lnTo>
                  <a:lnTo>
                    <a:pt x="5203" y="465"/>
                  </a:lnTo>
                  <a:lnTo>
                    <a:pt x="4861" y="611"/>
                  </a:lnTo>
                  <a:lnTo>
                    <a:pt x="4494" y="782"/>
                  </a:lnTo>
                  <a:lnTo>
                    <a:pt x="4153" y="953"/>
                  </a:lnTo>
                  <a:lnTo>
                    <a:pt x="3835" y="1149"/>
                  </a:lnTo>
                  <a:lnTo>
                    <a:pt x="3493" y="1344"/>
                  </a:lnTo>
                  <a:lnTo>
                    <a:pt x="3200" y="1564"/>
                  </a:lnTo>
                  <a:lnTo>
                    <a:pt x="2883" y="1808"/>
                  </a:lnTo>
                  <a:lnTo>
                    <a:pt x="2614" y="2052"/>
                  </a:lnTo>
                  <a:lnTo>
                    <a:pt x="2321" y="2321"/>
                  </a:lnTo>
                  <a:lnTo>
                    <a:pt x="2077" y="2590"/>
                  </a:lnTo>
                  <a:lnTo>
                    <a:pt x="1808" y="2883"/>
                  </a:lnTo>
                  <a:lnTo>
                    <a:pt x="1588" y="3176"/>
                  </a:lnTo>
                  <a:lnTo>
                    <a:pt x="1368" y="3493"/>
                  </a:lnTo>
                  <a:lnTo>
                    <a:pt x="1149" y="3811"/>
                  </a:lnTo>
                  <a:lnTo>
                    <a:pt x="953" y="4153"/>
                  </a:lnTo>
                  <a:lnTo>
                    <a:pt x="782" y="4495"/>
                  </a:lnTo>
                  <a:lnTo>
                    <a:pt x="636" y="4837"/>
                  </a:lnTo>
                  <a:lnTo>
                    <a:pt x="489" y="5203"/>
                  </a:lnTo>
                  <a:lnTo>
                    <a:pt x="367" y="5569"/>
                  </a:lnTo>
                  <a:lnTo>
                    <a:pt x="245" y="5936"/>
                  </a:lnTo>
                  <a:lnTo>
                    <a:pt x="172" y="6326"/>
                  </a:lnTo>
                  <a:lnTo>
                    <a:pt x="98" y="6717"/>
                  </a:lnTo>
                  <a:lnTo>
                    <a:pt x="49" y="7108"/>
                  </a:lnTo>
                  <a:lnTo>
                    <a:pt x="25" y="7523"/>
                  </a:lnTo>
                  <a:lnTo>
                    <a:pt x="1" y="7938"/>
                  </a:lnTo>
                  <a:lnTo>
                    <a:pt x="25" y="8329"/>
                  </a:lnTo>
                  <a:lnTo>
                    <a:pt x="49" y="8744"/>
                  </a:lnTo>
                  <a:lnTo>
                    <a:pt x="98" y="9135"/>
                  </a:lnTo>
                  <a:lnTo>
                    <a:pt x="172" y="9526"/>
                  </a:lnTo>
                  <a:lnTo>
                    <a:pt x="245" y="9917"/>
                  </a:lnTo>
                  <a:lnTo>
                    <a:pt x="367" y="10283"/>
                  </a:lnTo>
                  <a:lnTo>
                    <a:pt x="489" y="10649"/>
                  </a:lnTo>
                  <a:lnTo>
                    <a:pt x="636" y="11016"/>
                  </a:lnTo>
                  <a:lnTo>
                    <a:pt x="782" y="11358"/>
                  </a:lnTo>
                  <a:lnTo>
                    <a:pt x="953" y="11700"/>
                  </a:lnTo>
                  <a:lnTo>
                    <a:pt x="1149" y="12041"/>
                  </a:lnTo>
                  <a:lnTo>
                    <a:pt x="1368" y="12359"/>
                  </a:lnTo>
                  <a:lnTo>
                    <a:pt x="1588" y="12676"/>
                  </a:lnTo>
                  <a:lnTo>
                    <a:pt x="1808" y="12970"/>
                  </a:lnTo>
                  <a:lnTo>
                    <a:pt x="2077" y="13263"/>
                  </a:lnTo>
                  <a:lnTo>
                    <a:pt x="2321" y="13531"/>
                  </a:lnTo>
                  <a:lnTo>
                    <a:pt x="2614" y="13800"/>
                  </a:lnTo>
                  <a:lnTo>
                    <a:pt x="2883" y="14044"/>
                  </a:lnTo>
                  <a:lnTo>
                    <a:pt x="3200" y="14288"/>
                  </a:lnTo>
                  <a:lnTo>
                    <a:pt x="3493" y="14508"/>
                  </a:lnTo>
                  <a:lnTo>
                    <a:pt x="3835" y="14704"/>
                  </a:lnTo>
                  <a:lnTo>
                    <a:pt x="4153" y="14899"/>
                  </a:lnTo>
                  <a:lnTo>
                    <a:pt x="4494" y="15070"/>
                  </a:lnTo>
                  <a:lnTo>
                    <a:pt x="4861" y="15241"/>
                  </a:lnTo>
                  <a:lnTo>
                    <a:pt x="5203" y="15387"/>
                  </a:lnTo>
                  <a:lnTo>
                    <a:pt x="5569" y="15510"/>
                  </a:lnTo>
                  <a:lnTo>
                    <a:pt x="5960" y="15607"/>
                  </a:lnTo>
                  <a:lnTo>
                    <a:pt x="6351" y="15705"/>
                  </a:lnTo>
                  <a:lnTo>
                    <a:pt x="6741" y="15778"/>
                  </a:lnTo>
                  <a:lnTo>
                    <a:pt x="7132" y="15827"/>
                  </a:lnTo>
                  <a:lnTo>
                    <a:pt x="7523" y="15851"/>
                  </a:lnTo>
                  <a:lnTo>
                    <a:pt x="8353" y="15851"/>
                  </a:lnTo>
                  <a:lnTo>
                    <a:pt x="8744" y="15827"/>
                  </a:lnTo>
                  <a:lnTo>
                    <a:pt x="9135" y="15778"/>
                  </a:lnTo>
                  <a:lnTo>
                    <a:pt x="9526" y="15705"/>
                  </a:lnTo>
                  <a:lnTo>
                    <a:pt x="9916" y="15607"/>
                  </a:lnTo>
                  <a:lnTo>
                    <a:pt x="10307" y="15510"/>
                  </a:lnTo>
                  <a:lnTo>
                    <a:pt x="10673" y="15387"/>
                  </a:lnTo>
                  <a:lnTo>
                    <a:pt x="11015" y="15241"/>
                  </a:lnTo>
                  <a:lnTo>
                    <a:pt x="11382" y="15070"/>
                  </a:lnTo>
                  <a:lnTo>
                    <a:pt x="11724" y="14899"/>
                  </a:lnTo>
                  <a:lnTo>
                    <a:pt x="12041" y="14704"/>
                  </a:lnTo>
                  <a:lnTo>
                    <a:pt x="12383" y="14508"/>
                  </a:lnTo>
                  <a:lnTo>
                    <a:pt x="12676" y="14288"/>
                  </a:lnTo>
                  <a:lnTo>
                    <a:pt x="12994" y="14044"/>
                  </a:lnTo>
                  <a:lnTo>
                    <a:pt x="13262" y="13800"/>
                  </a:lnTo>
                  <a:lnTo>
                    <a:pt x="13555" y="13531"/>
                  </a:lnTo>
                  <a:lnTo>
                    <a:pt x="13800" y="13263"/>
                  </a:lnTo>
                  <a:lnTo>
                    <a:pt x="14068" y="12970"/>
                  </a:lnTo>
                  <a:lnTo>
                    <a:pt x="14288" y="12676"/>
                  </a:lnTo>
                  <a:lnTo>
                    <a:pt x="14508" y="12359"/>
                  </a:lnTo>
                  <a:lnTo>
                    <a:pt x="14728" y="12041"/>
                  </a:lnTo>
                  <a:lnTo>
                    <a:pt x="14923" y="11700"/>
                  </a:lnTo>
                  <a:lnTo>
                    <a:pt x="15094" y="11358"/>
                  </a:lnTo>
                  <a:lnTo>
                    <a:pt x="15241" y="11016"/>
                  </a:lnTo>
                  <a:lnTo>
                    <a:pt x="15387" y="10649"/>
                  </a:lnTo>
                  <a:lnTo>
                    <a:pt x="15509" y="10283"/>
                  </a:lnTo>
                  <a:lnTo>
                    <a:pt x="15631" y="9917"/>
                  </a:lnTo>
                  <a:lnTo>
                    <a:pt x="15705" y="9526"/>
                  </a:lnTo>
                  <a:lnTo>
                    <a:pt x="15778" y="9135"/>
                  </a:lnTo>
                  <a:lnTo>
                    <a:pt x="15827" y="8744"/>
                  </a:lnTo>
                  <a:lnTo>
                    <a:pt x="15851" y="8329"/>
                  </a:lnTo>
                  <a:lnTo>
                    <a:pt x="15876" y="7938"/>
                  </a:lnTo>
                  <a:lnTo>
                    <a:pt x="15851" y="7523"/>
                  </a:lnTo>
                  <a:lnTo>
                    <a:pt x="15827" y="7108"/>
                  </a:lnTo>
                  <a:lnTo>
                    <a:pt x="15778" y="6717"/>
                  </a:lnTo>
                  <a:lnTo>
                    <a:pt x="15705" y="6326"/>
                  </a:lnTo>
                  <a:lnTo>
                    <a:pt x="15631" y="5936"/>
                  </a:lnTo>
                  <a:lnTo>
                    <a:pt x="15509" y="5569"/>
                  </a:lnTo>
                  <a:lnTo>
                    <a:pt x="15387" y="5203"/>
                  </a:lnTo>
                  <a:lnTo>
                    <a:pt x="15241" y="4837"/>
                  </a:lnTo>
                  <a:lnTo>
                    <a:pt x="15094" y="4495"/>
                  </a:lnTo>
                  <a:lnTo>
                    <a:pt x="14923" y="4153"/>
                  </a:lnTo>
                  <a:lnTo>
                    <a:pt x="14728" y="3811"/>
                  </a:lnTo>
                  <a:lnTo>
                    <a:pt x="14508" y="3493"/>
                  </a:lnTo>
                  <a:lnTo>
                    <a:pt x="14288" y="3176"/>
                  </a:lnTo>
                  <a:lnTo>
                    <a:pt x="14068" y="2883"/>
                  </a:lnTo>
                  <a:lnTo>
                    <a:pt x="13800" y="2590"/>
                  </a:lnTo>
                  <a:lnTo>
                    <a:pt x="13555" y="2321"/>
                  </a:lnTo>
                  <a:lnTo>
                    <a:pt x="13262" y="2052"/>
                  </a:lnTo>
                  <a:lnTo>
                    <a:pt x="12994" y="1808"/>
                  </a:lnTo>
                  <a:lnTo>
                    <a:pt x="12676" y="1564"/>
                  </a:lnTo>
                  <a:lnTo>
                    <a:pt x="12383" y="1344"/>
                  </a:lnTo>
                  <a:lnTo>
                    <a:pt x="12041" y="1149"/>
                  </a:lnTo>
                  <a:lnTo>
                    <a:pt x="11724" y="953"/>
                  </a:lnTo>
                  <a:lnTo>
                    <a:pt x="11382" y="782"/>
                  </a:lnTo>
                  <a:lnTo>
                    <a:pt x="11015" y="611"/>
                  </a:lnTo>
                  <a:lnTo>
                    <a:pt x="10673" y="465"/>
                  </a:lnTo>
                  <a:lnTo>
                    <a:pt x="10307" y="343"/>
                  </a:lnTo>
                  <a:lnTo>
                    <a:pt x="9916" y="245"/>
                  </a:lnTo>
                  <a:lnTo>
                    <a:pt x="9526" y="147"/>
                  </a:lnTo>
                  <a:lnTo>
                    <a:pt x="9135" y="74"/>
                  </a:lnTo>
                  <a:lnTo>
                    <a:pt x="8744" y="25"/>
                  </a:lnTo>
                  <a:lnTo>
                    <a:pt x="835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0" name="Google Shape;742;p47">
              <a:extLst>
                <a:ext uri="{FF2B5EF4-FFF2-40B4-BE49-F238E27FC236}">
                  <a16:creationId xmlns:a16="http://schemas.microsoft.com/office/drawing/2014/main" xmlns="" id="{EB58B288-FAE6-D209-4FAA-F0BB3AF7C9A9}"/>
                </a:ext>
              </a:extLst>
            </p:cNvPr>
            <p:cNvSpPr/>
            <p:nvPr/>
          </p:nvSpPr>
          <p:spPr>
            <a:xfrm>
              <a:off x="6697400" y="335200"/>
              <a:ext cx="323625" cy="323025"/>
            </a:xfrm>
            <a:custGeom>
              <a:avLst/>
              <a:gdLst/>
              <a:ahLst/>
              <a:cxnLst/>
              <a:rect l="l" t="t" r="r" b="b"/>
              <a:pathLst>
                <a:path w="12945" h="12921" extrusionOk="0">
                  <a:moveTo>
                    <a:pt x="6472" y="1319"/>
                  </a:moveTo>
                  <a:lnTo>
                    <a:pt x="6545" y="1344"/>
                  </a:lnTo>
                  <a:lnTo>
                    <a:pt x="6619" y="1368"/>
                  </a:lnTo>
                  <a:lnTo>
                    <a:pt x="6741" y="1441"/>
                  </a:lnTo>
                  <a:lnTo>
                    <a:pt x="6838" y="1563"/>
                  </a:lnTo>
                  <a:lnTo>
                    <a:pt x="6863" y="1637"/>
                  </a:lnTo>
                  <a:lnTo>
                    <a:pt x="6863" y="1710"/>
                  </a:lnTo>
                  <a:lnTo>
                    <a:pt x="6863" y="6301"/>
                  </a:lnTo>
                  <a:lnTo>
                    <a:pt x="9061" y="8475"/>
                  </a:lnTo>
                  <a:lnTo>
                    <a:pt x="9110" y="8548"/>
                  </a:lnTo>
                  <a:lnTo>
                    <a:pt x="9134" y="8622"/>
                  </a:lnTo>
                  <a:lnTo>
                    <a:pt x="9159" y="8768"/>
                  </a:lnTo>
                  <a:lnTo>
                    <a:pt x="9134" y="8915"/>
                  </a:lnTo>
                  <a:lnTo>
                    <a:pt x="9110" y="8988"/>
                  </a:lnTo>
                  <a:lnTo>
                    <a:pt x="9061" y="9037"/>
                  </a:lnTo>
                  <a:lnTo>
                    <a:pt x="8988" y="9086"/>
                  </a:lnTo>
                  <a:lnTo>
                    <a:pt x="8914" y="9135"/>
                  </a:lnTo>
                  <a:lnTo>
                    <a:pt x="8768" y="9159"/>
                  </a:lnTo>
                  <a:lnTo>
                    <a:pt x="8621" y="9135"/>
                  </a:lnTo>
                  <a:lnTo>
                    <a:pt x="8548" y="9086"/>
                  </a:lnTo>
                  <a:lnTo>
                    <a:pt x="8499" y="9037"/>
                  </a:lnTo>
                  <a:lnTo>
                    <a:pt x="6203" y="6741"/>
                  </a:lnTo>
                  <a:lnTo>
                    <a:pt x="6130" y="6595"/>
                  </a:lnTo>
                  <a:lnTo>
                    <a:pt x="6081" y="6472"/>
                  </a:lnTo>
                  <a:lnTo>
                    <a:pt x="6081" y="1710"/>
                  </a:lnTo>
                  <a:lnTo>
                    <a:pt x="6081" y="1637"/>
                  </a:lnTo>
                  <a:lnTo>
                    <a:pt x="6106" y="1563"/>
                  </a:lnTo>
                  <a:lnTo>
                    <a:pt x="6203" y="1441"/>
                  </a:lnTo>
                  <a:lnTo>
                    <a:pt x="6326" y="1368"/>
                  </a:lnTo>
                  <a:lnTo>
                    <a:pt x="6399" y="1344"/>
                  </a:lnTo>
                  <a:lnTo>
                    <a:pt x="6472" y="1319"/>
                  </a:lnTo>
                  <a:close/>
                  <a:moveTo>
                    <a:pt x="6228" y="0"/>
                  </a:moveTo>
                  <a:lnTo>
                    <a:pt x="5862" y="25"/>
                  </a:lnTo>
                  <a:lnTo>
                    <a:pt x="5495" y="74"/>
                  </a:lnTo>
                  <a:lnTo>
                    <a:pt x="5129" y="122"/>
                  </a:lnTo>
                  <a:lnTo>
                    <a:pt x="4787" y="220"/>
                  </a:lnTo>
                  <a:lnTo>
                    <a:pt x="4445" y="318"/>
                  </a:lnTo>
                  <a:lnTo>
                    <a:pt x="4103" y="440"/>
                  </a:lnTo>
                  <a:lnTo>
                    <a:pt x="3761" y="586"/>
                  </a:lnTo>
                  <a:lnTo>
                    <a:pt x="3444" y="733"/>
                  </a:lnTo>
                  <a:lnTo>
                    <a:pt x="3639" y="1050"/>
                  </a:lnTo>
                  <a:lnTo>
                    <a:pt x="3663" y="1148"/>
                  </a:lnTo>
                  <a:lnTo>
                    <a:pt x="3663" y="1246"/>
                  </a:lnTo>
                  <a:lnTo>
                    <a:pt x="3615" y="1344"/>
                  </a:lnTo>
                  <a:lnTo>
                    <a:pt x="3541" y="1392"/>
                  </a:lnTo>
                  <a:lnTo>
                    <a:pt x="3493" y="1417"/>
                  </a:lnTo>
                  <a:lnTo>
                    <a:pt x="3370" y="1417"/>
                  </a:lnTo>
                  <a:lnTo>
                    <a:pt x="3297" y="1392"/>
                  </a:lnTo>
                  <a:lnTo>
                    <a:pt x="3248" y="1368"/>
                  </a:lnTo>
                  <a:lnTo>
                    <a:pt x="3224" y="1295"/>
                  </a:lnTo>
                  <a:lnTo>
                    <a:pt x="3028" y="977"/>
                  </a:lnTo>
                  <a:lnTo>
                    <a:pt x="2735" y="1197"/>
                  </a:lnTo>
                  <a:lnTo>
                    <a:pt x="2442" y="1417"/>
                  </a:lnTo>
                  <a:lnTo>
                    <a:pt x="2174" y="1637"/>
                  </a:lnTo>
                  <a:lnTo>
                    <a:pt x="1905" y="1881"/>
                  </a:lnTo>
                  <a:lnTo>
                    <a:pt x="1661" y="2150"/>
                  </a:lnTo>
                  <a:lnTo>
                    <a:pt x="1417" y="2418"/>
                  </a:lnTo>
                  <a:lnTo>
                    <a:pt x="1197" y="2711"/>
                  </a:lnTo>
                  <a:lnTo>
                    <a:pt x="1001" y="3029"/>
                  </a:lnTo>
                  <a:lnTo>
                    <a:pt x="1319" y="3200"/>
                  </a:lnTo>
                  <a:lnTo>
                    <a:pt x="1392" y="3273"/>
                  </a:lnTo>
                  <a:lnTo>
                    <a:pt x="1441" y="3346"/>
                  </a:lnTo>
                  <a:lnTo>
                    <a:pt x="1441" y="3444"/>
                  </a:lnTo>
                  <a:lnTo>
                    <a:pt x="1417" y="3542"/>
                  </a:lnTo>
                  <a:lnTo>
                    <a:pt x="1368" y="3590"/>
                  </a:lnTo>
                  <a:lnTo>
                    <a:pt x="1319" y="3639"/>
                  </a:lnTo>
                  <a:lnTo>
                    <a:pt x="1246" y="3664"/>
                  </a:lnTo>
                  <a:lnTo>
                    <a:pt x="1123" y="3664"/>
                  </a:lnTo>
                  <a:lnTo>
                    <a:pt x="1075" y="3639"/>
                  </a:lnTo>
                  <a:lnTo>
                    <a:pt x="757" y="3444"/>
                  </a:lnTo>
                  <a:lnTo>
                    <a:pt x="586" y="3761"/>
                  </a:lnTo>
                  <a:lnTo>
                    <a:pt x="464" y="4079"/>
                  </a:lnTo>
                  <a:lnTo>
                    <a:pt x="342" y="4421"/>
                  </a:lnTo>
                  <a:lnTo>
                    <a:pt x="220" y="4763"/>
                  </a:lnTo>
                  <a:lnTo>
                    <a:pt x="147" y="5129"/>
                  </a:lnTo>
                  <a:lnTo>
                    <a:pt x="73" y="5471"/>
                  </a:lnTo>
                  <a:lnTo>
                    <a:pt x="24" y="5837"/>
                  </a:lnTo>
                  <a:lnTo>
                    <a:pt x="0" y="6228"/>
                  </a:lnTo>
                  <a:lnTo>
                    <a:pt x="659" y="6228"/>
                  </a:lnTo>
                  <a:lnTo>
                    <a:pt x="757" y="6277"/>
                  </a:lnTo>
                  <a:lnTo>
                    <a:pt x="806" y="6375"/>
                  </a:lnTo>
                  <a:lnTo>
                    <a:pt x="806" y="6472"/>
                  </a:lnTo>
                  <a:lnTo>
                    <a:pt x="806" y="6546"/>
                  </a:lnTo>
                  <a:lnTo>
                    <a:pt x="757" y="6643"/>
                  </a:lnTo>
                  <a:lnTo>
                    <a:pt x="659" y="6692"/>
                  </a:lnTo>
                  <a:lnTo>
                    <a:pt x="562" y="6717"/>
                  </a:lnTo>
                  <a:lnTo>
                    <a:pt x="0" y="6717"/>
                  </a:lnTo>
                  <a:lnTo>
                    <a:pt x="24" y="7083"/>
                  </a:lnTo>
                  <a:lnTo>
                    <a:pt x="73" y="7449"/>
                  </a:lnTo>
                  <a:lnTo>
                    <a:pt x="147" y="7791"/>
                  </a:lnTo>
                  <a:lnTo>
                    <a:pt x="220" y="8158"/>
                  </a:lnTo>
                  <a:lnTo>
                    <a:pt x="342" y="8500"/>
                  </a:lnTo>
                  <a:lnTo>
                    <a:pt x="464" y="8841"/>
                  </a:lnTo>
                  <a:lnTo>
                    <a:pt x="586" y="9159"/>
                  </a:lnTo>
                  <a:lnTo>
                    <a:pt x="757" y="9476"/>
                  </a:lnTo>
                  <a:lnTo>
                    <a:pt x="1075" y="9305"/>
                  </a:lnTo>
                  <a:lnTo>
                    <a:pt x="1172" y="9257"/>
                  </a:lnTo>
                  <a:lnTo>
                    <a:pt x="1270" y="9281"/>
                  </a:lnTo>
                  <a:lnTo>
                    <a:pt x="1343" y="9305"/>
                  </a:lnTo>
                  <a:lnTo>
                    <a:pt x="1417" y="9379"/>
                  </a:lnTo>
                  <a:lnTo>
                    <a:pt x="1441" y="9476"/>
                  </a:lnTo>
                  <a:lnTo>
                    <a:pt x="1441" y="9574"/>
                  </a:lnTo>
                  <a:lnTo>
                    <a:pt x="1392" y="9647"/>
                  </a:lnTo>
                  <a:lnTo>
                    <a:pt x="1319" y="9721"/>
                  </a:lnTo>
                  <a:lnTo>
                    <a:pt x="1001" y="9892"/>
                  </a:lnTo>
                  <a:lnTo>
                    <a:pt x="1197" y="10209"/>
                  </a:lnTo>
                  <a:lnTo>
                    <a:pt x="1417" y="10502"/>
                  </a:lnTo>
                  <a:lnTo>
                    <a:pt x="1661" y="10771"/>
                  </a:lnTo>
                  <a:lnTo>
                    <a:pt x="1905" y="11040"/>
                  </a:lnTo>
                  <a:lnTo>
                    <a:pt x="2174" y="11284"/>
                  </a:lnTo>
                  <a:lnTo>
                    <a:pt x="2442" y="11504"/>
                  </a:lnTo>
                  <a:lnTo>
                    <a:pt x="2735" y="11723"/>
                  </a:lnTo>
                  <a:lnTo>
                    <a:pt x="3028" y="11943"/>
                  </a:lnTo>
                  <a:lnTo>
                    <a:pt x="3224" y="11626"/>
                  </a:lnTo>
                  <a:lnTo>
                    <a:pt x="3273" y="11552"/>
                  </a:lnTo>
                  <a:lnTo>
                    <a:pt x="3370" y="11504"/>
                  </a:lnTo>
                  <a:lnTo>
                    <a:pt x="3468" y="11504"/>
                  </a:lnTo>
                  <a:lnTo>
                    <a:pt x="3541" y="11528"/>
                  </a:lnTo>
                  <a:lnTo>
                    <a:pt x="3615" y="11601"/>
                  </a:lnTo>
                  <a:lnTo>
                    <a:pt x="3663" y="11675"/>
                  </a:lnTo>
                  <a:lnTo>
                    <a:pt x="3663" y="11772"/>
                  </a:lnTo>
                  <a:lnTo>
                    <a:pt x="3639" y="11870"/>
                  </a:lnTo>
                  <a:lnTo>
                    <a:pt x="3444" y="12187"/>
                  </a:lnTo>
                  <a:lnTo>
                    <a:pt x="3761" y="12334"/>
                  </a:lnTo>
                  <a:lnTo>
                    <a:pt x="4103" y="12480"/>
                  </a:lnTo>
                  <a:lnTo>
                    <a:pt x="4445" y="12603"/>
                  </a:lnTo>
                  <a:lnTo>
                    <a:pt x="4787" y="12700"/>
                  </a:lnTo>
                  <a:lnTo>
                    <a:pt x="5129" y="12798"/>
                  </a:lnTo>
                  <a:lnTo>
                    <a:pt x="5495" y="12847"/>
                  </a:lnTo>
                  <a:lnTo>
                    <a:pt x="5862" y="12896"/>
                  </a:lnTo>
                  <a:lnTo>
                    <a:pt x="6228" y="12920"/>
                  </a:lnTo>
                  <a:lnTo>
                    <a:pt x="6228" y="12358"/>
                  </a:lnTo>
                  <a:lnTo>
                    <a:pt x="6252" y="12261"/>
                  </a:lnTo>
                  <a:lnTo>
                    <a:pt x="6301" y="12187"/>
                  </a:lnTo>
                  <a:lnTo>
                    <a:pt x="6374" y="12139"/>
                  </a:lnTo>
                  <a:lnTo>
                    <a:pt x="6472" y="12114"/>
                  </a:lnTo>
                  <a:lnTo>
                    <a:pt x="6570" y="12139"/>
                  </a:lnTo>
                  <a:lnTo>
                    <a:pt x="6643" y="12187"/>
                  </a:lnTo>
                  <a:lnTo>
                    <a:pt x="6692" y="12261"/>
                  </a:lnTo>
                  <a:lnTo>
                    <a:pt x="6716" y="12358"/>
                  </a:lnTo>
                  <a:lnTo>
                    <a:pt x="6716" y="12920"/>
                  </a:lnTo>
                  <a:lnTo>
                    <a:pt x="7083" y="12896"/>
                  </a:lnTo>
                  <a:lnTo>
                    <a:pt x="7449" y="12847"/>
                  </a:lnTo>
                  <a:lnTo>
                    <a:pt x="7815" y="12798"/>
                  </a:lnTo>
                  <a:lnTo>
                    <a:pt x="8157" y="12700"/>
                  </a:lnTo>
                  <a:lnTo>
                    <a:pt x="8499" y="12603"/>
                  </a:lnTo>
                  <a:lnTo>
                    <a:pt x="8841" y="12480"/>
                  </a:lnTo>
                  <a:lnTo>
                    <a:pt x="9183" y="12334"/>
                  </a:lnTo>
                  <a:lnTo>
                    <a:pt x="9501" y="12187"/>
                  </a:lnTo>
                  <a:lnTo>
                    <a:pt x="9305" y="11870"/>
                  </a:lnTo>
                  <a:lnTo>
                    <a:pt x="9281" y="11772"/>
                  </a:lnTo>
                  <a:lnTo>
                    <a:pt x="9281" y="11675"/>
                  </a:lnTo>
                  <a:lnTo>
                    <a:pt x="9330" y="11601"/>
                  </a:lnTo>
                  <a:lnTo>
                    <a:pt x="9403" y="11528"/>
                  </a:lnTo>
                  <a:lnTo>
                    <a:pt x="9476" y="11504"/>
                  </a:lnTo>
                  <a:lnTo>
                    <a:pt x="9574" y="11504"/>
                  </a:lnTo>
                  <a:lnTo>
                    <a:pt x="9672" y="11552"/>
                  </a:lnTo>
                  <a:lnTo>
                    <a:pt x="9720" y="11626"/>
                  </a:lnTo>
                  <a:lnTo>
                    <a:pt x="9916" y="11943"/>
                  </a:lnTo>
                  <a:lnTo>
                    <a:pt x="10209" y="11723"/>
                  </a:lnTo>
                  <a:lnTo>
                    <a:pt x="10502" y="11504"/>
                  </a:lnTo>
                  <a:lnTo>
                    <a:pt x="10771" y="11284"/>
                  </a:lnTo>
                  <a:lnTo>
                    <a:pt x="11039" y="11040"/>
                  </a:lnTo>
                  <a:lnTo>
                    <a:pt x="11283" y="10771"/>
                  </a:lnTo>
                  <a:lnTo>
                    <a:pt x="11528" y="10502"/>
                  </a:lnTo>
                  <a:lnTo>
                    <a:pt x="11747" y="10209"/>
                  </a:lnTo>
                  <a:lnTo>
                    <a:pt x="11943" y="9892"/>
                  </a:lnTo>
                  <a:lnTo>
                    <a:pt x="11625" y="9721"/>
                  </a:lnTo>
                  <a:lnTo>
                    <a:pt x="11552" y="9647"/>
                  </a:lnTo>
                  <a:lnTo>
                    <a:pt x="11503" y="9574"/>
                  </a:lnTo>
                  <a:lnTo>
                    <a:pt x="11503" y="9476"/>
                  </a:lnTo>
                  <a:lnTo>
                    <a:pt x="11528" y="9379"/>
                  </a:lnTo>
                  <a:lnTo>
                    <a:pt x="11601" y="9305"/>
                  </a:lnTo>
                  <a:lnTo>
                    <a:pt x="11674" y="9281"/>
                  </a:lnTo>
                  <a:lnTo>
                    <a:pt x="11772" y="9257"/>
                  </a:lnTo>
                  <a:lnTo>
                    <a:pt x="11870" y="9305"/>
                  </a:lnTo>
                  <a:lnTo>
                    <a:pt x="12187" y="9476"/>
                  </a:lnTo>
                  <a:lnTo>
                    <a:pt x="12358" y="9159"/>
                  </a:lnTo>
                  <a:lnTo>
                    <a:pt x="12480" y="8841"/>
                  </a:lnTo>
                  <a:lnTo>
                    <a:pt x="12602" y="8500"/>
                  </a:lnTo>
                  <a:lnTo>
                    <a:pt x="12724" y="8158"/>
                  </a:lnTo>
                  <a:lnTo>
                    <a:pt x="12798" y="7791"/>
                  </a:lnTo>
                  <a:lnTo>
                    <a:pt x="12871" y="7449"/>
                  </a:lnTo>
                  <a:lnTo>
                    <a:pt x="12920" y="7083"/>
                  </a:lnTo>
                  <a:lnTo>
                    <a:pt x="12944" y="6717"/>
                  </a:lnTo>
                  <a:lnTo>
                    <a:pt x="12382" y="6717"/>
                  </a:lnTo>
                  <a:lnTo>
                    <a:pt x="12285" y="6692"/>
                  </a:lnTo>
                  <a:lnTo>
                    <a:pt x="12187" y="6643"/>
                  </a:lnTo>
                  <a:lnTo>
                    <a:pt x="12138" y="6546"/>
                  </a:lnTo>
                  <a:lnTo>
                    <a:pt x="12138" y="6472"/>
                  </a:lnTo>
                  <a:lnTo>
                    <a:pt x="12138" y="6375"/>
                  </a:lnTo>
                  <a:lnTo>
                    <a:pt x="12187" y="6277"/>
                  </a:lnTo>
                  <a:lnTo>
                    <a:pt x="12285" y="6228"/>
                  </a:lnTo>
                  <a:lnTo>
                    <a:pt x="12944" y="6228"/>
                  </a:lnTo>
                  <a:lnTo>
                    <a:pt x="12920" y="5837"/>
                  </a:lnTo>
                  <a:lnTo>
                    <a:pt x="12871" y="5471"/>
                  </a:lnTo>
                  <a:lnTo>
                    <a:pt x="12798" y="5129"/>
                  </a:lnTo>
                  <a:lnTo>
                    <a:pt x="12724" y="4763"/>
                  </a:lnTo>
                  <a:lnTo>
                    <a:pt x="12602" y="4421"/>
                  </a:lnTo>
                  <a:lnTo>
                    <a:pt x="12480" y="4079"/>
                  </a:lnTo>
                  <a:lnTo>
                    <a:pt x="12358" y="3761"/>
                  </a:lnTo>
                  <a:lnTo>
                    <a:pt x="12187" y="3444"/>
                  </a:lnTo>
                  <a:lnTo>
                    <a:pt x="11870" y="3639"/>
                  </a:lnTo>
                  <a:lnTo>
                    <a:pt x="11821" y="3664"/>
                  </a:lnTo>
                  <a:lnTo>
                    <a:pt x="11699" y="3664"/>
                  </a:lnTo>
                  <a:lnTo>
                    <a:pt x="11625" y="3639"/>
                  </a:lnTo>
                  <a:lnTo>
                    <a:pt x="11577" y="3590"/>
                  </a:lnTo>
                  <a:lnTo>
                    <a:pt x="11528" y="3542"/>
                  </a:lnTo>
                  <a:lnTo>
                    <a:pt x="11503" y="3444"/>
                  </a:lnTo>
                  <a:lnTo>
                    <a:pt x="11503" y="3346"/>
                  </a:lnTo>
                  <a:lnTo>
                    <a:pt x="11552" y="3273"/>
                  </a:lnTo>
                  <a:lnTo>
                    <a:pt x="11625" y="3200"/>
                  </a:lnTo>
                  <a:lnTo>
                    <a:pt x="11943" y="3029"/>
                  </a:lnTo>
                  <a:lnTo>
                    <a:pt x="11747" y="2711"/>
                  </a:lnTo>
                  <a:lnTo>
                    <a:pt x="11528" y="2418"/>
                  </a:lnTo>
                  <a:lnTo>
                    <a:pt x="11283" y="2150"/>
                  </a:lnTo>
                  <a:lnTo>
                    <a:pt x="11039" y="1881"/>
                  </a:lnTo>
                  <a:lnTo>
                    <a:pt x="10771" y="1637"/>
                  </a:lnTo>
                  <a:lnTo>
                    <a:pt x="10502" y="1417"/>
                  </a:lnTo>
                  <a:lnTo>
                    <a:pt x="10209" y="1197"/>
                  </a:lnTo>
                  <a:lnTo>
                    <a:pt x="9916" y="977"/>
                  </a:lnTo>
                  <a:lnTo>
                    <a:pt x="9720" y="1295"/>
                  </a:lnTo>
                  <a:lnTo>
                    <a:pt x="9696" y="1368"/>
                  </a:lnTo>
                  <a:lnTo>
                    <a:pt x="9647" y="1392"/>
                  </a:lnTo>
                  <a:lnTo>
                    <a:pt x="9574" y="1417"/>
                  </a:lnTo>
                  <a:lnTo>
                    <a:pt x="9452" y="1417"/>
                  </a:lnTo>
                  <a:lnTo>
                    <a:pt x="9403" y="1392"/>
                  </a:lnTo>
                  <a:lnTo>
                    <a:pt x="9330" y="1344"/>
                  </a:lnTo>
                  <a:lnTo>
                    <a:pt x="9281" y="1246"/>
                  </a:lnTo>
                  <a:lnTo>
                    <a:pt x="9281" y="1148"/>
                  </a:lnTo>
                  <a:lnTo>
                    <a:pt x="9305" y="1050"/>
                  </a:lnTo>
                  <a:lnTo>
                    <a:pt x="9501" y="733"/>
                  </a:lnTo>
                  <a:lnTo>
                    <a:pt x="9183" y="586"/>
                  </a:lnTo>
                  <a:lnTo>
                    <a:pt x="8841" y="440"/>
                  </a:lnTo>
                  <a:lnTo>
                    <a:pt x="8499" y="318"/>
                  </a:lnTo>
                  <a:lnTo>
                    <a:pt x="8157" y="220"/>
                  </a:lnTo>
                  <a:lnTo>
                    <a:pt x="7815" y="122"/>
                  </a:lnTo>
                  <a:lnTo>
                    <a:pt x="7449" y="74"/>
                  </a:lnTo>
                  <a:lnTo>
                    <a:pt x="7083" y="25"/>
                  </a:lnTo>
                  <a:lnTo>
                    <a:pt x="6716" y="0"/>
                  </a:lnTo>
                  <a:lnTo>
                    <a:pt x="6716" y="562"/>
                  </a:lnTo>
                  <a:lnTo>
                    <a:pt x="6692" y="660"/>
                  </a:lnTo>
                  <a:lnTo>
                    <a:pt x="6643" y="733"/>
                  </a:lnTo>
                  <a:lnTo>
                    <a:pt x="6570" y="782"/>
                  </a:lnTo>
                  <a:lnTo>
                    <a:pt x="6472" y="806"/>
                  </a:lnTo>
                  <a:lnTo>
                    <a:pt x="6374" y="782"/>
                  </a:lnTo>
                  <a:lnTo>
                    <a:pt x="6301" y="733"/>
                  </a:lnTo>
                  <a:lnTo>
                    <a:pt x="6252" y="660"/>
                  </a:lnTo>
                  <a:lnTo>
                    <a:pt x="6228" y="562"/>
                  </a:lnTo>
                  <a:lnTo>
                    <a:pt x="62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51" name="Google Shape;743;p47">
            <a:extLst>
              <a:ext uri="{FF2B5EF4-FFF2-40B4-BE49-F238E27FC236}">
                <a16:creationId xmlns:a16="http://schemas.microsoft.com/office/drawing/2014/main" xmlns="" id="{FC25FA9C-4449-6A8B-D4A0-1F5CD66F35C1}"/>
              </a:ext>
            </a:extLst>
          </p:cNvPr>
          <p:cNvGrpSpPr/>
          <p:nvPr/>
        </p:nvGrpSpPr>
        <p:grpSpPr>
          <a:xfrm>
            <a:off x="3580445" y="2669109"/>
            <a:ext cx="205462" cy="248675"/>
            <a:chOff x="584925" y="922575"/>
            <a:chExt cx="415200" cy="502525"/>
          </a:xfrm>
        </p:grpSpPr>
        <p:sp>
          <p:nvSpPr>
            <p:cNvPr id="52" name="Google Shape;744;p47">
              <a:extLst>
                <a:ext uri="{FF2B5EF4-FFF2-40B4-BE49-F238E27FC236}">
                  <a16:creationId xmlns:a16="http://schemas.microsoft.com/office/drawing/2014/main" xmlns="" id="{E8261775-7901-8A40-D584-294FD16C6001}"/>
                </a:ext>
              </a:extLst>
            </p:cNvPr>
            <p:cNvSpPr/>
            <p:nvPr/>
          </p:nvSpPr>
          <p:spPr>
            <a:xfrm>
              <a:off x="584925" y="961025"/>
              <a:ext cx="378575" cy="464075"/>
            </a:xfrm>
            <a:custGeom>
              <a:avLst/>
              <a:gdLst/>
              <a:ahLst/>
              <a:cxnLst/>
              <a:rect l="l" t="t" r="r" b="b"/>
              <a:pathLst>
                <a:path w="15143" h="18563" extrusionOk="0">
                  <a:moveTo>
                    <a:pt x="782" y="1"/>
                  </a:moveTo>
                  <a:lnTo>
                    <a:pt x="635" y="25"/>
                  </a:lnTo>
                  <a:lnTo>
                    <a:pt x="489" y="50"/>
                  </a:lnTo>
                  <a:lnTo>
                    <a:pt x="342" y="123"/>
                  </a:lnTo>
                  <a:lnTo>
                    <a:pt x="220" y="196"/>
                  </a:lnTo>
                  <a:lnTo>
                    <a:pt x="122" y="294"/>
                  </a:lnTo>
                  <a:lnTo>
                    <a:pt x="73" y="416"/>
                  </a:lnTo>
                  <a:lnTo>
                    <a:pt x="24" y="563"/>
                  </a:lnTo>
                  <a:lnTo>
                    <a:pt x="0" y="709"/>
                  </a:lnTo>
                  <a:lnTo>
                    <a:pt x="0" y="17708"/>
                  </a:lnTo>
                  <a:lnTo>
                    <a:pt x="24" y="17879"/>
                  </a:lnTo>
                  <a:lnTo>
                    <a:pt x="73" y="18025"/>
                  </a:lnTo>
                  <a:lnTo>
                    <a:pt x="122" y="18172"/>
                  </a:lnTo>
                  <a:lnTo>
                    <a:pt x="220" y="18294"/>
                  </a:lnTo>
                  <a:lnTo>
                    <a:pt x="342" y="18416"/>
                  </a:lnTo>
                  <a:lnTo>
                    <a:pt x="489" y="18489"/>
                  </a:lnTo>
                  <a:lnTo>
                    <a:pt x="635" y="18538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8"/>
                  </a:lnTo>
                  <a:lnTo>
                    <a:pt x="14654" y="18489"/>
                  </a:lnTo>
                  <a:lnTo>
                    <a:pt x="14800" y="18416"/>
                  </a:lnTo>
                  <a:lnTo>
                    <a:pt x="14923" y="18294"/>
                  </a:lnTo>
                  <a:lnTo>
                    <a:pt x="15020" y="18172"/>
                  </a:lnTo>
                  <a:lnTo>
                    <a:pt x="15069" y="18025"/>
                  </a:lnTo>
                  <a:lnTo>
                    <a:pt x="15118" y="17879"/>
                  </a:lnTo>
                  <a:lnTo>
                    <a:pt x="15142" y="17708"/>
                  </a:lnTo>
                  <a:lnTo>
                    <a:pt x="15142" y="17586"/>
                  </a:lnTo>
                  <a:lnTo>
                    <a:pt x="1759" y="17586"/>
                  </a:lnTo>
                  <a:lnTo>
                    <a:pt x="1612" y="17561"/>
                  </a:lnTo>
                  <a:lnTo>
                    <a:pt x="1465" y="17512"/>
                  </a:lnTo>
                  <a:lnTo>
                    <a:pt x="1319" y="17439"/>
                  </a:lnTo>
                  <a:lnTo>
                    <a:pt x="1197" y="17317"/>
                  </a:lnTo>
                  <a:lnTo>
                    <a:pt x="1099" y="17195"/>
                  </a:lnTo>
                  <a:lnTo>
                    <a:pt x="1050" y="17048"/>
                  </a:lnTo>
                  <a:lnTo>
                    <a:pt x="1001" y="16902"/>
                  </a:lnTo>
                  <a:lnTo>
                    <a:pt x="977" y="16731"/>
                  </a:lnTo>
                  <a:lnTo>
                    <a:pt x="9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3" name="Google Shape;745;p47">
              <a:extLst>
                <a:ext uri="{FF2B5EF4-FFF2-40B4-BE49-F238E27FC236}">
                  <a16:creationId xmlns:a16="http://schemas.microsoft.com/office/drawing/2014/main" xmlns="" id="{DD7E28DC-DC00-08C8-4E12-F0566BB82137}"/>
                </a:ext>
              </a:extLst>
            </p:cNvPr>
            <p:cNvSpPr/>
            <p:nvPr/>
          </p:nvSpPr>
          <p:spPr>
            <a:xfrm>
              <a:off x="621550" y="922575"/>
              <a:ext cx="378575" cy="464050"/>
            </a:xfrm>
            <a:custGeom>
              <a:avLst/>
              <a:gdLst/>
              <a:ahLst/>
              <a:cxnLst/>
              <a:rect l="l" t="t" r="r" b="b"/>
              <a:pathLst>
                <a:path w="15143" h="18562" extrusionOk="0">
                  <a:moveTo>
                    <a:pt x="13140" y="6472"/>
                  </a:moveTo>
                  <a:lnTo>
                    <a:pt x="13238" y="6497"/>
                  </a:lnTo>
                  <a:lnTo>
                    <a:pt x="13311" y="6546"/>
                  </a:lnTo>
                  <a:lnTo>
                    <a:pt x="13360" y="6619"/>
                  </a:lnTo>
                  <a:lnTo>
                    <a:pt x="13384" y="6717"/>
                  </a:lnTo>
                  <a:lnTo>
                    <a:pt x="13360" y="6814"/>
                  </a:lnTo>
                  <a:lnTo>
                    <a:pt x="13311" y="6888"/>
                  </a:lnTo>
                  <a:lnTo>
                    <a:pt x="13238" y="6936"/>
                  </a:lnTo>
                  <a:lnTo>
                    <a:pt x="13140" y="6961"/>
                  </a:lnTo>
                  <a:lnTo>
                    <a:pt x="2003" y="6961"/>
                  </a:lnTo>
                  <a:lnTo>
                    <a:pt x="1905" y="6936"/>
                  </a:lnTo>
                  <a:lnTo>
                    <a:pt x="1832" y="6888"/>
                  </a:lnTo>
                  <a:lnTo>
                    <a:pt x="1783" y="6814"/>
                  </a:lnTo>
                  <a:lnTo>
                    <a:pt x="1759" y="6717"/>
                  </a:lnTo>
                  <a:lnTo>
                    <a:pt x="1783" y="6619"/>
                  </a:lnTo>
                  <a:lnTo>
                    <a:pt x="1832" y="6546"/>
                  </a:lnTo>
                  <a:lnTo>
                    <a:pt x="1905" y="6497"/>
                  </a:lnTo>
                  <a:lnTo>
                    <a:pt x="2003" y="6472"/>
                  </a:lnTo>
                  <a:close/>
                  <a:moveTo>
                    <a:pt x="13238" y="8793"/>
                  </a:moveTo>
                  <a:lnTo>
                    <a:pt x="13311" y="8866"/>
                  </a:lnTo>
                  <a:lnTo>
                    <a:pt x="13360" y="8939"/>
                  </a:lnTo>
                  <a:lnTo>
                    <a:pt x="13384" y="9037"/>
                  </a:lnTo>
                  <a:lnTo>
                    <a:pt x="13360" y="9135"/>
                  </a:lnTo>
                  <a:lnTo>
                    <a:pt x="13311" y="9208"/>
                  </a:lnTo>
                  <a:lnTo>
                    <a:pt x="13238" y="9257"/>
                  </a:lnTo>
                  <a:lnTo>
                    <a:pt x="13140" y="9281"/>
                  </a:lnTo>
                  <a:lnTo>
                    <a:pt x="2003" y="9281"/>
                  </a:lnTo>
                  <a:lnTo>
                    <a:pt x="1905" y="9257"/>
                  </a:lnTo>
                  <a:lnTo>
                    <a:pt x="1832" y="9208"/>
                  </a:lnTo>
                  <a:lnTo>
                    <a:pt x="1783" y="9135"/>
                  </a:lnTo>
                  <a:lnTo>
                    <a:pt x="1759" y="9037"/>
                  </a:lnTo>
                  <a:lnTo>
                    <a:pt x="1783" y="8939"/>
                  </a:lnTo>
                  <a:lnTo>
                    <a:pt x="1832" y="8866"/>
                  </a:lnTo>
                  <a:lnTo>
                    <a:pt x="1905" y="8793"/>
                  </a:lnTo>
                  <a:close/>
                  <a:moveTo>
                    <a:pt x="13140" y="11088"/>
                  </a:moveTo>
                  <a:lnTo>
                    <a:pt x="13238" y="11113"/>
                  </a:lnTo>
                  <a:lnTo>
                    <a:pt x="13311" y="11162"/>
                  </a:lnTo>
                  <a:lnTo>
                    <a:pt x="13360" y="11235"/>
                  </a:lnTo>
                  <a:lnTo>
                    <a:pt x="13384" y="11333"/>
                  </a:lnTo>
                  <a:lnTo>
                    <a:pt x="13360" y="11430"/>
                  </a:lnTo>
                  <a:lnTo>
                    <a:pt x="13311" y="11504"/>
                  </a:lnTo>
                  <a:lnTo>
                    <a:pt x="13238" y="11552"/>
                  </a:lnTo>
                  <a:lnTo>
                    <a:pt x="13140" y="11577"/>
                  </a:lnTo>
                  <a:lnTo>
                    <a:pt x="2003" y="11577"/>
                  </a:lnTo>
                  <a:lnTo>
                    <a:pt x="1905" y="11552"/>
                  </a:lnTo>
                  <a:lnTo>
                    <a:pt x="1832" y="11504"/>
                  </a:lnTo>
                  <a:lnTo>
                    <a:pt x="1783" y="11430"/>
                  </a:lnTo>
                  <a:lnTo>
                    <a:pt x="1759" y="11333"/>
                  </a:lnTo>
                  <a:lnTo>
                    <a:pt x="1783" y="11235"/>
                  </a:lnTo>
                  <a:lnTo>
                    <a:pt x="1832" y="11162"/>
                  </a:lnTo>
                  <a:lnTo>
                    <a:pt x="1905" y="11113"/>
                  </a:lnTo>
                  <a:lnTo>
                    <a:pt x="2003" y="11088"/>
                  </a:lnTo>
                  <a:close/>
                  <a:moveTo>
                    <a:pt x="8255" y="13409"/>
                  </a:moveTo>
                  <a:lnTo>
                    <a:pt x="8353" y="13433"/>
                  </a:lnTo>
                  <a:lnTo>
                    <a:pt x="8426" y="13482"/>
                  </a:lnTo>
                  <a:lnTo>
                    <a:pt x="8475" y="13555"/>
                  </a:lnTo>
                  <a:lnTo>
                    <a:pt x="8500" y="13653"/>
                  </a:lnTo>
                  <a:lnTo>
                    <a:pt x="8475" y="13750"/>
                  </a:lnTo>
                  <a:lnTo>
                    <a:pt x="8426" y="13824"/>
                  </a:lnTo>
                  <a:lnTo>
                    <a:pt x="8353" y="13873"/>
                  </a:lnTo>
                  <a:lnTo>
                    <a:pt x="8255" y="13897"/>
                  </a:lnTo>
                  <a:lnTo>
                    <a:pt x="2003" y="13897"/>
                  </a:lnTo>
                  <a:lnTo>
                    <a:pt x="1905" y="13873"/>
                  </a:lnTo>
                  <a:lnTo>
                    <a:pt x="1832" y="13824"/>
                  </a:lnTo>
                  <a:lnTo>
                    <a:pt x="1783" y="13750"/>
                  </a:lnTo>
                  <a:lnTo>
                    <a:pt x="1759" y="13653"/>
                  </a:lnTo>
                  <a:lnTo>
                    <a:pt x="1783" y="13555"/>
                  </a:lnTo>
                  <a:lnTo>
                    <a:pt x="1832" y="13482"/>
                  </a:lnTo>
                  <a:lnTo>
                    <a:pt x="1905" y="13433"/>
                  </a:lnTo>
                  <a:lnTo>
                    <a:pt x="2003" y="13409"/>
                  </a:lnTo>
                  <a:close/>
                  <a:moveTo>
                    <a:pt x="635" y="0"/>
                  </a:moveTo>
                  <a:lnTo>
                    <a:pt x="489" y="49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3" y="342"/>
                  </a:lnTo>
                  <a:lnTo>
                    <a:pt x="74" y="464"/>
                  </a:lnTo>
                  <a:lnTo>
                    <a:pt x="25" y="611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5" y="17927"/>
                  </a:lnTo>
                  <a:lnTo>
                    <a:pt x="74" y="18073"/>
                  </a:lnTo>
                  <a:lnTo>
                    <a:pt x="123" y="18195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95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3" y="17780"/>
                  </a:lnTo>
                  <a:lnTo>
                    <a:pt x="15143" y="3859"/>
                  </a:lnTo>
                  <a:lnTo>
                    <a:pt x="12554" y="3859"/>
                  </a:lnTo>
                  <a:lnTo>
                    <a:pt x="12285" y="3835"/>
                  </a:lnTo>
                  <a:lnTo>
                    <a:pt x="12065" y="3761"/>
                  </a:lnTo>
                  <a:lnTo>
                    <a:pt x="11846" y="3639"/>
                  </a:lnTo>
                  <a:lnTo>
                    <a:pt x="11650" y="3468"/>
                  </a:lnTo>
                  <a:lnTo>
                    <a:pt x="11504" y="3297"/>
                  </a:lnTo>
                  <a:lnTo>
                    <a:pt x="11382" y="3078"/>
                  </a:lnTo>
                  <a:lnTo>
                    <a:pt x="11308" y="2833"/>
                  </a:lnTo>
                  <a:lnTo>
                    <a:pt x="11284" y="2589"/>
                  </a:lnTo>
                  <a:lnTo>
                    <a:pt x="112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4" name="Google Shape;746;p47">
              <a:extLst>
                <a:ext uri="{FF2B5EF4-FFF2-40B4-BE49-F238E27FC236}">
                  <a16:creationId xmlns:a16="http://schemas.microsoft.com/office/drawing/2014/main" xmlns="" id="{48BE1C7C-664C-55F9-48CD-D6262E1360F1}"/>
                </a:ext>
              </a:extLst>
            </p:cNvPr>
            <p:cNvSpPr/>
            <p:nvPr/>
          </p:nvSpPr>
          <p:spPr>
            <a:xfrm>
              <a:off x="915850" y="922575"/>
              <a:ext cx="84275" cy="84275"/>
            </a:xfrm>
            <a:custGeom>
              <a:avLst/>
              <a:gdLst/>
              <a:ahLst/>
              <a:cxnLst/>
              <a:rect l="l" t="t" r="r" b="b"/>
              <a:pathLst>
                <a:path w="3371" h="3371" extrusionOk="0">
                  <a:moveTo>
                    <a:pt x="0" y="0"/>
                  </a:moveTo>
                  <a:lnTo>
                    <a:pt x="0" y="2589"/>
                  </a:lnTo>
                  <a:lnTo>
                    <a:pt x="0" y="2736"/>
                  </a:lnTo>
                  <a:lnTo>
                    <a:pt x="49" y="2882"/>
                  </a:lnTo>
                  <a:lnTo>
                    <a:pt x="122" y="3029"/>
                  </a:lnTo>
                  <a:lnTo>
                    <a:pt x="220" y="3126"/>
                  </a:lnTo>
                  <a:lnTo>
                    <a:pt x="342" y="3224"/>
                  </a:lnTo>
                  <a:lnTo>
                    <a:pt x="464" y="3297"/>
                  </a:lnTo>
                  <a:lnTo>
                    <a:pt x="611" y="3346"/>
                  </a:lnTo>
                  <a:lnTo>
                    <a:pt x="782" y="3371"/>
                  </a:lnTo>
                  <a:lnTo>
                    <a:pt x="3371" y="3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55" name="Google Shape;747;p47">
            <a:extLst>
              <a:ext uri="{FF2B5EF4-FFF2-40B4-BE49-F238E27FC236}">
                <a16:creationId xmlns:a16="http://schemas.microsoft.com/office/drawing/2014/main" xmlns="" id="{C3F96230-DA0E-A5A9-88A2-14F2BC448162}"/>
              </a:ext>
            </a:extLst>
          </p:cNvPr>
          <p:cNvGrpSpPr/>
          <p:nvPr/>
        </p:nvGrpSpPr>
        <p:grpSpPr>
          <a:xfrm>
            <a:off x="3907966" y="2663367"/>
            <a:ext cx="217561" cy="259252"/>
            <a:chOff x="1246775" y="910975"/>
            <a:chExt cx="439650" cy="523900"/>
          </a:xfrm>
        </p:grpSpPr>
        <p:sp>
          <p:nvSpPr>
            <p:cNvPr id="56" name="Google Shape;748;p47">
              <a:extLst>
                <a:ext uri="{FF2B5EF4-FFF2-40B4-BE49-F238E27FC236}">
                  <a16:creationId xmlns:a16="http://schemas.microsoft.com/office/drawing/2014/main" xmlns="" id="{5262C9D0-77FC-CEDD-76E0-BCC6AAFB9279}"/>
                </a:ext>
              </a:extLst>
            </p:cNvPr>
            <p:cNvSpPr/>
            <p:nvPr/>
          </p:nvSpPr>
          <p:spPr>
            <a:xfrm>
              <a:off x="1246775" y="970800"/>
              <a:ext cx="378575" cy="464075"/>
            </a:xfrm>
            <a:custGeom>
              <a:avLst/>
              <a:gdLst/>
              <a:ahLst/>
              <a:cxnLst/>
              <a:rect l="l" t="t" r="r" b="b"/>
              <a:pathLst>
                <a:path w="15143" h="18563" extrusionOk="0">
                  <a:moveTo>
                    <a:pt x="782" y="1"/>
                  </a:moveTo>
                  <a:lnTo>
                    <a:pt x="636" y="25"/>
                  </a:lnTo>
                  <a:lnTo>
                    <a:pt x="489" y="50"/>
                  </a:lnTo>
                  <a:lnTo>
                    <a:pt x="343" y="123"/>
                  </a:lnTo>
                  <a:lnTo>
                    <a:pt x="220" y="221"/>
                  </a:lnTo>
                  <a:lnTo>
                    <a:pt x="123" y="318"/>
                  </a:lnTo>
                  <a:lnTo>
                    <a:pt x="74" y="465"/>
                  </a:lnTo>
                  <a:lnTo>
                    <a:pt x="25" y="587"/>
                  </a:lnTo>
                  <a:lnTo>
                    <a:pt x="1" y="758"/>
                  </a:lnTo>
                  <a:lnTo>
                    <a:pt x="1" y="17756"/>
                  </a:lnTo>
                  <a:lnTo>
                    <a:pt x="25" y="17903"/>
                  </a:lnTo>
                  <a:lnTo>
                    <a:pt x="74" y="18049"/>
                  </a:lnTo>
                  <a:lnTo>
                    <a:pt x="123" y="18196"/>
                  </a:lnTo>
                  <a:lnTo>
                    <a:pt x="220" y="18318"/>
                  </a:lnTo>
                  <a:lnTo>
                    <a:pt x="343" y="18416"/>
                  </a:lnTo>
                  <a:lnTo>
                    <a:pt x="489" y="18489"/>
                  </a:lnTo>
                  <a:lnTo>
                    <a:pt x="636" y="18538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8"/>
                  </a:lnTo>
                  <a:lnTo>
                    <a:pt x="14654" y="18489"/>
                  </a:lnTo>
                  <a:lnTo>
                    <a:pt x="14801" y="18416"/>
                  </a:lnTo>
                  <a:lnTo>
                    <a:pt x="14923" y="18318"/>
                  </a:lnTo>
                  <a:lnTo>
                    <a:pt x="15021" y="18196"/>
                  </a:lnTo>
                  <a:lnTo>
                    <a:pt x="15070" y="18049"/>
                  </a:lnTo>
                  <a:lnTo>
                    <a:pt x="15118" y="17903"/>
                  </a:lnTo>
                  <a:lnTo>
                    <a:pt x="15143" y="17756"/>
                  </a:lnTo>
                  <a:lnTo>
                    <a:pt x="15143" y="16608"/>
                  </a:lnTo>
                  <a:lnTo>
                    <a:pt x="2736" y="16608"/>
                  </a:lnTo>
                  <a:lnTo>
                    <a:pt x="2589" y="16584"/>
                  </a:lnTo>
                  <a:lnTo>
                    <a:pt x="2443" y="16535"/>
                  </a:lnTo>
                  <a:lnTo>
                    <a:pt x="2296" y="16462"/>
                  </a:lnTo>
                  <a:lnTo>
                    <a:pt x="2174" y="16364"/>
                  </a:lnTo>
                  <a:lnTo>
                    <a:pt x="2077" y="16242"/>
                  </a:lnTo>
                  <a:lnTo>
                    <a:pt x="2028" y="16096"/>
                  </a:lnTo>
                  <a:lnTo>
                    <a:pt x="1979" y="15949"/>
                  </a:lnTo>
                  <a:lnTo>
                    <a:pt x="1954" y="15802"/>
                  </a:lnTo>
                  <a:lnTo>
                    <a:pt x="195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7" name="Google Shape;749;p47">
              <a:extLst>
                <a:ext uri="{FF2B5EF4-FFF2-40B4-BE49-F238E27FC236}">
                  <a16:creationId xmlns:a16="http://schemas.microsoft.com/office/drawing/2014/main" xmlns="" id="{5E35E058-5BAE-5EBB-82AB-04A8DE37E2C1}"/>
                </a:ext>
              </a:extLst>
            </p:cNvPr>
            <p:cNvSpPr/>
            <p:nvPr/>
          </p:nvSpPr>
          <p:spPr>
            <a:xfrm>
              <a:off x="1307825" y="910975"/>
              <a:ext cx="378600" cy="464050"/>
            </a:xfrm>
            <a:custGeom>
              <a:avLst/>
              <a:gdLst/>
              <a:ahLst/>
              <a:cxnLst/>
              <a:rect l="l" t="t" r="r" b="b"/>
              <a:pathLst>
                <a:path w="15144" h="18562" extrusionOk="0">
                  <a:moveTo>
                    <a:pt x="782" y="0"/>
                  </a:moveTo>
                  <a:lnTo>
                    <a:pt x="636" y="25"/>
                  </a:lnTo>
                  <a:lnTo>
                    <a:pt x="489" y="74"/>
                  </a:lnTo>
                  <a:lnTo>
                    <a:pt x="343" y="147"/>
                  </a:lnTo>
                  <a:lnTo>
                    <a:pt x="221" y="244"/>
                  </a:lnTo>
                  <a:lnTo>
                    <a:pt x="123" y="342"/>
                  </a:lnTo>
                  <a:lnTo>
                    <a:pt x="74" y="489"/>
                  </a:lnTo>
                  <a:lnTo>
                    <a:pt x="25" y="635"/>
                  </a:lnTo>
                  <a:lnTo>
                    <a:pt x="1" y="782"/>
                  </a:lnTo>
                  <a:lnTo>
                    <a:pt x="1" y="17780"/>
                  </a:lnTo>
                  <a:lnTo>
                    <a:pt x="25" y="17951"/>
                  </a:lnTo>
                  <a:lnTo>
                    <a:pt x="74" y="18098"/>
                  </a:lnTo>
                  <a:lnTo>
                    <a:pt x="123" y="18220"/>
                  </a:lnTo>
                  <a:lnTo>
                    <a:pt x="221" y="18342"/>
                  </a:lnTo>
                  <a:lnTo>
                    <a:pt x="343" y="18440"/>
                  </a:lnTo>
                  <a:lnTo>
                    <a:pt x="489" y="18513"/>
                  </a:lnTo>
                  <a:lnTo>
                    <a:pt x="636" y="18562"/>
                  </a:lnTo>
                  <a:lnTo>
                    <a:pt x="14508" y="18562"/>
                  </a:lnTo>
                  <a:lnTo>
                    <a:pt x="14655" y="18513"/>
                  </a:lnTo>
                  <a:lnTo>
                    <a:pt x="14801" y="18440"/>
                  </a:lnTo>
                  <a:lnTo>
                    <a:pt x="14923" y="18342"/>
                  </a:lnTo>
                  <a:lnTo>
                    <a:pt x="15021" y="18220"/>
                  </a:lnTo>
                  <a:lnTo>
                    <a:pt x="15070" y="18098"/>
                  </a:lnTo>
                  <a:lnTo>
                    <a:pt x="15119" y="17951"/>
                  </a:lnTo>
                  <a:lnTo>
                    <a:pt x="15143" y="17780"/>
                  </a:lnTo>
                  <a:lnTo>
                    <a:pt x="15143" y="3859"/>
                  </a:lnTo>
                  <a:lnTo>
                    <a:pt x="12554" y="3859"/>
                  </a:lnTo>
                  <a:lnTo>
                    <a:pt x="12286" y="3835"/>
                  </a:lnTo>
                  <a:lnTo>
                    <a:pt x="12066" y="3761"/>
                  </a:lnTo>
                  <a:lnTo>
                    <a:pt x="11846" y="3664"/>
                  </a:lnTo>
                  <a:lnTo>
                    <a:pt x="11651" y="3493"/>
                  </a:lnTo>
                  <a:lnTo>
                    <a:pt x="11504" y="3297"/>
                  </a:lnTo>
                  <a:lnTo>
                    <a:pt x="11382" y="3102"/>
                  </a:lnTo>
                  <a:lnTo>
                    <a:pt x="11309" y="2858"/>
                  </a:lnTo>
                  <a:lnTo>
                    <a:pt x="11284" y="2589"/>
                  </a:lnTo>
                  <a:lnTo>
                    <a:pt x="112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58" name="Google Shape;750;p47">
              <a:extLst>
                <a:ext uri="{FF2B5EF4-FFF2-40B4-BE49-F238E27FC236}">
                  <a16:creationId xmlns:a16="http://schemas.microsoft.com/office/drawing/2014/main" xmlns="" id="{EDC9F412-F8B4-E5D6-D9F1-BE0A81A28F44}"/>
                </a:ext>
              </a:extLst>
            </p:cNvPr>
            <p:cNvSpPr/>
            <p:nvPr/>
          </p:nvSpPr>
          <p:spPr>
            <a:xfrm>
              <a:off x="1602125" y="910975"/>
              <a:ext cx="84300" cy="84275"/>
            </a:xfrm>
            <a:custGeom>
              <a:avLst/>
              <a:gdLst/>
              <a:ahLst/>
              <a:cxnLst/>
              <a:rect l="l" t="t" r="r" b="b"/>
              <a:pathLst>
                <a:path w="3372" h="3371" extrusionOk="0">
                  <a:moveTo>
                    <a:pt x="1" y="0"/>
                  </a:moveTo>
                  <a:lnTo>
                    <a:pt x="1" y="2589"/>
                  </a:lnTo>
                  <a:lnTo>
                    <a:pt x="1" y="2760"/>
                  </a:lnTo>
                  <a:lnTo>
                    <a:pt x="50" y="2907"/>
                  </a:lnTo>
                  <a:lnTo>
                    <a:pt x="123" y="3029"/>
                  </a:lnTo>
                  <a:lnTo>
                    <a:pt x="221" y="3151"/>
                  </a:lnTo>
                  <a:lnTo>
                    <a:pt x="343" y="3249"/>
                  </a:lnTo>
                  <a:lnTo>
                    <a:pt x="465" y="3322"/>
                  </a:lnTo>
                  <a:lnTo>
                    <a:pt x="611" y="3371"/>
                  </a:lnTo>
                  <a:lnTo>
                    <a:pt x="3371" y="337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59" name="Google Shape;751;p47">
            <a:extLst>
              <a:ext uri="{FF2B5EF4-FFF2-40B4-BE49-F238E27FC236}">
                <a16:creationId xmlns:a16="http://schemas.microsoft.com/office/drawing/2014/main" xmlns="" id="{D1CFD439-BDF1-7A95-0064-75F5CF665095}"/>
              </a:ext>
            </a:extLst>
          </p:cNvPr>
          <p:cNvGrpSpPr/>
          <p:nvPr/>
        </p:nvGrpSpPr>
        <p:grpSpPr>
          <a:xfrm>
            <a:off x="4244254" y="2705058"/>
            <a:ext cx="212117" cy="176464"/>
            <a:chOff x="1926350" y="995225"/>
            <a:chExt cx="428650" cy="356600"/>
          </a:xfrm>
        </p:grpSpPr>
        <p:sp>
          <p:nvSpPr>
            <p:cNvPr id="60" name="Google Shape;752;p47">
              <a:extLst>
                <a:ext uri="{FF2B5EF4-FFF2-40B4-BE49-F238E27FC236}">
                  <a16:creationId xmlns:a16="http://schemas.microsoft.com/office/drawing/2014/main" xmlns="" id="{D82931F2-5352-B872-DAAF-E6766BC24C2A}"/>
                </a:ext>
              </a:extLst>
            </p:cNvPr>
            <p:cNvSpPr/>
            <p:nvPr/>
          </p:nvSpPr>
          <p:spPr>
            <a:xfrm>
              <a:off x="1926350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0" y="0"/>
                  </a:moveTo>
                  <a:lnTo>
                    <a:pt x="0" y="489"/>
                  </a:lnTo>
                  <a:lnTo>
                    <a:pt x="25" y="635"/>
                  </a:lnTo>
                  <a:lnTo>
                    <a:pt x="74" y="758"/>
                  </a:lnTo>
                  <a:lnTo>
                    <a:pt x="147" y="855"/>
                  </a:lnTo>
                  <a:lnTo>
                    <a:pt x="245" y="953"/>
                  </a:lnTo>
                  <a:lnTo>
                    <a:pt x="391" y="1026"/>
                  </a:lnTo>
                  <a:lnTo>
                    <a:pt x="562" y="1051"/>
                  </a:lnTo>
                  <a:lnTo>
                    <a:pt x="733" y="1026"/>
                  </a:lnTo>
                  <a:lnTo>
                    <a:pt x="1295" y="855"/>
                  </a:lnTo>
                  <a:lnTo>
                    <a:pt x="1661" y="782"/>
                  </a:lnTo>
                  <a:lnTo>
                    <a:pt x="2076" y="684"/>
                  </a:lnTo>
                  <a:lnTo>
                    <a:pt x="2540" y="611"/>
                  </a:lnTo>
                  <a:lnTo>
                    <a:pt x="3029" y="562"/>
                  </a:lnTo>
                  <a:lnTo>
                    <a:pt x="3591" y="513"/>
                  </a:lnTo>
                  <a:lnTo>
                    <a:pt x="4177" y="489"/>
                  </a:lnTo>
                  <a:lnTo>
                    <a:pt x="4616" y="513"/>
                  </a:lnTo>
                  <a:lnTo>
                    <a:pt x="5032" y="538"/>
                  </a:lnTo>
                  <a:lnTo>
                    <a:pt x="5422" y="611"/>
                  </a:lnTo>
                  <a:lnTo>
                    <a:pt x="5789" y="684"/>
                  </a:lnTo>
                  <a:lnTo>
                    <a:pt x="6131" y="782"/>
                  </a:lnTo>
                  <a:lnTo>
                    <a:pt x="6448" y="880"/>
                  </a:lnTo>
                  <a:lnTo>
                    <a:pt x="6717" y="1002"/>
                  </a:lnTo>
                  <a:lnTo>
                    <a:pt x="6985" y="1124"/>
                  </a:lnTo>
                  <a:lnTo>
                    <a:pt x="7205" y="1246"/>
                  </a:lnTo>
                  <a:lnTo>
                    <a:pt x="7425" y="1393"/>
                  </a:lnTo>
                  <a:lnTo>
                    <a:pt x="7791" y="1661"/>
                  </a:lnTo>
                  <a:lnTo>
                    <a:pt x="8084" y="1930"/>
                  </a:lnTo>
                  <a:lnTo>
                    <a:pt x="8329" y="2150"/>
                  </a:lnTo>
                  <a:lnTo>
                    <a:pt x="8329" y="1661"/>
                  </a:lnTo>
                  <a:lnTo>
                    <a:pt x="8084" y="1441"/>
                  </a:lnTo>
                  <a:lnTo>
                    <a:pt x="7791" y="1173"/>
                  </a:lnTo>
                  <a:lnTo>
                    <a:pt x="7425" y="904"/>
                  </a:lnTo>
                  <a:lnTo>
                    <a:pt x="7205" y="758"/>
                  </a:lnTo>
                  <a:lnTo>
                    <a:pt x="6985" y="635"/>
                  </a:lnTo>
                  <a:lnTo>
                    <a:pt x="6717" y="513"/>
                  </a:lnTo>
                  <a:lnTo>
                    <a:pt x="6448" y="391"/>
                  </a:lnTo>
                  <a:lnTo>
                    <a:pt x="6131" y="294"/>
                  </a:lnTo>
                  <a:lnTo>
                    <a:pt x="5789" y="196"/>
                  </a:lnTo>
                  <a:lnTo>
                    <a:pt x="5422" y="123"/>
                  </a:lnTo>
                  <a:lnTo>
                    <a:pt x="5032" y="49"/>
                  </a:lnTo>
                  <a:lnTo>
                    <a:pt x="4616" y="25"/>
                  </a:lnTo>
                  <a:lnTo>
                    <a:pt x="4177" y="0"/>
                  </a:lnTo>
                  <a:lnTo>
                    <a:pt x="3591" y="25"/>
                  </a:lnTo>
                  <a:lnTo>
                    <a:pt x="3029" y="74"/>
                  </a:lnTo>
                  <a:lnTo>
                    <a:pt x="2540" y="123"/>
                  </a:lnTo>
                  <a:lnTo>
                    <a:pt x="2076" y="196"/>
                  </a:lnTo>
                  <a:lnTo>
                    <a:pt x="1661" y="294"/>
                  </a:lnTo>
                  <a:lnTo>
                    <a:pt x="1295" y="367"/>
                  </a:lnTo>
                  <a:lnTo>
                    <a:pt x="733" y="538"/>
                  </a:lnTo>
                  <a:lnTo>
                    <a:pt x="562" y="562"/>
                  </a:lnTo>
                  <a:lnTo>
                    <a:pt x="391" y="538"/>
                  </a:lnTo>
                  <a:lnTo>
                    <a:pt x="245" y="465"/>
                  </a:lnTo>
                  <a:lnTo>
                    <a:pt x="147" y="367"/>
                  </a:lnTo>
                  <a:lnTo>
                    <a:pt x="74" y="269"/>
                  </a:lnTo>
                  <a:lnTo>
                    <a:pt x="25" y="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1" name="Google Shape;753;p47">
              <a:extLst>
                <a:ext uri="{FF2B5EF4-FFF2-40B4-BE49-F238E27FC236}">
                  <a16:creationId xmlns:a16="http://schemas.microsoft.com/office/drawing/2014/main" xmlns="" id="{59C2F21B-FEC4-C5C4-8679-3FABD241905A}"/>
                </a:ext>
              </a:extLst>
            </p:cNvPr>
            <p:cNvSpPr/>
            <p:nvPr/>
          </p:nvSpPr>
          <p:spPr>
            <a:xfrm>
              <a:off x="2146775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4152" y="0"/>
                  </a:moveTo>
                  <a:lnTo>
                    <a:pt x="3712" y="25"/>
                  </a:lnTo>
                  <a:lnTo>
                    <a:pt x="3297" y="49"/>
                  </a:lnTo>
                  <a:lnTo>
                    <a:pt x="2907" y="123"/>
                  </a:lnTo>
                  <a:lnTo>
                    <a:pt x="2540" y="196"/>
                  </a:lnTo>
                  <a:lnTo>
                    <a:pt x="2198" y="294"/>
                  </a:lnTo>
                  <a:lnTo>
                    <a:pt x="1881" y="391"/>
                  </a:lnTo>
                  <a:lnTo>
                    <a:pt x="1612" y="513"/>
                  </a:lnTo>
                  <a:lnTo>
                    <a:pt x="1343" y="635"/>
                  </a:lnTo>
                  <a:lnTo>
                    <a:pt x="1124" y="758"/>
                  </a:lnTo>
                  <a:lnTo>
                    <a:pt x="904" y="904"/>
                  </a:lnTo>
                  <a:lnTo>
                    <a:pt x="537" y="1173"/>
                  </a:lnTo>
                  <a:lnTo>
                    <a:pt x="244" y="1441"/>
                  </a:lnTo>
                  <a:lnTo>
                    <a:pt x="0" y="1661"/>
                  </a:lnTo>
                  <a:lnTo>
                    <a:pt x="0" y="2150"/>
                  </a:lnTo>
                  <a:lnTo>
                    <a:pt x="244" y="1930"/>
                  </a:lnTo>
                  <a:lnTo>
                    <a:pt x="537" y="1661"/>
                  </a:lnTo>
                  <a:lnTo>
                    <a:pt x="904" y="1393"/>
                  </a:lnTo>
                  <a:lnTo>
                    <a:pt x="1124" y="1246"/>
                  </a:lnTo>
                  <a:lnTo>
                    <a:pt x="1343" y="1124"/>
                  </a:lnTo>
                  <a:lnTo>
                    <a:pt x="1612" y="1002"/>
                  </a:lnTo>
                  <a:lnTo>
                    <a:pt x="1881" y="880"/>
                  </a:lnTo>
                  <a:lnTo>
                    <a:pt x="2198" y="782"/>
                  </a:lnTo>
                  <a:lnTo>
                    <a:pt x="2540" y="684"/>
                  </a:lnTo>
                  <a:lnTo>
                    <a:pt x="2907" y="611"/>
                  </a:lnTo>
                  <a:lnTo>
                    <a:pt x="3297" y="538"/>
                  </a:lnTo>
                  <a:lnTo>
                    <a:pt x="3712" y="513"/>
                  </a:lnTo>
                  <a:lnTo>
                    <a:pt x="4152" y="489"/>
                  </a:lnTo>
                  <a:lnTo>
                    <a:pt x="4738" y="513"/>
                  </a:lnTo>
                  <a:lnTo>
                    <a:pt x="5300" y="562"/>
                  </a:lnTo>
                  <a:lnTo>
                    <a:pt x="5788" y="611"/>
                  </a:lnTo>
                  <a:lnTo>
                    <a:pt x="6252" y="684"/>
                  </a:lnTo>
                  <a:lnTo>
                    <a:pt x="6668" y="782"/>
                  </a:lnTo>
                  <a:lnTo>
                    <a:pt x="7034" y="855"/>
                  </a:lnTo>
                  <a:lnTo>
                    <a:pt x="7596" y="1026"/>
                  </a:lnTo>
                  <a:lnTo>
                    <a:pt x="7767" y="1051"/>
                  </a:lnTo>
                  <a:lnTo>
                    <a:pt x="7938" y="1026"/>
                  </a:lnTo>
                  <a:lnTo>
                    <a:pt x="8084" y="953"/>
                  </a:lnTo>
                  <a:lnTo>
                    <a:pt x="8182" y="855"/>
                  </a:lnTo>
                  <a:lnTo>
                    <a:pt x="8255" y="758"/>
                  </a:lnTo>
                  <a:lnTo>
                    <a:pt x="8304" y="635"/>
                  </a:lnTo>
                  <a:lnTo>
                    <a:pt x="8328" y="489"/>
                  </a:lnTo>
                  <a:lnTo>
                    <a:pt x="8328" y="0"/>
                  </a:lnTo>
                  <a:lnTo>
                    <a:pt x="8304" y="147"/>
                  </a:lnTo>
                  <a:lnTo>
                    <a:pt x="8255" y="269"/>
                  </a:lnTo>
                  <a:lnTo>
                    <a:pt x="8182" y="367"/>
                  </a:lnTo>
                  <a:lnTo>
                    <a:pt x="8084" y="465"/>
                  </a:lnTo>
                  <a:lnTo>
                    <a:pt x="7938" y="538"/>
                  </a:lnTo>
                  <a:lnTo>
                    <a:pt x="7767" y="562"/>
                  </a:lnTo>
                  <a:lnTo>
                    <a:pt x="7596" y="538"/>
                  </a:lnTo>
                  <a:lnTo>
                    <a:pt x="7034" y="367"/>
                  </a:lnTo>
                  <a:lnTo>
                    <a:pt x="6668" y="294"/>
                  </a:lnTo>
                  <a:lnTo>
                    <a:pt x="6252" y="196"/>
                  </a:lnTo>
                  <a:lnTo>
                    <a:pt x="5788" y="123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2" name="Google Shape;754;p47">
              <a:extLst>
                <a:ext uri="{FF2B5EF4-FFF2-40B4-BE49-F238E27FC236}">
                  <a16:creationId xmlns:a16="http://schemas.microsoft.com/office/drawing/2014/main" xmlns="" id="{1D224A5C-95C1-DFB8-88AC-553918C1F89B}"/>
                </a:ext>
              </a:extLst>
            </p:cNvPr>
            <p:cNvSpPr/>
            <p:nvPr/>
          </p:nvSpPr>
          <p:spPr>
            <a:xfrm>
              <a:off x="1926350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4177" y="1"/>
                  </a:moveTo>
                  <a:lnTo>
                    <a:pt x="3591" y="25"/>
                  </a:lnTo>
                  <a:lnTo>
                    <a:pt x="3029" y="74"/>
                  </a:lnTo>
                  <a:lnTo>
                    <a:pt x="2467" y="196"/>
                  </a:lnTo>
                  <a:lnTo>
                    <a:pt x="1905" y="343"/>
                  </a:lnTo>
                  <a:lnTo>
                    <a:pt x="1393" y="538"/>
                  </a:lnTo>
                  <a:lnTo>
                    <a:pt x="929" y="758"/>
                  </a:lnTo>
                  <a:lnTo>
                    <a:pt x="513" y="978"/>
                  </a:lnTo>
                  <a:lnTo>
                    <a:pt x="342" y="1124"/>
                  </a:lnTo>
                  <a:lnTo>
                    <a:pt x="196" y="1246"/>
                  </a:lnTo>
                  <a:lnTo>
                    <a:pt x="123" y="1319"/>
                  </a:lnTo>
                  <a:lnTo>
                    <a:pt x="49" y="1442"/>
                  </a:lnTo>
                  <a:lnTo>
                    <a:pt x="25" y="1539"/>
                  </a:lnTo>
                  <a:lnTo>
                    <a:pt x="0" y="1661"/>
                  </a:lnTo>
                  <a:lnTo>
                    <a:pt x="0" y="11626"/>
                  </a:lnTo>
                  <a:lnTo>
                    <a:pt x="25" y="11773"/>
                  </a:lnTo>
                  <a:lnTo>
                    <a:pt x="74" y="11895"/>
                  </a:lnTo>
                  <a:lnTo>
                    <a:pt x="147" y="11992"/>
                  </a:lnTo>
                  <a:lnTo>
                    <a:pt x="245" y="12090"/>
                  </a:lnTo>
                  <a:lnTo>
                    <a:pt x="391" y="12163"/>
                  </a:lnTo>
                  <a:lnTo>
                    <a:pt x="562" y="12188"/>
                  </a:lnTo>
                  <a:lnTo>
                    <a:pt x="733" y="12163"/>
                  </a:lnTo>
                  <a:lnTo>
                    <a:pt x="1295" y="11992"/>
                  </a:lnTo>
                  <a:lnTo>
                    <a:pt x="1661" y="11919"/>
                  </a:lnTo>
                  <a:lnTo>
                    <a:pt x="2076" y="11821"/>
                  </a:lnTo>
                  <a:lnTo>
                    <a:pt x="2540" y="11748"/>
                  </a:lnTo>
                  <a:lnTo>
                    <a:pt x="3029" y="11699"/>
                  </a:lnTo>
                  <a:lnTo>
                    <a:pt x="3591" y="11650"/>
                  </a:lnTo>
                  <a:lnTo>
                    <a:pt x="4177" y="11626"/>
                  </a:lnTo>
                  <a:lnTo>
                    <a:pt x="4616" y="11650"/>
                  </a:lnTo>
                  <a:lnTo>
                    <a:pt x="5032" y="11675"/>
                  </a:lnTo>
                  <a:lnTo>
                    <a:pt x="5422" y="11748"/>
                  </a:lnTo>
                  <a:lnTo>
                    <a:pt x="5789" y="11821"/>
                  </a:lnTo>
                  <a:lnTo>
                    <a:pt x="6131" y="11919"/>
                  </a:lnTo>
                  <a:lnTo>
                    <a:pt x="6448" y="12017"/>
                  </a:lnTo>
                  <a:lnTo>
                    <a:pt x="6717" y="12139"/>
                  </a:lnTo>
                  <a:lnTo>
                    <a:pt x="6985" y="12261"/>
                  </a:lnTo>
                  <a:lnTo>
                    <a:pt x="7205" y="12383"/>
                  </a:lnTo>
                  <a:lnTo>
                    <a:pt x="7425" y="12530"/>
                  </a:lnTo>
                  <a:lnTo>
                    <a:pt x="7791" y="12798"/>
                  </a:lnTo>
                  <a:lnTo>
                    <a:pt x="8084" y="13067"/>
                  </a:lnTo>
                  <a:lnTo>
                    <a:pt x="8329" y="13287"/>
                  </a:lnTo>
                  <a:lnTo>
                    <a:pt x="8329" y="2199"/>
                  </a:lnTo>
                  <a:lnTo>
                    <a:pt x="8329" y="2101"/>
                  </a:lnTo>
                  <a:lnTo>
                    <a:pt x="8280" y="1979"/>
                  </a:lnTo>
                  <a:lnTo>
                    <a:pt x="8231" y="1881"/>
                  </a:lnTo>
                  <a:lnTo>
                    <a:pt x="8158" y="1808"/>
                  </a:lnTo>
                  <a:lnTo>
                    <a:pt x="8036" y="1686"/>
                  </a:lnTo>
                  <a:lnTo>
                    <a:pt x="7767" y="1442"/>
                  </a:lnTo>
                  <a:lnTo>
                    <a:pt x="7449" y="1173"/>
                  </a:lnTo>
                  <a:lnTo>
                    <a:pt x="7083" y="904"/>
                  </a:lnTo>
                  <a:lnTo>
                    <a:pt x="6644" y="611"/>
                  </a:lnTo>
                  <a:lnTo>
                    <a:pt x="6375" y="489"/>
                  </a:lnTo>
                  <a:lnTo>
                    <a:pt x="6131" y="367"/>
                  </a:lnTo>
                  <a:lnTo>
                    <a:pt x="5838" y="269"/>
                  </a:lnTo>
                  <a:lnTo>
                    <a:pt x="5544" y="172"/>
                  </a:lnTo>
                  <a:lnTo>
                    <a:pt x="5227" y="98"/>
                  </a:lnTo>
                  <a:lnTo>
                    <a:pt x="4885" y="49"/>
                  </a:lnTo>
                  <a:lnTo>
                    <a:pt x="45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3" name="Google Shape;755;p47">
              <a:extLst>
                <a:ext uri="{FF2B5EF4-FFF2-40B4-BE49-F238E27FC236}">
                  <a16:creationId xmlns:a16="http://schemas.microsoft.com/office/drawing/2014/main" xmlns="" id="{0F8EBDB8-86D3-27A5-62EA-8FC2A393798A}"/>
                </a:ext>
              </a:extLst>
            </p:cNvPr>
            <p:cNvSpPr/>
            <p:nvPr/>
          </p:nvSpPr>
          <p:spPr>
            <a:xfrm>
              <a:off x="2146775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3786" y="1"/>
                  </a:moveTo>
                  <a:lnTo>
                    <a:pt x="3444" y="49"/>
                  </a:lnTo>
                  <a:lnTo>
                    <a:pt x="3102" y="98"/>
                  </a:lnTo>
                  <a:lnTo>
                    <a:pt x="2784" y="172"/>
                  </a:lnTo>
                  <a:lnTo>
                    <a:pt x="2491" y="269"/>
                  </a:lnTo>
                  <a:lnTo>
                    <a:pt x="2198" y="367"/>
                  </a:lnTo>
                  <a:lnTo>
                    <a:pt x="1954" y="489"/>
                  </a:lnTo>
                  <a:lnTo>
                    <a:pt x="1685" y="611"/>
                  </a:lnTo>
                  <a:lnTo>
                    <a:pt x="1246" y="904"/>
                  </a:lnTo>
                  <a:lnTo>
                    <a:pt x="879" y="1173"/>
                  </a:lnTo>
                  <a:lnTo>
                    <a:pt x="562" y="1442"/>
                  </a:lnTo>
                  <a:lnTo>
                    <a:pt x="293" y="1686"/>
                  </a:lnTo>
                  <a:lnTo>
                    <a:pt x="171" y="1808"/>
                  </a:lnTo>
                  <a:lnTo>
                    <a:pt x="98" y="1881"/>
                  </a:lnTo>
                  <a:lnTo>
                    <a:pt x="49" y="1979"/>
                  </a:lnTo>
                  <a:lnTo>
                    <a:pt x="0" y="2101"/>
                  </a:lnTo>
                  <a:lnTo>
                    <a:pt x="0" y="2199"/>
                  </a:lnTo>
                  <a:lnTo>
                    <a:pt x="0" y="13287"/>
                  </a:lnTo>
                  <a:lnTo>
                    <a:pt x="244" y="13067"/>
                  </a:lnTo>
                  <a:lnTo>
                    <a:pt x="537" y="12798"/>
                  </a:lnTo>
                  <a:lnTo>
                    <a:pt x="904" y="12530"/>
                  </a:lnTo>
                  <a:lnTo>
                    <a:pt x="1124" y="12383"/>
                  </a:lnTo>
                  <a:lnTo>
                    <a:pt x="1343" y="12261"/>
                  </a:lnTo>
                  <a:lnTo>
                    <a:pt x="1612" y="12139"/>
                  </a:lnTo>
                  <a:lnTo>
                    <a:pt x="1881" y="12017"/>
                  </a:lnTo>
                  <a:lnTo>
                    <a:pt x="2198" y="11919"/>
                  </a:lnTo>
                  <a:lnTo>
                    <a:pt x="2540" y="11821"/>
                  </a:lnTo>
                  <a:lnTo>
                    <a:pt x="2907" y="11748"/>
                  </a:lnTo>
                  <a:lnTo>
                    <a:pt x="3297" y="11675"/>
                  </a:lnTo>
                  <a:lnTo>
                    <a:pt x="3712" y="11650"/>
                  </a:lnTo>
                  <a:lnTo>
                    <a:pt x="4152" y="11626"/>
                  </a:lnTo>
                  <a:lnTo>
                    <a:pt x="4738" y="11650"/>
                  </a:lnTo>
                  <a:lnTo>
                    <a:pt x="5300" y="11699"/>
                  </a:lnTo>
                  <a:lnTo>
                    <a:pt x="5788" y="11748"/>
                  </a:lnTo>
                  <a:lnTo>
                    <a:pt x="6252" y="11821"/>
                  </a:lnTo>
                  <a:lnTo>
                    <a:pt x="6668" y="11919"/>
                  </a:lnTo>
                  <a:lnTo>
                    <a:pt x="7034" y="11992"/>
                  </a:lnTo>
                  <a:lnTo>
                    <a:pt x="7596" y="12163"/>
                  </a:lnTo>
                  <a:lnTo>
                    <a:pt x="7767" y="12188"/>
                  </a:lnTo>
                  <a:lnTo>
                    <a:pt x="7938" y="12163"/>
                  </a:lnTo>
                  <a:lnTo>
                    <a:pt x="8084" y="12090"/>
                  </a:lnTo>
                  <a:lnTo>
                    <a:pt x="8182" y="11992"/>
                  </a:lnTo>
                  <a:lnTo>
                    <a:pt x="8255" y="11895"/>
                  </a:lnTo>
                  <a:lnTo>
                    <a:pt x="8304" y="11773"/>
                  </a:lnTo>
                  <a:lnTo>
                    <a:pt x="8328" y="11626"/>
                  </a:lnTo>
                  <a:lnTo>
                    <a:pt x="8328" y="1661"/>
                  </a:lnTo>
                  <a:lnTo>
                    <a:pt x="8304" y="1539"/>
                  </a:lnTo>
                  <a:lnTo>
                    <a:pt x="8280" y="1442"/>
                  </a:lnTo>
                  <a:lnTo>
                    <a:pt x="8206" y="1319"/>
                  </a:lnTo>
                  <a:lnTo>
                    <a:pt x="8133" y="1246"/>
                  </a:lnTo>
                  <a:lnTo>
                    <a:pt x="7987" y="1124"/>
                  </a:lnTo>
                  <a:lnTo>
                    <a:pt x="7816" y="978"/>
                  </a:lnTo>
                  <a:lnTo>
                    <a:pt x="7400" y="758"/>
                  </a:lnTo>
                  <a:lnTo>
                    <a:pt x="6936" y="538"/>
                  </a:lnTo>
                  <a:lnTo>
                    <a:pt x="6423" y="343"/>
                  </a:lnTo>
                  <a:lnTo>
                    <a:pt x="5862" y="196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64" name="Google Shape;756;p47">
            <a:extLst>
              <a:ext uri="{FF2B5EF4-FFF2-40B4-BE49-F238E27FC236}">
                <a16:creationId xmlns:a16="http://schemas.microsoft.com/office/drawing/2014/main" xmlns="" id="{6D39475C-FFC1-5D26-2913-F2C9F6C954E5}"/>
              </a:ext>
            </a:extLst>
          </p:cNvPr>
          <p:cNvSpPr/>
          <p:nvPr/>
        </p:nvSpPr>
        <p:spPr>
          <a:xfrm>
            <a:off x="4580239" y="2690256"/>
            <a:ext cx="207293" cy="206081"/>
          </a:xfrm>
          <a:custGeom>
            <a:avLst/>
            <a:gdLst/>
            <a:ahLst/>
            <a:cxnLst/>
            <a:rect l="l" t="t" r="r" b="b"/>
            <a:pathLst>
              <a:path w="16756" h="16658" extrusionOk="0">
                <a:moveTo>
                  <a:pt x="13287" y="2565"/>
                </a:moveTo>
                <a:lnTo>
                  <a:pt x="13482" y="2590"/>
                </a:lnTo>
                <a:lnTo>
                  <a:pt x="13653" y="2663"/>
                </a:lnTo>
                <a:lnTo>
                  <a:pt x="13800" y="2736"/>
                </a:lnTo>
                <a:lnTo>
                  <a:pt x="13922" y="2858"/>
                </a:lnTo>
                <a:lnTo>
                  <a:pt x="14069" y="3005"/>
                </a:lnTo>
                <a:lnTo>
                  <a:pt x="14142" y="3176"/>
                </a:lnTo>
                <a:lnTo>
                  <a:pt x="14191" y="3371"/>
                </a:lnTo>
                <a:lnTo>
                  <a:pt x="14215" y="3567"/>
                </a:lnTo>
                <a:lnTo>
                  <a:pt x="14191" y="3738"/>
                </a:lnTo>
                <a:lnTo>
                  <a:pt x="14142" y="3884"/>
                </a:lnTo>
                <a:lnTo>
                  <a:pt x="14069" y="4055"/>
                </a:lnTo>
                <a:lnTo>
                  <a:pt x="13922" y="4202"/>
                </a:lnTo>
                <a:lnTo>
                  <a:pt x="13800" y="4348"/>
                </a:lnTo>
                <a:lnTo>
                  <a:pt x="13653" y="4446"/>
                </a:lnTo>
                <a:lnTo>
                  <a:pt x="13482" y="4495"/>
                </a:lnTo>
                <a:lnTo>
                  <a:pt x="13067" y="4495"/>
                </a:lnTo>
                <a:lnTo>
                  <a:pt x="12896" y="4446"/>
                </a:lnTo>
                <a:lnTo>
                  <a:pt x="12725" y="4348"/>
                </a:lnTo>
                <a:lnTo>
                  <a:pt x="12554" y="4202"/>
                </a:lnTo>
                <a:lnTo>
                  <a:pt x="12481" y="4055"/>
                </a:lnTo>
                <a:lnTo>
                  <a:pt x="12408" y="3884"/>
                </a:lnTo>
                <a:lnTo>
                  <a:pt x="12359" y="3738"/>
                </a:lnTo>
                <a:lnTo>
                  <a:pt x="12359" y="3567"/>
                </a:lnTo>
                <a:lnTo>
                  <a:pt x="12359" y="3371"/>
                </a:lnTo>
                <a:lnTo>
                  <a:pt x="12408" y="3176"/>
                </a:lnTo>
                <a:lnTo>
                  <a:pt x="12481" y="3005"/>
                </a:lnTo>
                <a:lnTo>
                  <a:pt x="12554" y="2858"/>
                </a:lnTo>
                <a:lnTo>
                  <a:pt x="12725" y="2736"/>
                </a:lnTo>
                <a:lnTo>
                  <a:pt x="12896" y="2663"/>
                </a:lnTo>
                <a:lnTo>
                  <a:pt x="13067" y="2590"/>
                </a:lnTo>
                <a:lnTo>
                  <a:pt x="13287" y="2565"/>
                </a:lnTo>
                <a:close/>
                <a:moveTo>
                  <a:pt x="10845" y="1"/>
                </a:moveTo>
                <a:lnTo>
                  <a:pt x="10527" y="25"/>
                </a:lnTo>
                <a:lnTo>
                  <a:pt x="10210" y="74"/>
                </a:lnTo>
                <a:lnTo>
                  <a:pt x="9868" y="172"/>
                </a:lnTo>
                <a:lnTo>
                  <a:pt x="9477" y="318"/>
                </a:lnTo>
                <a:lnTo>
                  <a:pt x="9184" y="489"/>
                </a:lnTo>
                <a:lnTo>
                  <a:pt x="8891" y="660"/>
                </a:lnTo>
                <a:lnTo>
                  <a:pt x="8622" y="831"/>
                </a:lnTo>
                <a:lnTo>
                  <a:pt x="8525" y="953"/>
                </a:lnTo>
                <a:lnTo>
                  <a:pt x="8427" y="1051"/>
                </a:lnTo>
                <a:lnTo>
                  <a:pt x="416" y="8866"/>
                </a:lnTo>
                <a:lnTo>
                  <a:pt x="270" y="9086"/>
                </a:lnTo>
                <a:lnTo>
                  <a:pt x="123" y="9355"/>
                </a:lnTo>
                <a:lnTo>
                  <a:pt x="25" y="9624"/>
                </a:lnTo>
                <a:lnTo>
                  <a:pt x="1" y="9746"/>
                </a:lnTo>
                <a:lnTo>
                  <a:pt x="1" y="9917"/>
                </a:lnTo>
                <a:lnTo>
                  <a:pt x="1" y="10039"/>
                </a:lnTo>
                <a:lnTo>
                  <a:pt x="25" y="10136"/>
                </a:lnTo>
                <a:lnTo>
                  <a:pt x="123" y="10381"/>
                </a:lnTo>
                <a:lnTo>
                  <a:pt x="270" y="10625"/>
                </a:lnTo>
                <a:lnTo>
                  <a:pt x="416" y="10869"/>
                </a:lnTo>
                <a:lnTo>
                  <a:pt x="5911" y="16242"/>
                </a:lnTo>
                <a:lnTo>
                  <a:pt x="6009" y="16340"/>
                </a:lnTo>
                <a:lnTo>
                  <a:pt x="6131" y="16438"/>
                </a:lnTo>
                <a:lnTo>
                  <a:pt x="6253" y="16511"/>
                </a:lnTo>
                <a:lnTo>
                  <a:pt x="6400" y="16560"/>
                </a:lnTo>
                <a:lnTo>
                  <a:pt x="6522" y="16609"/>
                </a:lnTo>
                <a:lnTo>
                  <a:pt x="6668" y="16633"/>
                </a:lnTo>
                <a:lnTo>
                  <a:pt x="6961" y="16657"/>
                </a:lnTo>
                <a:lnTo>
                  <a:pt x="7206" y="16633"/>
                </a:lnTo>
                <a:lnTo>
                  <a:pt x="7474" y="16560"/>
                </a:lnTo>
                <a:lnTo>
                  <a:pt x="7596" y="16511"/>
                </a:lnTo>
                <a:lnTo>
                  <a:pt x="7719" y="16438"/>
                </a:lnTo>
                <a:lnTo>
                  <a:pt x="7816" y="16340"/>
                </a:lnTo>
                <a:lnTo>
                  <a:pt x="7914" y="16242"/>
                </a:lnTo>
                <a:lnTo>
                  <a:pt x="15803" y="8427"/>
                </a:lnTo>
                <a:lnTo>
                  <a:pt x="15974" y="8183"/>
                </a:lnTo>
                <a:lnTo>
                  <a:pt x="16169" y="7938"/>
                </a:lnTo>
                <a:lnTo>
                  <a:pt x="16242" y="7792"/>
                </a:lnTo>
                <a:lnTo>
                  <a:pt x="16340" y="7645"/>
                </a:lnTo>
                <a:lnTo>
                  <a:pt x="16389" y="7474"/>
                </a:lnTo>
                <a:lnTo>
                  <a:pt x="16438" y="7279"/>
                </a:lnTo>
                <a:lnTo>
                  <a:pt x="16584" y="6961"/>
                </a:lnTo>
                <a:lnTo>
                  <a:pt x="16682" y="6644"/>
                </a:lnTo>
                <a:lnTo>
                  <a:pt x="16731" y="6326"/>
                </a:lnTo>
                <a:lnTo>
                  <a:pt x="16755" y="6009"/>
                </a:lnTo>
                <a:lnTo>
                  <a:pt x="16755" y="1491"/>
                </a:lnTo>
                <a:lnTo>
                  <a:pt x="16731" y="1173"/>
                </a:lnTo>
                <a:lnTo>
                  <a:pt x="16706" y="1051"/>
                </a:lnTo>
                <a:lnTo>
                  <a:pt x="16657" y="905"/>
                </a:lnTo>
                <a:lnTo>
                  <a:pt x="16609" y="782"/>
                </a:lnTo>
                <a:lnTo>
                  <a:pt x="16535" y="660"/>
                </a:lnTo>
                <a:lnTo>
                  <a:pt x="16438" y="538"/>
                </a:lnTo>
                <a:lnTo>
                  <a:pt x="16340" y="416"/>
                </a:lnTo>
                <a:lnTo>
                  <a:pt x="16144" y="270"/>
                </a:lnTo>
                <a:lnTo>
                  <a:pt x="15900" y="123"/>
                </a:lnTo>
                <a:lnTo>
                  <a:pt x="15632" y="50"/>
                </a:lnTo>
                <a:lnTo>
                  <a:pt x="15509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65" name="Google Shape;757;p47">
            <a:extLst>
              <a:ext uri="{FF2B5EF4-FFF2-40B4-BE49-F238E27FC236}">
                <a16:creationId xmlns:a16="http://schemas.microsoft.com/office/drawing/2014/main" xmlns="" id="{734B09C7-9405-B782-8ED6-A9CD38ABA595}"/>
              </a:ext>
            </a:extLst>
          </p:cNvPr>
          <p:cNvSpPr/>
          <p:nvPr/>
        </p:nvSpPr>
        <p:spPr>
          <a:xfrm>
            <a:off x="4914113" y="2700533"/>
            <a:ext cx="206674" cy="185532"/>
          </a:xfrm>
          <a:custGeom>
            <a:avLst/>
            <a:gdLst/>
            <a:ahLst/>
            <a:cxnLst/>
            <a:rect l="l" t="t" r="r" b="b"/>
            <a:pathLst>
              <a:path w="16706" h="14997" extrusionOk="0">
                <a:moveTo>
                  <a:pt x="4299" y="0"/>
                </a:moveTo>
                <a:lnTo>
                  <a:pt x="3859" y="25"/>
                </a:lnTo>
                <a:lnTo>
                  <a:pt x="3444" y="74"/>
                </a:lnTo>
                <a:lnTo>
                  <a:pt x="3029" y="196"/>
                </a:lnTo>
                <a:lnTo>
                  <a:pt x="2614" y="342"/>
                </a:lnTo>
                <a:lnTo>
                  <a:pt x="2247" y="513"/>
                </a:lnTo>
                <a:lnTo>
                  <a:pt x="1905" y="733"/>
                </a:lnTo>
                <a:lnTo>
                  <a:pt x="1563" y="977"/>
                </a:lnTo>
                <a:lnTo>
                  <a:pt x="1270" y="1246"/>
                </a:lnTo>
                <a:lnTo>
                  <a:pt x="977" y="1563"/>
                </a:lnTo>
                <a:lnTo>
                  <a:pt x="733" y="1881"/>
                </a:lnTo>
                <a:lnTo>
                  <a:pt x="513" y="2247"/>
                </a:lnTo>
                <a:lnTo>
                  <a:pt x="342" y="2614"/>
                </a:lnTo>
                <a:lnTo>
                  <a:pt x="196" y="3004"/>
                </a:lnTo>
                <a:lnTo>
                  <a:pt x="98" y="3420"/>
                </a:lnTo>
                <a:lnTo>
                  <a:pt x="25" y="3859"/>
                </a:lnTo>
                <a:lnTo>
                  <a:pt x="0" y="4299"/>
                </a:lnTo>
                <a:lnTo>
                  <a:pt x="0" y="4592"/>
                </a:lnTo>
                <a:lnTo>
                  <a:pt x="25" y="4885"/>
                </a:lnTo>
                <a:lnTo>
                  <a:pt x="122" y="5447"/>
                </a:lnTo>
                <a:lnTo>
                  <a:pt x="245" y="6008"/>
                </a:lnTo>
                <a:lnTo>
                  <a:pt x="440" y="6546"/>
                </a:lnTo>
                <a:lnTo>
                  <a:pt x="660" y="7059"/>
                </a:lnTo>
                <a:lnTo>
                  <a:pt x="928" y="7547"/>
                </a:lnTo>
                <a:lnTo>
                  <a:pt x="1197" y="8011"/>
                </a:lnTo>
                <a:lnTo>
                  <a:pt x="1515" y="8475"/>
                </a:lnTo>
                <a:lnTo>
                  <a:pt x="1856" y="8915"/>
                </a:lnTo>
                <a:lnTo>
                  <a:pt x="2198" y="9330"/>
                </a:lnTo>
                <a:lnTo>
                  <a:pt x="2565" y="9745"/>
                </a:lnTo>
                <a:lnTo>
                  <a:pt x="2931" y="10136"/>
                </a:lnTo>
                <a:lnTo>
                  <a:pt x="3639" y="10869"/>
                </a:lnTo>
                <a:lnTo>
                  <a:pt x="4299" y="11528"/>
                </a:lnTo>
                <a:lnTo>
                  <a:pt x="4861" y="12065"/>
                </a:lnTo>
                <a:lnTo>
                  <a:pt x="5496" y="12627"/>
                </a:lnTo>
                <a:lnTo>
                  <a:pt x="6839" y="13775"/>
                </a:lnTo>
                <a:lnTo>
                  <a:pt x="7913" y="14654"/>
                </a:lnTo>
                <a:lnTo>
                  <a:pt x="8353" y="14996"/>
                </a:lnTo>
                <a:lnTo>
                  <a:pt x="8793" y="14654"/>
                </a:lnTo>
                <a:lnTo>
                  <a:pt x="9843" y="13799"/>
                </a:lnTo>
                <a:lnTo>
                  <a:pt x="11186" y="12651"/>
                </a:lnTo>
                <a:lnTo>
                  <a:pt x="11821" y="12090"/>
                </a:lnTo>
                <a:lnTo>
                  <a:pt x="12407" y="11528"/>
                </a:lnTo>
                <a:lnTo>
                  <a:pt x="13067" y="10869"/>
                </a:lnTo>
                <a:lnTo>
                  <a:pt x="13775" y="10136"/>
                </a:lnTo>
                <a:lnTo>
                  <a:pt x="14141" y="9745"/>
                </a:lnTo>
                <a:lnTo>
                  <a:pt x="14508" y="9330"/>
                </a:lnTo>
                <a:lnTo>
                  <a:pt x="14850" y="8915"/>
                </a:lnTo>
                <a:lnTo>
                  <a:pt x="15191" y="8475"/>
                </a:lnTo>
                <a:lnTo>
                  <a:pt x="15509" y="8011"/>
                </a:lnTo>
                <a:lnTo>
                  <a:pt x="15778" y="7547"/>
                </a:lnTo>
                <a:lnTo>
                  <a:pt x="16046" y="7059"/>
                </a:lnTo>
                <a:lnTo>
                  <a:pt x="16266" y="6546"/>
                </a:lnTo>
                <a:lnTo>
                  <a:pt x="16461" y="6008"/>
                </a:lnTo>
                <a:lnTo>
                  <a:pt x="16584" y="5447"/>
                </a:lnTo>
                <a:lnTo>
                  <a:pt x="16681" y="4885"/>
                </a:lnTo>
                <a:lnTo>
                  <a:pt x="16706" y="4592"/>
                </a:lnTo>
                <a:lnTo>
                  <a:pt x="16706" y="4299"/>
                </a:lnTo>
                <a:lnTo>
                  <a:pt x="16681" y="3859"/>
                </a:lnTo>
                <a:lnTo>
                  <a:pt x="16608" y="3420"/>
                </a:lnTo>
                <a:lnTo>
                  <a:pt x="16510" y="3004"/>
                </a:lnTo>
                <a:lnTo>
                  <a:pt x="16364" y="2614"/>
                </a:lnTo>
                <a:lnTo>
                  <a:pt x="16193" y="2247"/>
                </a:lnTo>
                <a:lnTo>
                  <a:pt x="15973" y="1881"/>
                </a:lnTo>
                <a:lnTo>
                  <a:pt x="15729" y="1563"/>
                </a:lnTo>
                <a:lnTo>
                  <a:pt x="15436" y="1246"/>
                </a:lnTo>
                <a:lnTo>
                  <a:pt x="15143" y="977"/>
                </a:lnTo>
                <a:lnTo>
                  <a:pt x="14801" y="733"/>
                </a:lnTo>
                <a:lnTo>
                  <a:pt x="14459" y="513"/>
                </a:lnTo>
                <a:lnTo>
                  <a:pt x="14092" y="342"/>
                </a:lnTo>
                <a:lnTo>
                  <a:pt x="13677" y="196"/>
                </a:lnTo>
                <a:lnTo>
                  <a:pt x="13262" y="74"/>
                </a:lnTo>
                <a:lnTo>
                  <a:pt x="12847" y="25"/>
                </a:lnTo>
                <a:lnTo>
                  <a:pt x="12407" y="0"/>
                </a:lnTo>
                <a:lnTo>
                  <a:pt x="12065" y="0"/>
                </a:lnTo>
                <a:lnTo>
                  <a:pt x="11723" y="49"/>
                </a:lnTo>
                <a:lnTo>
                  <a:pt x="11381" y="122"/>
                </a:lnTo>
                <a:lnTo>
                  <a:pt x="11064" y="196"/>
                </a:lnTo>
                <a:lnTo>
                  <a:pt x="10746" y="318"/>
                </a:lnTo>
                <a:lnTo>
                  <a:pt x="10453" y="464"/>
                </a:lnTo>
                <a:lnTo>
                  <a:pt x="10160" y="611"/>
                </a:lnTo>
                <a:lnTo>
                  <a:pt x="9892" y="806"/>
                </a:lnTo>
                <a:lnTo>
                  <a:pt x="9647" y="1002"/>
                </a:lnTo>
                <a:lnTo>
                  <a:pt x="9403" y="1221"/>
                </a:lnTo>
                <a:lnTo>
                  <a:pt x="9183" y="1466"/>
                </a:lnTo>
                <a:lnTo>
                  <a:pt x="8964" y="1710"/>
                </a:lnTo>
                <a:lnTo>
                  <a:pt x="8793" y="1979"/>
                </a:lnTo>
                <a:lnTo>
                  <a:pt x="8622" y="2272"/>
                </a:lnTo>
                <a:lnTo>
                  <a:pt x="8475" y="2565"/>
                </a:lnTo>
                <a:lnTo>
                  <a:pt x="8353" y="2858"/>
                </a:lnTo>
                <a:lnTo>
                  <a:pt x="8231" y="2565"/>
                </a:lnTo>
                <a:lnTo>
                  <a:pt x="8084" y="2272"/>
                </a:lnTo>
                <a:lnTo>
                  <a:pt x="7913" y="1979"/>
                </a:lnTo>
                <a:lnTo>
                  <a:pt x="7742" y="1710"/>
                </a:lnTo>
                <a:lnTo>
                  <a:pt x="7523" y="1466"/>
                </a:lnTo>
                <a:lnTo>
                  <a:pt x="7303" y="1221"/>
                </a:lnTo>
                <a:lnTo>
                  <a:pt x="7059" y="1002"/>
                </a:lnTo>
                <a:lnTo>
                  <a:pt x="6814" y="806"/>
                </a:lnTo>
                <a:lnTo>
                  <a:pt x="6546" y="611"/>
                </a:lnTo>
                <a:lnTo>
                  <a:pt x="6253" y="464"/>
                </a:lnTo>
                <a:lnTo>
                  <a:pt x="5960" y="318"/>
                </a:lnTo>
                <a:lnTo>
                  <a:pt x="5642" y="196"/>
                </a:lnTo>
                <a:lnTo>
                  <a:pt x="5325" y="122"/>
                </a:lnTo>
                <a:lnTo>
                  <a:pt x="4983" y="49"/>
                </a:lnTo>
                <a:lnTo>
                  <a:pt x="464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66" name="Google Shape;758;p47">
            <a:extLst>
              <a:ext uri="{FF2B5EF4-FFF2-40B4-BE49-F238E27FC236}">
                <a16:creationId xmlns:a16="http://schemas.microsoft.com/office/drawing/2014/main" xmlns="" id="{AE43BD3E-7039-BAB3-116E-B14A748C0017}"/>
              </a:ext>
            </a:extLst>
          </p:cNvPr>
          <p:cNvSpPr/>
          <p:nvPr/>
        </p:nvSpPr>
        <p:spPr>
          <a:xfrm>
            <a:off x="5250703" y="2702046"/>
            <a:ext cx="200637" cy="182501"/>
          </a:xfrm>
          <a:custGeom>
            <a:avLst/>
            <a:gdLst/>
            <a:ahLst/>
            <a:cxnLst/>
            <a:rect l="l" t="t" r="r" b="b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67" name="Google Shape;759;p47">
            <a:extLst>
              <a:ext uri="{FF2B5EF4-FFF2-40B4-BE49-F238E27FC236}">
                <a16:creationId xmlns:a16="http://schemas.microsoft.com/office/drawing/2014/main" xmlns="" id="{161BDE65-59DA-A4BD-C83E-718B6C434CD4}"/>
              </a:ext>
            </a:extLst>
          </p:cNvPr>
          <p:cNvSpPr/>
          <p:nvPr/>
        </p:nvSpPr>
        <p:spPr>
          <a:xfrm>
            <a:off x="5590911" y="2703852"/>
            <a:ext cx="187350" cy="178889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68" name="Google Shape;760;p47">
            <a:extLst>
              <a:ext uri="{FF2B5EF4-FFF2-40B4-BE49-F238E27FC236}">
                <a16:creationId xmlns:a16="http://schemas.microsoft.com/office/drawing/2014/main" xmlns="" id="{9DE359C4-A420-3C9E-2889-63DDF061E58C}"/>
              </a:ext>
            </a:extLst>
          </p:cNvPr>
          <p:cNvGrpSpPr/>
          <p:nvPr/>
        </p:nvGrpSpPr>
        <p:grpSpPr>
          <a:xfrm>
            <a:off x="5914802" y="2691774"/>
            <a:ext cx="206674" cy="206971"/>
            <a:chOff x="5302225" y="968375"/>
            <a:chExt cx="417650" cy="418250"/>
          </a:xfrm>
        </p:grpSpPr>
        <p:sp>
          <p:nvSpPr>
            <p:cNvPr id="69" name="Google Shape;761;p47">
              <a:extLst>
                <a:ext uri="{FF2B5EF4-FFF2-40B4-BE49-F238E27FC236}">
                  <a16:creationId xmlns:a16="http://schemas.microsoft.com/office/drawing/2014/main" xmlns="" id="{F09AF672-46A3-FD15-80AC-0E103D4500D4}"/>
                </a:ext>
              </a:extLst>
            </p:cNvPr>
            <p:cNvSpPr/>
            <p:nvPr/>
          </p:nvSpPr>
          <p:spPr>
            <a:xfrm>
              <a:off x="5333350" y="991575"/>
              <a:ext cx="152075" cy="155100"/>
            </a:xfrm>
            <a:custGeom>
              <a:avLst/>
              <a:gdLst/>
              <a:ahLst/>
              <a:cxnLst/>
              <a:rect l="l" t="t" r="r" b="b"/>
              <a:pathLst>
                <a:path w="6083" h="6204" extrusionOk="0">
                  <a:moveTo>
                    <a:pt x="2541" y="0"/>
                  </a:moveTo>
                  <a:lnTo>
                    <a:pt x="2468" y="25"/>
                  </a:lnTo>
                  <a:lnTo>
                    <a:pt x="2443" y="147"/>
                  </a:lnTo>
                  <a:lnTo>
                    <a:pt x="2101" y="1807"/>
                  </a:lnTo>
                  <a:lnTo>
                    <a:pt x="2052" y="1930"/>
                  </a:lnTo>
                  <a:lnTo>
                    <a:pt x="1979" y="2052"/>
                  </a:lnTo>
                  <a:lnTo>
                    <a:pt x="1857" y="2174"/>
                  </a:lnTo>
                  <a:lnTo>
                    <a:pt x="1735" y="2223"/>
                  </a:lnTo>
                  <a:lnTo>
                    <a:pt x="123" y="2760"/>
                  </a:lnTo>
                  <a:lnTo>
                    <a:pt x="25" y="2833"/>
                  </a:lnTo>
                  <a:lnTo>
                    <a:pt x="1" y="2882"/>
                  </a:lnTo>
                  <a:lnTo>
                    <a:pt x="25" y="2955"/>
                  </a:lnTo>
                  <a:lnTo>
                    <a:pt x="99" y="3029"/>
                  </a:lnTo>
                  <a:lnTo>
                    <a:pt x="1588" y="3859"/>
                  </a:lnTo>
                  <a:lnTo>
                    <a:pt x="1711" y="3932"/>
                  </a:lnTo>
                  <a:lnTo>
                    <a:pt x="1808" y="4054"/>
                  </a:lnTo>
                  <a:lnTo>
                    <a:pt x="1857" y="4201"/>
                  </a:lnTo>
                  <a:lnTo>
                    <a:pt x="1882" y="4323"/>
                  </a:lnTo>
                  <a:lnTo>
                    <a:pt x="1906" y="6033"/>
                  </a:lnTo>
                  <a:lnTo>
                    <a:pt x="1930" y="6130"/>
                  </a:lnTo>
                  <a:lnTo>
                    <a:pt x="1979" y="6204"/>
                  </a:lnTo>
                  <a:lnTo>
                    <a:pt x="2052" y="6204"/>
                  </a:lnTo>
                  <a:lnTo>
                    <a:pt x="2126" y="6130"/>
                  </a:lnTo>
                  <a:lnTo>
                    <a:pt x="3371" y="4982"/>
                  </a:lnTo>
                  <a:lnTo>
                    <a:pt x="3493" y="4885"/>
                  </a:lnTo>
                  <a:lnTo>
                    <a:pt x="3640" y="4836"/>
                  </a:lnTo>
                  <a:lnTo>
                    <a:pt x="3787" y="4836"/>
                  </a:lnTo>
                  <a:lnTo>
                    <a:pt x="3933" y="4860"/>
                  </a:lnTo>
                  <a:lnTo>
                    <a:pt x="5545" y="5349"/>
                  </a:lnTo>
                  <a:lnTo>
                    <a:pt x="5667" y="5373"/>
                  </a:lnTo>
                  <a:lnTo>
                    <a:pt x="5716" y="5349"/>
                  </a:lnTo>
                  <a:lnTo>
                    <a:pt x="5740" y="5275"/>
                  </a:lnTo>
                  <a:lnTo>
                    <a:pt x="5716" y="5178"/>
                  </a:lnTo>
                  <a:lnTo>
                    <a:pt x="5008" y="3615"/>
                  </a:lnTo>
                  <a:lnTo>
                    <a:pt x="4959" y="3493"/>
                  </a:lnTo>
                  <a:lnTo>
                    <a:pt x="4959" y="3346"/>
                  </a:lnTo>
                  <a:lnTo>
                    <a:pt x="4983" y="3200"/>
                  </a:lnTo>
                  <a:lnTo>
                    <a:pt x="5057" y="3077"/>
                  </a:lnTo>
                  <a:lnTo>
                    <a:pt x="6033" y="1685"/>
                  </a:lnTo>
                  <a:lnTo>
                    <a:pt x="6082" y="1588"/>
                  </a:lnTo>
                  <a:lnTo>
                    <a:pt x="6082" y="1514"/>
                  </a:lnTo>
                  <a:lnTo>
                    <a:pt x="6009" y="1465"/>
                  </a:lnTo>
                  <a:lnTo>
                    <a:pt x="5911" y="1465"/>
                  </a:lnTo>
                  <a:lnTo>
                    <a:pt x="4202" y="1661"/>
                  </a:lnTo>
                  <a:lnTo>
                    <a:pt x="4080" y="1661"/>
                  </a:lnTo>
                  <a:lnTo>
                    <a:pt x="3933" y="1612"/>
                  </a:lnTo>
                  <a:lnTo>
                    <a:pt x="3811" y="1539"/>
                  </a:lnTo>
                  <a:lnTo>
                    <a:pt x="3713" y="1441"/>
                  </a:lnTo>
                  <a:lnTo>
                    <a:pt x="2687" y="73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0" name="Google Shape;762;p47">
              <a:extLst>
                <a:ext uri="{FF2B5EF4-FFF2-40B4-BE49-F238E27FC236}">
                  <a16:creationId xmlns:a16="http://schemas.microsoft.com/office/drawing/2014/main" xmlns="" id="{E7E1FA72-872F-201C-661D-FE5097060FFB}"/>
                </a:ext>
              </a:extLst>
            </p:cNvPr>
            <p:cNvSpPr/>
            <p:nvPr/>
          </p:nvSpPr>
          <p:spPr>
            <a:xfrm>
              <a:off x="5302225" y="968375"/>
              <a:ext cx="417650" cy="418250"/>
            </a:xfrm>
            <a:custGeom>
              <a:avLst/>
              <a:gdLst/>
              <a:ahLst/>
              <a:cxnLst/>
              <a:rect l="l" t="t" r="r" b="b"/>
              <a:pathLst>
                <a:path w="16706" h="16730" extrusionOk="0">
                  <a:moveTo>
                    <a:pt x="10331" y="0"/>
                  </a:moveTo>
                  <a:lnTo>
                    <a:pt x="10747" y="513"/>
                  </a:lnTo>
                  <a:lnTo>
                    <a:pt x="10942" y="782"/>
                  </a:lnTo>
                  <a:lnTo>
                    <a:pt x="11137" y="1050"/>
                  </a:lnTo>
                  <a:lnTo>
                    <a:pt x="11284" y="1343"/>
                  </a:lnTo>
                  <a:lnTo>
                    <a:pt x="11455" y="1636"/>
                  </a:lnTo>
                  <a:lnTo>
                    <a:pt x="11577" y="1929"/>
                  </a:lnTo>
                  <a:lnTo>
                    <a:pt x="11723" y="2223"/>
                  </a:lnTo>
                  <a:lnTo>
                    <a:pt x="11821" y="2540"/>
                  </a:lnTo>
                  <a:lnTo>
                    <a:pt x="11919" y="2858"/>
                  </a:lnTo>
                  <a:lnTo>
                    <a:pt x="12017" y="3199"/>
                  </a:lnTo>
                  <a:lnTo>
                    <a:pt x="12090" y="3517"/>
                  </a:lnTo>
                  <a:lnTo>
                    <a:pt x="12139" y="3859"/>
                  </a:lnTo>
                  <a:lnTo>
                    <a:pt x="12187" y="4201"/>
                  </a:lnTo>
                  <a:lnTo>
                    <a:pt x="12212" y="4543"/>
                  </a:lnTo>
                  <a:lnTo>
                    <a:pt x="12212" y="4909"/>
                  </a:lnTo>
                  <a:lnTo>
                    <a:pt x="12212" y="5275"/>
                  </a:lnTo>
                  <a:lnTo>
                    <a:pt x="12187" y="5642"/>
                  </a:lnTo>
                  <a:lnTo>
                    <a:pt x="12139" y="6008"/>
                  </a:lnTo>
                  <a:lnTo>
                    <a:pt x="12065" y="6374"/>
                  </a:lnTo>
                  <a:lnTo>
                    <a:pt x="11992" y="6741"/>
                  </a:lnTo>
                  <a:lnTo>
                    <a:pt x="11894" y="7083"/>
                  </a:lnTo>
                  <a:lnTo>
                    <a:pt x="11772" y="7425"/>
                  </a:lnTo>
                  <a:lnTo>
                    <a:pt x="11650" y="7742"/>
                  </a:lnTo>
                  <a:lnTo>
                    <a:pt x="11504" y="8084"/>
                  </a:lnTo>
                  <a:lnTo>
                    <a:pt x="11333" y="8402"/>
                  </a:lnTo>
                  <a:lnTo>
                    <a:pt x="11162" y="8695"/>
                  </a:lnTo>
                  <a:lnTo>
                    <a:pt x="10966" y="8988"/>
                  </a:lnTo>
                  <a:lnTo>
                    <a:pt x="10771" y="9281"/>
                  </a:lnTo>
                  <a:lnTo>
                    <a:pt x="10551" y="9549"/>
                  </a:lnTo>
                  <a:lnTo>
                    <a:pt x="10307" y="9818"/>
                  </a:lnTo>
                  <a:lnTo>
                    <a:pt x="10063" y="10087"/>
                  </a:lnTo>
                  <a:lnTo>
                    <a:pt x="9818" y="10331"/>
                  </a:lnTo>
                  <a:lnTo>
                    <a:pt x="9550" y="10551"/>
                  </a:lnTo>
                  <a:lnTo>
                    <a:pt x="9281" y="10771"/>
                  </a:lnTo>
                  <a:lnTo>
                    <a:pt x="8988" y="10966"/>
                  </a:lnTo>
                  <a:lnTo>
                    <a:pt x="8695" y="11161"/>
                  </a:lnTo>
                  <a:lnTo>
                    <a:pt x="8377" y="11332"/>
                  </a:lnTo>
                  <a:lnTo>
                    <a:pt x="8060" y="11503"/>
                  </a:lnTo>
                  <a:lnTo>
                    <a:pt x="7742" y="11650"/>
                  </a:lnTo>
                  <a:lnTo>
                    <a:pt x="7401" y="11772"/>
                  </a:lnTo>
                  <a:lnTo>
                    <a:pt x="7059" y="11894"/>
                  </a:lnTo>
                  <a:lnTo>
                    <a:pt x="6717" y="11992"/>
                  </a:lnTo>
                  <a:lnTo>
                    <a:pt x="6375" y="12065"/>
                  </a:lnTo>
                  <a:lnTo>
                    <a:pt x="6008" y="12138"/>
                  </a:lnTo>
                  <a:lnTo>
                    <a:pt x="5642" y="12187"/>
                  </a:lnTo>
                  <a:lnTo>
                    <a:pt x="5276" y="12212"/>
                  </a:lnTo>
                  <a:lnTo>
                    <a:pt x="4885" y="12236"/>
                  </a:lnTo>
                  <a:lnTo>
                    <a:pt x="4543" y="12212"/>
                  </a:lnTo>
                  <a:lnTo>
                    <a:pt x="4201" y="12187"/>
                  </a:lnTo>
                  <a:lnTo>
                    <a:pt x="3859" y="12163"/>
                  </a:lnTo>
                  <a:lnTo>
                    <a:pt x="3517" y="12089"/>
                  </a:lnTo>
                  <a:lnTo>
                    <a:pt x="3175" y="12016"/>
                  </a:lnTo>
                  <a:lnTo>
                    <a:pt x="2858" y="11943"/>
                  </a:lnTo>
                  <a:lnTo>
                    <a:pt x="2540" y="11845"/>
                  </a:lnTo>
                  <a:lnTo>
                    <a:pt x="2223" y="11723"/>
                  </a:lnTo>
                  <a:lnTo>
                    <a:pt x="1905" y="11601"/>
                  </a:lnTo>
                  <a:lnTo>
                    <a:pt x="1612" y="11454"/>
                  </a:lnTo>
                  <a:lnTo>
                    <a:pt x="1319" y="11308"/>
                  </a:lnTo>
                  <a:lnTo>
                    <a:pt x="1051" y="11137"/>
                  </a:lnTo>
                  <a:lnTo>
                    <a:pt x="757" y="10966"/>
                  </a:lnTo>
                  <a:lnTo>
                    <a:pt x="489" y="10771"/>
                  </a:lnTo>
                  <a:lnTo>
                    <a:pt x="0" y="10355"/>
                  </a:lnTo>
                  <a:lnTo>
                    <a:pt x="98" y="10697"/>
                  </a:lnTo>
                  <a:lnTo>
                    <a:pt x="196" y="11015"/>
                  </a:lnTo>
                  <a:lnTo>
                    <a:pt x="464" y="11674"/>
                  </a:lnTo>
                  <a:lnTo>
                    <a:pt x="757" y="12309"/>
                  </a:lnTo>
                  <a:lnTo>
                    <a:pt x="1124" y="12895"/>
                  </a:lnTo>
                  <a:lnTo>
                    <a:pt x="1515" y="13457"/>
                  </a:lnTo>
                  <a:lnTo>
                    <a:pt x="1979" y="13970"/>
                  </a:lnTo>
                  <a:lnTo>
                    <a:pt x="2443" y="14458"/>
                  </a:lnTo>
                  <a:lnTo>
                    <a:pt x="2980" y="14898"/>
                  </a:lnTo>
                  <a:lnTo>
                    <a:pt x="3542" y="15313"/>
                  </a:lnTo>
                  <a:lnTo>
                    <a:pt x="4128" y="15680"/>
                  </a:lnTo>
                  <a:lnTo>
                    <a:pt x="4738" y="15973"/>
                  </a:lnTo>
                  <a:lnTo>
                    <a:pt x="5398" y="16241"/>
                  </a:lnTo>
                  <a:lnTo>
                    <a:pt x="5740" y="16339"/>
                  </a:lnTo>
                  <a:lnTo>
                    <a:pt x="6082" y="16437"/>
                  </a:lnTo>
                  <a:lnTo>
                    <a:pt x="6424" y="16534"/>
                  </a:lnTo>
                  <a:lnTo>
                    <a:pt x="6766" y="16608"/>
                  </a:lnTo>
                  <a:lnTo>
                    <a:pt x="7132" y="16657"/>
                  </a:lnTo>
                  <a:lnTo>
                    <a:pt x="7474" y="16681"/>
                  </a:lnTo>
                  <a:lnTo>
                    <a:pt x="7840" y="16705"/>
                  </a:lnTo>
                  <a:lnTo>
                    <a:pt x="8231" y="16730"/>
                  </a:lnTo>
                  <a:lnTo>
                    <a:pt x="8646" y="16705"/>
                  </a:lnTo>
                  <a:lnTo>
                    <a:pt x="9086" y="16681"/>
                  </a:lnTo>
                  <a:lnTo>
                    <a:pt x="9501" y="16632"/>
                  </a:lnTo>
                  <a:lnTo>
                    <a:pt x="9941" y="16559"/>
                  </a:lnTo>
                  <a:lnTo>
                    <a:pt x="10331" y="16461"/>
                  </a:lnTo>
                  <a:lnTo>
                    <a:pt x="10747" y="16339"/>
                  </a:lnTo>
                  <a:lnTo>
                    <a:pt x="11137" y="16217"/>
                  </a:lnTo>
                  <a:lnTo>
                    <a:pt x="11528" y="16046"/>
                  </a:lnTo>
                  <a:lnTo>
                    <a:pt x="11894" y="15875"/>
                  </a:lnTo>
                  <a:lnTo>
                    <a:pt x="12261" y="15704"/>
                  </a:lnTo>
                  <a:lnTo>
                    <a:pt x="12627" y="15484"/>
                  </a:lnTo>
                  <a:lnTo>
                    <a:pt x="12969" y="15264"/>
                  </a:lnTo>
                  <a:lnTo>
                    <a:pt x="13311" y="15045"/>
                  </a:lnTo>
                  <a:lnTo>
                    <a:pt x="13628" y="14776"/>
                  </a:lnTo>
                  <a:lnTo>
                    <a:pt x="13922" y="14507"/>
                  </a:lnTo>
                  <a:lnTo>
                    <a:pt x="14215" y="14239"/>
                  </a:lnTo>
                  <a:lnTo>
                    <a:pt x="14508" y="13946"/>
                  </a:lnTo>
                  <a:lnTo>
                    <a:pt x="14776" y="13628"/>
                  </a:lnTo>
                  <a:lnTo>
                    <a:pt x="15021" y="13311"/>
                  </a:lnTo>
                  <a:lnTo>
                    <a:pt x="15265" y="12969"/>
                  </a:lnTo>
                  <a:lnTo>
                    <a:pt x="15485" y="12627"/>
                  </a:lnTo>
                  <a:lnTo>
                    <a:pt x="15680" y="12285"/>
                  </a:lnTo>
                  <a:lnTo>
                    <a:pt x="15875" y="11918"/>
                  </a:lnTo>
                  <a:lnTo>
                    <a:pt x="16046" y="11528"/>
                  </a:lnTo>
                  <a:lnTo>
                    <a:pt x="16193" y="11161"/>
                  </a:lnTo>
                  <a:lnTo>
                    <a:pt x="16339" y="10746"/>
                  </a:lnTo>
                  <a:lnTo>
                    <a:pt x="16437" y="10355"/>
                  </a:lnTo>
                  <a:lnTo>
                    <a:pt x="16535" y="9940"/>
                  </a:lnTo>
                  <a:lnTo>
                    <a:pt x="16608" y="9525"/>
                  </a:lnTo>
                  <a:lnTo>
                    <a:pt x="16657" y="9085"/>
                  </a:lnTo>
                  <a:lnTo>
                    <a:pt x="16706" y="8670"/>
                  </a:lnTo>
                  <a:lnTo>
                    <a:pt x="16706" y="8231"/>
                  </a:lnTo>
                  <a:lnTo>
                    <a:pt x="16706" y="7864"/>
                  </a:lnTo>
                  <a:lnTo>
                    <a:pt x="16681" y="7498"/>
                  </a:lnTo>
                  <a:lnTo>
                    <a:pt x="16632" y="7132"/>
                  </a:lnTo>
                  <a:lnTo>
                    <a:pt x="16584" y="6790"/>
                  </a:lnTo>
                  <a:lnTo>
                    <a:pt x="16510" y="6423"/>
                  </a:lnTo>
                  <a:lnTo>
                    <a:pt x="16437" y="6081"/>
                  </a:lnTo>
                  <a:lnTo>
                    <a:pt x="16339" y="5739"/>
                  </a:lnTo>
                  <a:lnTo>
                    <a:pt x="16242" y="5398"/>
                  </a:lnTo>
                  <a:lnTo>
                    <a:pt x="15973" y="4763"/>
                  </a:lnTo>
                  <a:lnTo>
                    <a:pt x="15656" y="4128"/>
                  </a:lnTo>
                  <a:lnTo>
                    <a:pt x="15314" y="3541"/>
                  </a:lnTo>
                  <a:lnTo>
                    <a:pt x="14898" y="2980"/>
                  </a:lnTo>
                  <a:lnTo>
                    <a:pt x="14459" y="2467"/>
                  </a:lnTo>
                  <a:lnTo>
                    <a:pt x="13970" y="1978"/>
                  </a:lnTo>
                  <a:lnTo>
                    <a:pt x="13433" y="1539"/>
                  </a:lnTo>
                  <a:lnTo>
                    <a:pt x="12871" y="1123"/>
                  </a:lnTo>
                  <a:lnTo>
                    <a:pt x="12285" y="782"/>
                  </a:lnTo>
                  <a:lnTo>
                    <a:pt x="11675" y="464"/>
                  </a:lnTo>
                  <a:lnTo>
                    <a:pt x="11015" y="220"/>
                  </a:lnTo>
                  <a:lnTo>
                    <a:pt x="10673" y="98"/>
                  </a:lnTo>
                  <a:lnTo>
                    <a:pt x="1033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71" name="Google Shape;763;p47">
            <a:extLst>
              <a:ext uri="{FF2B5EF4-FFF2-40B4-BE49-F238E27FC236}">
                <a16:creationId xmlns:a16="http://schemas.microsoft.com/office/drawing/2014/main" xmlns="" id="{B17E2B19-5F72-C302-EEA3-137581C65AB4}"/>
              </a:ext>
            </a:extLst>
          </p:cNvPr>
          <p:cNvGrpSpPr/>
          <p:nvPr/>
        </p:nvGrpSpPr>
        <p:grpSpPr>
          <a:xfrm>
            <a:off x="6223591" y="2668500"/>
            <a:ext cx="256233" cy="249578"/>
            <a:chOff x="5926225" y="921350"/>
            <a:chExt cx="517800" cy="504350"/>
          </a:xfrm>
        </p:grpSpPr>
        <p:sp>
          <p:nvSpPr>
            <p:cNvPr id="72" name="Google Shape;764;p47">
              <a:extLst>
                <a:ext uri="{FF2B5EF4-FFF2-40B4-BE49-F238E27FC236}">
                  <a16:creationId xmlns:a16="http://schemas.microsoft.com/office/drawing/2014/main" xmlns="" id="{F572436E-DFE3-5CF5-0EF0-BEDC5E63DAFE}"/>
                </a:ext>
              </a:extLst>
            </p:cNvPr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l" t="t" r="r" b="b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3" name="Google Shape;765;p47">
              <a:extLst>
                <a:ext uri="{FF2B5EF4-FFF2-40B4-BE49-F238E27FC236}">
                  <a16:creationId xmlns:a16="http://schemas.microsoft.com/office/drawing/2014/main" xmlns="" id="{F7475252-5B61-1576-C75E-0277AC7EA388}"/>
                </a:ext>
              </a:extLst>
            </p:cNvPr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l" t="t" r="r" b="b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74" name="Google Shape;766;p47">
            <a:extLst>
              <a:ext uri="{FF2B5EF4-FFF2-40B4-BE49-F238E27FC236}">
                <a16:creationId xmlns:a16="http://schemas.microsoft.com/office/drawing/2014/main" xmlns="" id="{68D8E555-EB09-2858-9414-37B4B97FD832}"/>
              </a:ext>
            </a:extLst>
          </p:cNvPr>
          <p:cNvGrpSpPr/>
          <p:nvPr/>
        </p:nvGrpSpPr>
        <p:grpSpPr>
          <a:xfrm>
            <a:off x="6565620" y="2673337"/>
            <a:ext cx="239309" cy="239916"/>
            <a:chOff x="6617400" y="931125"/>
            <a:chExt cx="483600" cy="484825"/>
          </a:xfrm>
        </p:grpSpPr>
        <p:sp>
          <p:nvSpPr>
            <p:cNvPr id="75" name="Google Shape;767;p47">
              <a:extLst>
                <a:ext uri="{FF2B5EF4-FFF2-40B4-BE49-F238E27FC236}">
                  <a16:creationId xmlns:a16="http://schemas.microsoft.com/office/drawing/2014/main" xmlns="" id="{2EA6FDDE-0DE3-2A1C-424C-4633D59948BB}"/>
                </a:ext>
              </a:extLst>
            </p:cNvPr>
            <p:cNvSpPr/>
            <p:nvPr/>
          </p:nvSpPr>
          <p:spPr>
            <a:xfrm>
              <a:off x="6843925" y="1183900"/>
              <a:ext cx="121525" cy="232050"/>
            </a:xfrm>
            <a:custGeom>
              <a:avLst/>
              <a:gdLst/>
              <a:ahLst/>
              <a:cxnLst/>
              <a:rect l="l" t="t" r="r" b="b"/>
              <a:pathLst>
                <a:path w="4861" h="9282" extrusionOk="0">
                  <a:moveTo>
                    <a:pt x="1" y="0"/>
                  </a:moveTo>
                  <a:lnTo>
                    <a:pt x="1" y="6863"/>
                  </a:lnTo>
                  <a:lnTo>
                    <a:pt x="25" y="7107"/>
                  </a:lnTo>
                  <a:lnTo>
                    <a:pt x="49" y="7327"/>
                  </a:lnTo>
                  <a:lnTo>
                    <a:pt x="123" y="7572"/>
                  </a:lnTo>
                  <a:lnTo>
                    <a:pt x="196" y="7791"/>
                  </a:lnTo>
                  <a:lnTo>
                    <a:pt x="294" y="8011"/>
                  </a:lnTo>
                  <a:lnTo>
                    <a:pt x="416" y="8207"/>
                  </a:lnTo>
                  <a:lnTo>
                    <a:pt x="562" y="8402"/>
                  </a:lnTo>
                  <a:lnTo>
                    <a:pt x="709" y="8573"/>
                  </a:lnTo>
                  <a:lnTo>
                    <a:pt x="880" y="8719"/>
                  </a:lnTo>
                  <a:lnTo>
                    <a:pt x="1075" y="8866"/>
                  </a:lnTo>
                  <a:lnTo>
                    <a:pt x="1271" y="8988"/>
                  </a:lnTo>
                  <a:lnTo>
                    <a:pt x="1490" y="9086"/>
                  </a:lnTo>
                  <a:lnTo>
                    <a:pt x="1710" y="9159"/>
                  </a:lnTo>
                  <a:lnTo>
                    <a:pt x="1930" y="9232"/>
                  </a:lnTo>
                  <a:lnTo>
                    <a:pt x="2174" y="9257"/>
                  </a:lnTo>
                  <a:lnTo>
                    <a:pt x="2418" y="9281"/>
                  </a:lnTo>
                  <a:lnTo>
                    <a:pt x="2663" y="9257"/>
                  </a:lnTo>
                  <a:lnTo>
                    <a:pt x="2907" y="9232"/>
                  </a:lnTo>
                  <a:lnTo>
                    <a:pt x="3151" y="9159"/>
                  </a:lnTo>
                  <a:lnTo>
                    <a:pt x="3371" y="9086"/>
                  </a:lnTo>
                  <a:lnTo>
                    <a:pt x="3591" y="8988"/>
                  </a:lnTo>
                  <a:lnTo>
                    <a:pt x="3786" y="8866"/>
                  </a:lnTo>
                  <a:lnTo>
                    <a:pt x="3957" y="8719"/>
                  </a:lnTo>
                  <a:lnTo>
                    <a:pt x="4128" y="8573"/>
                  </a:lnTo>
                  <a:lnTo>
                    <a:pt x="4299" y="8402"/>
                  </a:lnTo>
                  <a:lnTo>
                    <a:pt x="4446" y="8207"/>
                  </a:lnTo>
                  <a:lnTo>
                    <a:pt x="4568" y="8011"/>
                  </a:lnTo>
                  <a:lnTo>
                    <a:pt x="4665" y="7791"/>
                  </a:lnTo>
                  <a:lnTo>
                    <a:pt x="4739" y="7572"/>
                  </a:lnTo>
                  <a:lnTo>
                    <a:pt x="4812" y="7327"/>
                  </a:lnTo>
                  <a:lnTo>
                    <a:pt x="4836" y="7107"/>
                  </a:lnTo>
                  <a:lnTo>
                    <a:pt x="4861" y="6863"/>
                  </a:lnTo>
                  <a:lnTo>
                    <a:pt x="4836" y="6717"/>
                  </a:lnTo>
                  <a:lnTo>
                    <a:pt x="4812" y="6619"/>
                  </a:lnTo>
                  <a:lnTo>
                    <a:pt x="4739" y="6521"/>
                  </a:lnTo>
                  <a:lnTo>
                    <a:pt x="4665" y="6424"/>
                  </a:lnTo>
                  <a:lnTo>
                    <a:pt x="4592" y="6350"/>
                  </a:lnTo>
                  <a:lnTo>
                    <a:pt x="4470" y="6302"/>
                  </a:lnTo>
                  <a:lnTo>
                    <a:pt x="4372" y="6253"/>
                  </a:lnTo>
                  <a:lnTo>
                    <a:pt x="4128" y="6253"/>
                  </a:lnTo>
                  <a:lnTo>
                    <a:pt x="4006" y="6302"/>
                  </a:lnTo>
                  <a:lnTo>
                    <a:pt x="3908" y="6350"/>
                  </a:lnTo>
                  <a:lnTo>
                    <a:pt x="3811" y="6424"/>
                  </a:lnTo>
                  <a:lnTo>
                    <a:pt x="3737" y="6521"/>
                  </a:lnTo>
                  <a:lnTo>
                    <a:pt x="3688" y="6619"/>
                  </a:lnTo>
                  <a:lnTo>
                    <a:pt x="3640" y="6717"/>
                  </a:lnTo>
                  <a:lnTo>
                    <a:pt x="3640" y="6863"/>
                  </a:lnTo>
                  <a:lnTo>
                    <a:pt x="3615" y="7083"/>
                  </a:lnTo>
                  <a:lnTo>
                    <a:pt x="3542" y="7327"/>
                  </a:lnTo>
                  <a:lnTo>
                    <a:pt x="3420" y="7523"/>
                  </a:lnTo>
                  <a:lnTo>
                    <a:pt x="3273" y="7718"/>
                  </a:lnTo>
                  <a:lnTo>
                    <a:pt x="3102" y="7865"/>
                  </a:lnTo>
                  <a:lnTo>
                    <a:pt x="2907" y="7962"/>
                  </a:lnTo>
                  <a:lnTo>
                    <a:pt x="2663" y="8036"/>
                  </a:lnTo>
                  <a:lnTo>
                    <a:pt x="2418" y="8060"/>
                  </a:lnTo>
                  <a:lnTo>
                    <a:pt x="2174" y="8036"/>
                  </a:lnTo>
                  <a:lnTo>
                    <a:pt x="1954" y="7962"/>
                  </a:lnTo>
                  <a:lnTo>
                    <a:pt x="1759" y="7865"/>
                  </a:lnTo>
                  <a:lnTo>
                    <a:pt x="1564" y="7718"/>
                  </a:lnTo>
                  <a:lnTo>
                    <a:pt x="1417" y="7523"/>
                  </a:lnTo>
                  <a:lnTo>
                    <a:pt x="1319" y="7327"/>
                  </a:lnTo>
                  <a:lnTo>
                    <a:pt x="1246" y="7083"/>
                  </a:lnTo>
                  <a:lnTo>
                    <a:pt x="1222" y="6863"/>
                  </a:lnTo>
                  <a:lnTo>
                    <a:pt x="1222" y="0"/>
                  </a:lnTo>
                  <a:lnTo>
                    <a:pt x="953" y="220"/>
                  </a:lnTo>
                  <a:lnTo>
                    <a:pt x="880" y="293"/>
                  </a:lnTo>
                  <a:lnTo>
                    <a:pt x="806" y="342"/>
                  </a:lnTo>
                  <a:lnTo>
                    <a:pt x="709" y="367"/>
                  </a:lnTo>
                  <a:lnTo>
                    <a:pt x="513" y="367"/>
                  </a:lnTo>
                  <a:lnTo>
                    <a:pt x="416" y="342"/>
                  </a:lnTo>
                  <a:lnTo>
                    <a:pt x="342" y="293"/>
                  </a:lnTo>
                  <a:lnTo>
                    <a:pt x="269" y="22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6" name="Google Shape;768;p47">
              <a:extLst>
                <a:ext uri="{FF2B5EF4-FFF2-40B4-BE49-F238E27FC236}">
                  <a16:creationId xmlns:a16="http://schemas.microsoft.com/office/drawing/2014/main" xmlns="" id="{2716B9B6-321B-30AB-B490-EFB1B6B4722C}"/>
                </a:ext>
              </a:extLst>
            </p:cNvPr>
            <p:cNvSpPr/>
            <p:nvPr/>
          </p:nvSpPr>
          <p:spPr>
            <a:xfrm>
              <a:off x="6617400" y="931125"/>
              <a:ext cx="483600" cy="259500"/>
            </a:xfrm>
            <a:custGeom>
              <a:avLst/>
              <a:gdLst/>
              <a:ahLst/>
              <a:cxnLst/>
              <a:rect l="l" t="t" r="r" b="b"/>
              <a:pathLst>
                <a:path w="19344" h="10380" extrusionOk="0">
                  <a:moveTo>
                    <a:pt x="5252" y="9769"/>
                  </a:moveTo>
                  <a:lnTo>
                    <a:pt x="5252" y="9769"/>
                  </a:lnTo>
                  <a:lnTo>
                    <a:pt x="5252" y="9769"/>
                  </a:lnTo>
                  <a:close/>
                  <a:moveTo>
                    <a:pt x="9672" y="0"/>
                  </a:moveTo>
                  <a:lnTo>
                    <a:pt x="9550" y="25"/>
                  </a:lnTo>
                  <a:lnTo>
                    <a:pt x="9428" y="49"/>
                  </a:lnTo>
                  <a:lnTo>
                    <a:pt x="9330" y="122"/>
                  </a:lnTo>
                  <a:lnTo>
                    <a:pt x="9232" y="196"/>
                  </a:lnTo>
                  <a:lnTo>
                    <a:pt x="9159" y="269"/>
                  </a:lnTo>
                  <a:lnTo>
                    <a:pt x="9110" y="367"/>
                  </a:lnTo>
                  <a:lnTo>
                    <a:pt x="9086" y="489"/>
                  </a:lnTo>
                  <a:lnTo>
                    <a:pt x="9062" y="611"/>
                  </a:lnTo>
                  <a:lnTo>
                    <a:pt x="9062" y="1246"/>
                  </a:lnTo>
                  <a:lnTo>
                    <a:pt x="8622" y="1270"/>
                  </a:lnTo>
                  <a:lnTo>
                    <a:pt x="8182" y="1343"/>
                  </a:lnTo>
                  <a:lnTo>
                    <a:pt x="7767" y="1417"/>
                  </a:lnTo>
                  <a:lnTo>
                    <a:pt x="7328" y="1514"/>
                  </a:lnTo>
                  <a:lnTo>
                    <a:pt x="6912" y="1612"/>
                  </a:lnTo>
                  <a:lnTo>
                    <a:pt x="6497" y="1759"/>
                  </a:lnTo>
                  <a:lnTo>
                    <a:pt x="6082" y="1905"/>
                  </a:lnTo>
                  <a:lnTo>
                    <a:pt x="5691" y="2076"/>
                  </a:lnTo>
                  <a:lnTo>
                    <a:pt x="5300" y="2247"/>
                  </a:lnTo>
                  <a:lnTo>
                    <a:pt x="4910" y="2467"/>
                  </a:lnTo>
                  <a:lnTo>
                    <a:pt x="4543" y="2687"/>
                  </a:lnTo>
                  <a:lnTo>
                    <a:pt x="4177" y="2931"/>
                  </a:lnTo>
                  <a:lnTo>
                    <a:pt x="3811" y="3175"/>
                  </a:lnTo>
                  <a:lnTo>
                    <a:pt x="3469" y="3468"/>
                  </a:lnTo>
                  <a:lnTo>
                    <a:pt x="3151" y="3761"/>
                  </a:lnTo>
                  <a:lnTo>
                    <a:pt x="2834" y="4054"/>
                  </a:lnTo>
                  <a:lnTo>
                    <a:pt x="2516" y="4372"/>
                  </a:lnTo>
                  <a:lnTo>
                    <a:pt x="2223" y="4714"/>
                  </a:lnTo>
                  <a:lnTo>
                    <a:pt x="1930" y="5080"/>
                  </a:lnTo>
                  <a:lnTo>
                    <a:pt x="1686" y="5422"/>
                  </a:lnTo>
                  <a:lnTo>
                    <a:pt x="1442" y="5788"/>
                  </a:lnTo>
                  <a:lnTo>
                    <a:pt x="1222" y="6179"/>
                  </a:lnTo>
                  <a:lnTo>
                    <a:pt x="1002" y="6570"/>
                  </a:lnTo>
                  <a:lnTo>
                    <a:pt x="807" y="6961"/>
                  </a:lnTo>
                  <a:lnTo>
                    <a:pt x="660" y="7376"/>
                  </a:lnTo>
                  <a:lnTo>
                    <a:pt x="489" y="7791"/>
                  </a:lnTo>
                  <a:lnTo>
                    <a:pt x="367" y="8206"/>
                  </a:lnTo>
                  <a:lnTo>
                    <a:pt x="245" y="8622"/>
                  </a:lnTo>
                  <a:lnTo>
                    <a:pt x="172" y="9061"/>
                  </a:lnTo>
                  <a:lnTo>
                    <a:pt x="98" y="9501"/>
                  </a:lnTo>
                  <a:lnTo>
                    <a:pt x="25" y="9940"/>
                  </a:lnTo>
                  <a:lnTo>
                    <a:pt x="1" y="10380"/>
                  </a:lnTo>
                  <a:lnTo>
                    <a:pt x="196" y="10111"/>
                  </a:lnTo>
                  <a:lnTo>
                    <a:pt x="465" y="9867"/>
                  </a:lnTo>
                  <a:lnTo>
                    <a:pt x="758" y="9647"/>
                  </a:lnTo>
                  <a:lnTo>
                    <a:pt x="1075" y="9452"/>
                  </a:lnTo>
                  <a:lnTo>
                    <a:pt x="1442" y="9305"/>
                  </a:lnTo>
                  <a:lnTo>
                    <a:pt x="1808" y="9183"/>
                  </a:lnTo>
                  <a:lnTo>
                    <a:pt x="2223" y="9110"/>
                  </a:lnTo>
                  <a:lnTo>
                    <a:pt x="2638" y="9086"/>
                  </a:lnTo>
                  <a:lnTo>
                    <a:pt x="2956" y="9110"/>
                  </a:lnTo>
                  <a:lnTo>
                    <a:pt x="3249" y="9134"/>
                  </a:lnTo>
                  <a:lnTo>
                    <a:pt x="3542" y="9208"/>
                  </a:lnTo>
                  <a:lnTo>
                    <a:pt x="3811" y="9281"/>
                  </a:lnTo>
                  <a:lnTo>
                    <a:pt x="4079" y="9379"/>
                  </a:lnTo>
                  <a:lnTo>
                    <a:pt x="4323" y="9501"/>
                  </a:lnTo>
                  <a:lnTo>
                    <a:pt x="4543" y="9647"/>
                  </a:lnTo>
                  <a:lnTo>
                    <a:pt x="4763" y="9794"/>
                  </a:lnTo>
                  <a:lnTo>
                    <a:pt x="4812" y="9305"/>
                  </a:lnTo>
                  <a:lnTo>
                    <a:pt x="4934" y="8573"/>
                  </a:lnTo>
                  <a:lnTo>
                    <a:pt x="5007" y="8109"/>
                  </a:lnTo>
                  <a:lnTo>
                    <a:pt x="5129" y="7620"/>
                  </a:lnTo>
                  <a:lnTo>
                    <a:pt x="5276" y="7107"/>
                  </a:lnTo>
                  <a:lnTo>
                    <a:pt x="5447" y="6546"/>
                  </a:lnTo>
                  <a:lnTo>
                    <a:pt x="5642" y="5984"/>
                  </a:lnTo>
                  <a:lnTo>
                    <a:pt x="5887" y="5373"/>
                  </a:lnTo>
                  <a:lnTo>
                    <a:pt x="6180" y="4763"/>
                  </a:lnTo>
                  <a:lnTo>
                    <a:pt x="6522" y="4152"/>
                  </a:lnTo>
                  <a:lnTo>
                    <a:pt x="6888" y="3542"/>
                  </a:lnTo>
                  <a:lnTo>
                    <a:pt x="7303" y="2931"/>
                  </a:lnTo>
                  <a:lnTo>
                    <a:pt x="7792" y="2345"/>
                  </a:lnTo>
                  <a:lnTo>
                    <a:pt x="8329" y="1783"/>
                  </a:lnTo>
                  <a:lnTo>
                    <a:pt x="8402" y="1710"/>
                  </a:lnTo>
                  <a:lnTo>
                    <a:pt x="8597" y="1710"/>
                  </a:lnTo>
                  <a:lnTo>
                    <a:pt x="8671" y="1783"/>
                  </a:lnTo>
                  <a:lnTo>
                    <a:pt x="8720" y="1856"/>
                  </a:lnTo>
                  <a:lnTo>
                    <a:pt x="8744" y="1954"/>
                  </a:lnTo>
                  <a:lnTo>
                    <a:pt x="8720" y="2027"/>
                  </a:lnTo>
                  <a:lnTo>
                    <a:pt x="8671" y="2125"/>
                  </a:lnTo>
                  <a:lnTo>
                    <a:pt x="8182" y="2662"/>
                  </a:lnTo>
                  <a:lnTo>
                    <a:pt x="7718" y="3200"/>
                  </a:lnTo>
                  <a:lnTo>
                    <a:pt x="7328" y="3786"/>
                  </a:lnTo>
                  <a:lnTo>
                    <a:pt x="6961" y="4348"/>
                  </a:lnTo>
                  <a:lnTo>
                    <a:pt x="6668" y="4934"/>
                  </a:lnTo>
                  <a:lnTo>
                    <a:pt x="6375" y="5495"/>
                  </a:lnTo>
                  <a:lnTo>
                    <a:pt x="6155" y="6082"/>
                  </a:lnTo>
                  <a:lnTo>
                    <a:pt x="5960" y="6619"/>
                  </a:lnTo>
                  <a:lnTo>
                    <a:pt x="5789" y="7156"/>
                  </a:lnTo>
                  <a:lnTo>
                    <a:pt x="5642" y="7645"/>
                  </a:lnTo>
                  <a:lnTo>
                    <a:pt x="5520" y="8109"/>
                  </a:lnTo>
                  <a:lnTo>
                    <a:pt x="5423" y="8548"/>
                  </a:lnTo>
                  <a:lnTo>
                    <a:pt x="5300" y="9257"/>
                  </a:lnTo>
                  <a:lnTo>
                    <a:pt x="5252" y="9769"/>
                  </a:lnTo>
                  <a:lnTo>
                    <a:pt x="5471" y="9623"/>
                  </a:lnTo>
                  <a:lnTo>
                    <a:pt x="5691" y="9476"/>
                  </a:lnTo>
                  <a:lnTo>
                    <a:pt x="5935" y="9379"/>
                  </a:lnTo>
                  <a:lnTo>
                    <a:pt x="6180" y="9281"/>
                  </a:lnTo>
                  <a:lnTo>
                    <a:pt x="6448" y="9208"/>
                  </a:lnTo>
                  <a:lnTo>
                    <a:pt x="6741" y="9134"/>
                  </a:lnTo>
                  <a:lnTo>
                    <a:pt x="7034" y="9110"/>
                  </a:lnTo>
                  <a:lnTo>
                    <a:pt x="7328" y="9086"/>
                  </a:lnTo>
                  <a:lnTo>
                    <a:pt x="7645" y="9110"/>
                  </a:lnTo>
                  <a:lnTo>
                    <a:pt x="7938" y="9134"/>
                  </a:lnTo>
                  <a:lnTo>
                    <a:pt x="8207" y="9208"/>
                  </a:lnTo>
                  <a:lnTo>
                    <a:pt x="8475" y="9281"/>
                  </a:lnTo>
                  <a:lnTo>
                    <a:pt x="8744" y="9379"/>
                  </a:lnTo>
                  <a:lnTo>
                    <a:pt x="8988" y="9501"/>
                  </a:lnTo>
                  <a:lnTo>
                    <a:pt x="9208" y="9623"/>
                  </a:lnTo>
                  <a:lnTo>
                    <a:pt x="9428" y="9794"/>
                  </a:lnTo>
                  <a:lnTo>
                    <a:pt x="9428" y="1954"/>
                  </a:lnTo>
                  <a:lnTo>
                    <a:pt x="9452" y="1856"/>
                  </a:lnTo>
                  <a:lnTo>
                    <a:pt x="9501" y="1783"/>
                  </a:lnTo>
                  <a:lnTo>
                    <a:pt x="9574" y="1710"/>
                  </a:lnTo>
                  <a:lnTo>
                    <a:pt x="9770" y="1710"/>
                  </a:lnTo>
                  <a:lnTo>
                    <a:pt x="9843" y="1783"/>
                  </a:lnTo>
                  <a:lnTo>
                    <a:pt x="9892" y="1856"/>
                  </a:lnTo>
                  <a:lnTo>
                    <a:pt x="9916" y="1954"/>
                  </a:lnTo>
                  <a:lnTo>
                    <a:pt x="9916" y="9794"/>
                  </a:lnTo>
                  <a:lnTo>
                    <a:pt x="10136" y="9623"/>
                  </a:lnTo>
                  <a:lnTo>
                    <a:pt x="10356" y="9501"/>
                  </a:lnTo>
                  <a:lnTo>
                    <a:pt x="10600" y="9379"/>
                  </a:lnTo>
                  <a:lnTo>
                    <a:pt x="10869" y="9281"/>
                  </a:lnTo>
                  <a:lnTo>
                    <a:pt x="11137" y="9208"/>
                  </a:lnTo>
                  <a:lnTo>
                    <a:pt x="11406" y="9134"/>
                  </a:lnTo>
                  <a:lnTo>
                    <a:pt x="11699" y="9110"/>
                  </a:lnTo>
                  <a:lnTo>
                    <a:pt x="12017" y="9086"/>
                  </a:lnTo>
                  <a:lnTo>
                    <a:pt x="12310" y="9110"/>
                  </a:lnTo>
                  <a:lnTo>
                    <a:pt x="12603" y="9134"/>
                  </a:lnTo>
                  <a:lnTo>
                    <a:pt x="12896" y="9208"/>
                  </a:lnTo>
                  <a:lnTo>
                    <a:pt x="13165" y="9281"/>
                  </a:lnTo>
                  <a:lnTo>
                    <a:pt x="13409" y="9379"/>
                  </a:lnTo>
                  <a:lnTo>
                    <a:pt x="13653" y="9476"/>
                  </a:lnTo>
                  <a:lnTo>
                    <a:pt x="13873" y="9623"/>
                  </a:lnTo>
                  <a:lnTo>
                    <a:pt x="14093" y="9769"/>
                  </a:lnTo>
                  <a:lnTo>
                    <a:pt x="14019" y="9257"/>
                  </a:lnTo>
                  <a:lnTo>
                    <a:pt x="13897" y="8548"/>
                  </a:lnTo>
                  <a:lnTo>
                    <a:pt x="13824" y="8109"/>
                  </a:lnTo>
                  <a:lnTo>
                    <a:pt x="13702" y="7645"/>
                  </a:lnTo>
                  <a:lnTo>
                    <a:pt x="13555" y="7132"/>
                  </a:lnTo>
                  <a:lnTo>
                    <a:pt x="13384" y="6619"/>
                  </a:lnTo>
                  <a:lnTo>
                    <a:pt x="13189" y="6057"/>
                  </a:lnTo>
                  <a:lnTo>
                    <a:pt x="12945" y="5495"/>
                  </a:lnTo>
                  <a:lnTo>
                    <a:pt x="12676" y="4934"/>
                  </a:lnTo>
                  <a:lnTo>
                    <a:pt x="12359" y="4348"/>
                  </a:lnTo>
                  <a:lnTo>
                    <a:pt x="12017" y="3786"/>
                  </a:lnTo>
                  <a:lnTo>
                    <a:pt x="11626" y="3200"/>
                  </a:lnTo>
                  <a:lnTo>
                    <a:pt x="11162" y="2662"/>
                  </a:lnTo>
                  <a:lnTo>
                    <a:pt x="10673" y="2125"/>
                  </a:lnTo>
                  <a:lnTo>
                    <a:pt x="10625" y="2027"/>
                  </a:lnTo>
                  <a:lnTo>
                    <a:pt x="10600" y="1954"/>
                  </a:lnTo>
                  <a:lnTo>
                    <a:pt x="10625" y="1856"/>
                  </a:lnTo>
                  <a:lnTo>
                    <a:pt x="10673" y="1783"/>
                  </a:lnTo>
                  <a:lnTo>
                    <a:pt x="10747" y="1710"/>
                  </a:lnTo>
                  <a:lnTo>
                    <a:pt x="10942" y="1710"/>
                  </a:lnTo>
                  <a:lnTo>
                    <a:pt x="11015" y="1783"/>
                  </a:lnTo>
                  <a:lnTo>
                    <a:pt x="11553" y="2345"/>
                  </a:lnTo>
                  <a:lnTo>
                    <a:pt x="12017" y="2931"/>
                  </a:lnTo>
                  <a:lnTo>
                    <a:pt x="12456" y="3542"/>
                  </a:lnTo>
                  <a:lnTo>
                    <a:pt x="12823" y="4152"/>
                  </a:lnTo>
                  <a:lnTo>
                    <a:pt x="13165" y="4787"/>
                  </a:lnTo>
                  <a:lnTo>
                    <a:pt x="13458" y="5373"/>
                  </a:lnTo>
                  <a:lnTo>
                    <a:pt x="13702" y="5984"/>
                  </a:lnTo>
                  <a:lnTo>
                    <a:pt x="13897" y="6546"/>
                  </a:lnTo>
                  <a:lnTo>
                    <a:pt x="14068" y="7107"/>
                  </a:lnTo>
                  <a:lnTo>
                    <a:pt x="14215" y="7620"/>
                  </a:lnTo>
                  <a:lnTo>
                    <a:pt x="14337" y="8109"/>
                  </a:lnTo>
                  <a:lnTo>
                    <a:pt x="14410" y="8573"/>
                  </a:lnTo>
                  <a:lnTo>
                    <a:pt x="14532" y="9305"/>
                  </a:lnTo>
                  <a:lnTo>
                    <a:pt x="14581" y="9794"/>
                  </a:lnTo>
                  <a:lnTo>
                    <a:pt x="14801" y="9647"/>
                  </a:lnTo>
                  <a:lnTo>
                    <a:pt x="15021" y="9501"/>
                  </a:lnTo>
                  <a:lnTo>
                    <a:pt x="15265" y="9379"/>
                  </a:lnTo>
                  <a:lnTo>
                    <a:pt x="15534" y="9281"/>
                  </a:lnTo>
                  <a:lnTo>
                    <a:pt x="15802" y="9208"/>
                  </a:lnTo>
                  <a:lnTo>
                    <a:pt x="16095" y="9134"/>
                  </a:lnTo>
                  <a:lnTo>
                    <a:pt x="16388" y="9110"/>
                  </a:lnTo>
                  <a:lnTo>
                    <a:pt x="16706" y="9086"/>
                  </a:lnTo>
                  <a:lnTo>
                    <a:pt x="17121" y="9110"/>
                  </a:lnTo>
                  <a:lnTo>
                    <a:pt x="17536" y="9183"/>
                  </a:lnTo>
                  <a:lnTo>
                    <a:pt x="17903" y="9305"/>
                  </a:lnTo>
                  <a:lnTo>
                    <a:pt x="18269" y="9452"/>
                  </a:lnTo>
                  <a:lnTo>
                    <a:pt x="18587" y="9647"/>
                  </a:lnTo>
                  <a:lnTo>
                    <a:pt x="18880" y="9867"/>
                  </a:lnTo>
                  <a:lnTo>
                    <a:pt x="19148" y="10111"/>
                  </a:lnTo>
                  <a:lnTo>
                    <a:pt x="19344" y="10380"/>
                  </a:lnTo>
                  <a:lnTo>
                    <a:pt x="19319" y="9940"/>
                  </a:lnTo>
                  <a:lnTo>
                    <a:pt x="19246" y="9501"/>
                  </a:lnTo>
                  <a:lnTo>
                    <a:pt x="19173" y="9061"/>
                  </a:lnTo>
                  <a:lnTo>
                    <a:pt x="19099" y="8622"/>
                  </a:lnTo>
                  <a:lnTo>
                    <a:pt x="18977" y="8206"/>
                  </a:lnTo>
                  <a:lnTo>
                    <a:pt x="18855" y="7791"/>
                  </a:lnTo>
                  <a:lnTo>
                    <a:pt x="18684" y="7376"/>
                  </a:lnTo>
                  <a:lnTo>
                    <a:pt x="18538" y="6961"/>
                  </a:lnTo>
                  <a:lnTo>
                    <a:pt x="18342" y="6570"/>
                  </a:lnTo>
                  <a:lnTo>
                    <a:pt x="18122" y="6179"/>
                  </a:lnTo>
                  <a:lnTo>
                    <a:pt x="17903" y="5788"/>
                  </a:lnTo>
                  <a:lnTo>
                    <a:pt x="17658" y="5422"/>
                  </a:lnTo>
                  <a:lnTo>
                    <a:pt x="17414" y="5080"/>
                  </a:lnTo>
                  <a:lnTo>
                    <a:pt x="17121" y="4714"/>
                  </a:lnTo>
                  <a:lnTo>
                    <a:pt x="16828" y="4372"/>
                  </a:lnTo>
                  <a:lnTo>
                    <a:pt x="16511" y="4054"/>
                  </a:lnTo>
                  <a:lnTo>
                    <a:pt x="16193" y="3761"/>
                  </a:lnTo>
                  <a:lnTo>
                    <a:pt x="15876" y="3468"/>
                  </a:lnTo>
                  <a:lnTo>
                    <a:pt x="15534" y="3175"/>
                  </a:lnTo>
                  <a:lnTo>
                    <a:pt x="15167" y="2931"/>
                  </a:lnTo>
                  <a:lnTo>
                    <a:pt x="14801" y="2687"/>
                  </a:lnTo>
                  <a:lnTo>
                    <a:pt x="14435" y="2467"/>
                  </a:lnTo>
                  <a:lnTo>
                    <a:pt x="14044" y="2247"/>
                  </a:lnTo>
                  <a:lnTo>
                    <a:pt x="13653" y="2076"/>
                  </a:lnTo>
                  <a:lnTo>
                    <a:pt x="13262" y="1905"/>
                  </a:lnTo>
                  <a:lnTo>
                    <a:pt x="12847" y="1759"/>
                  </a:lnTo>
                  <a:lnTo>
                    <a:pt x="12432" y="1612"/>
                  </a:lnTo>
                  <a:lnTo>
                    <a:pt x="12017" y="1514"/>
                  </a:lnTo>
                  <a:lnTo>
                    <a:pt x="11577" y="1417"/>
                  </a:lnTo>
                  <a:lnTo>
                    <a:pt x="11162" y="1343"/>
                  </a:lnTo>
                  <a:lnTo>
                    <a:pt x="10722" y="1270"/>
                  </a:lnTo>
                  <a:lnTo>
                    <a:pt x="10283" y="1246"/>
                  </a:lnTo>
                  <a:lnTo>
                    <a:pt x="10283" y="611"/>
                  </a:lnTo>
                  <a:lnTo>
                    <a:pt x="10258" y="489"/>
                  </a:lnTo>
                  <a:lnTo>
                    <a:pt x="10234" y="367"/>
                  </a:lnTo>
                  <a:lnTo>
                    <a:pt x="10185" y="269"/>
                  </a:lnTo>
                  <a:lnTo>
                    <a:pt x="10112" y="196"/>
                  </a:lnTo>
                  <a:lnTo>
                    <a:pt x="10014" y="122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77" name="Google Shape;769;p47">
            <a:extLst>
              <a:ext uri="{FF2B5EF4-FFF2-40B4-BE49-F238E27FC236}">
                <a16:creationId xmlns:a16="http://schemas.microsoft.com/office/drawing/2014/main" xmlns="" id="{5D963CA1-EBEA-41E8-93E6-969AD6909D76}"/>
              </a:ext>
            </a:extLst>
          </p:cNvPr>
          <p:cNvGrpSpPr/>
          <p:nvPr/>
        </p:nvGrpSpPr>
        <p:grpSpPr>
          <a:xfrm>
            <a:off x="3567752" y="3045877"/>
            <a:ext cx="230848" cy="161965"/>
            <a:chOff x="559275" y="1683950"/>
            <a:chExt cx="466500" cy="327300"/>
          </a:xfrm>
        </p:grpSpPr>
        <p:sp>
          <p:nvSpPr>
            <p:cNvPr id="78" name="Google Shape;770;p47">
              <a:extLst>
                <a:ext uri="{FF2B5EF4-FFF2-40B4-BE49-F238E27FC236}">
                  <a16:creationId xmlns:a16="http://schemas.microsoft.com/office/drawing/2014/main" xmlns="" id="{90DA2B49-FF20-75D5-B8C1-D996249844B8}"/>
                </a:ext>
              </a:extLst>
            </p:cNvPr>
            <p:cNvSpPr/>
            <p:nvPr/>
          </p:nvSpPr>
          <p:spPr>
            <a:xfrm>
              <a:off x="559275" y="1683950"/>
              <a:ext cx="466500" cy="197850"/>
            </a:xfrm>
            <a:custGeom>
              <a:avLst/>
              <a:gdLst/>
              <a:ahLst/>
              <a:cxnLst/>
              <a:rect l="l" t="t" r="r" b="b"/>
              <a:pathLst>
                <a:path w="18660" h="7914" extrusionOk="0">
                  <a:moveTo>
                    <a:pt x="391" y="1"/>
                  </a:moveTo>
                  <a:lnTo>
                    <a:pt x="293" y="50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49" y="294"/>
                  </a:lnTo>
                  <a:lnTo>
                    <a:pt x="0" y="392"/>
                  </a:lnTo>
                  <a:lnTo>
                    <a:pt x="0" y="489"/>
                  </a:lnTo>
                  <a:lnTo>
                    <a:pt x="0" y="1173"/>
                  </a:lnTo>
                  <a:lnTo>
                    <a:pt x="9330" y="7914"/>
                  </a:lnTo>
                  <a:lnTo>
                    <a:pt x="18659" y="1173"/>
                  </a:lnTo>
                  <a:lnTo>
                    <a:pt x="18659" y="489"/>
                  </a:lnTo>
                  <a:lnTo>
                    <a:pt x="18659" y="392"/>
                  </a:lnTo>
                  <a:lnTo>
                    <a:pt x="18611" y="294"/>
                  </a:lnTo>
                  <a:lnTo>
                    <a:pt x="18586" y="221"/>
                  </a:lnTo>
                  <a:lnTo>
                    <a:pt x="18513" y="147"/>
                  </a:lnTo>
                  <a:lnTo>
                    <a:pt x="18440" y="74"/>
                  </a:lnTo>
                  <a:lnTo>
                    <a:pt x="18366" y="5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9" name="Google Shape;771;p47">
              <a:extLst>
                <a:ext uri="{FF2B5EF4-FFF2-40B4-BE49-F238E27FC236}">
                  <a16:creationId xmlns:a16="http://schemas.microsoft.com/office/drawing/2014/main" xmlns="" id="{CC5FF138-74B7-8F38-8B05-3A36B57E4A32}"/>
                </a:ext>
              </a:extLst>
            </p:cNvPr>
            <p:cNvSpPr/>
            <p:nvPr/>
          </p:nvSpPr>
          <p:spPr>
            <a:xfrm>
              <a:off x="559275" y="1727925"/>
              <a:ext cx="466500" cy="283325"/>
            </a:xfrm>
            <a:custGeom>
              <a:avLst/>
              <a:gdLst/>
              <a:ahLst/>
              <a:cxnLst/>
              <a:rect l="l" t="t" r="r" b="b"/>
              <a:pathLst>
                <a:path w="18660" h="11333" extrusionOk="0">
                  <a:moveTo>
                    <a:pt x="0" y="0"/>
                  </a:moveTo>
                  <a:lnTo>
                    <a:pt x="0" y="10844"/>
                  </a:lnTo>
                  <a:lnTo>
                    <a:pt x="0" y="10917"/>
                  </a:lnTo>
                  <a:lnTo>
                    <a:pt x="5129" y="7230"/>
                  </a:lnTo>
                  <a:lnTo>
                    <a:pt x="5227" y="7181"/>
                  </a:lnTo>
                  <a:lnTo>
                    <a:pt x="5325" y="7181"/>
                  </a:lnTo>
                  <a:lnTo>
                    <a:pt x="5398" y="7205"/>
                  </a:lnTo>
                  <a:lnTo>
                    <a:pt x="5471" y="7278"/>
                  </a:lnTo>
                  <a:lnTo>
                    <a:pt x="5520" y="7376"/>
                  </a:lnTo>
                  <a:lnTo>
                    <a:pt x="5520" y="7474"/>
                  </a:lnTo>
                  <a:lnTo>
                    <a:pt x="5471" y="7547"/>
                  </a:lnTo>
                  <a:lnTo>
                    <a:pt x="5422" y="7620"/>
                  </a:lnTo>
                  <a:lnTo>
                    <a:pt x="318" y="11308"/>
                  </a:lnTo>
                  <a:lnTo>
                    <a:pt x="415" y="11333"/>
                  </a:lnTo>
                  <a:lnTo>
                    <a:pt x="18244" y="11333"/>
                  </a:lnTo>
                  <a:lnTo>
                    <a:pt x="18342" y="11308"/>
                  </a:lnTo>
                  <a:lnTo>
                    <a:pt x="13238" y="7620"/>
                  </a:lnTo>
                  <a:lnTo>
                    <a:pt x="13189" y="7547"/>
                  </a:lnTo>
                  <a:lnTo>
                    <a:pt x="13140" y="7474"/>
                  </a:lnTo>
                  <a:lnTo>
                    <a:pt x="13140" y="7376"/>
                  </a:lnTo>
                  <a:lnTo>
                    <a:pt x="13189" y="7278"/>
                  </a:lnTo>
                  <a:lnTo>
                    <a:pt x="13262" y="7205"/>
                  </a:lnTo>
                  <a:lnTo>
                    <a:pt x="13335" y="7181"/>
                  </a:lnTo>
                  <a:lnTo>
                    <a:pt x="13433" y="7181"/>
                  </a:lnTo>
                  <a:lnTo>
                    <a:pt x="13531" y="7230"/>
                  </a:lnTo>
                  <a:lnTo>
                    <a:pt x="18659" y="10917"/>
                  </a:lnTo>
                  <a:lnTo>
                    <a:pt x="18659" y="10844"/>
                  </a:lnTo>
                  <a:lnTo>
                    <a:pt x="18659" y="0"/>
                  </a:lnTo>
                  <a:lnTo>
                    <a:pt x="9476" y="6643"/>
                  </a:lnTo>
                  <a:lnTo>
                    <a:pt x="9403" y="6692"/>
                  </a:lnTo>
                  <a:lnTo>
                    <a:pt x="9257" y="6692"/>
                  </a:lnTo>
                  <a:lnTo>
                    <a:pt x="9183" y="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0" name="Google Shape;772;p47">
            <a:extLst>
              <a:ext uri="{FF2B5EF4-FFF2-40B4-BE49-F238E27FC236}">
                <a16:creationId xmlns:a16="http://schemas.microsoft.com/office/drawing/2014/main" xmlns="" id="{0BCB2744-54FC-C6C7-B801-A9E65AA28BC7}"/>
              </a:ext>
            </a:extLst>
          </p:cNvPr>
          <p:cNvGrpSpPr/>
          <p:nvPr/>
        </p:nvGrpSpPr>
        <p:grpSpPr>
          <a:xfrm>
            <a:off x="3901319" y="3013855"/>
            <a:ext cx="230848" cy="226010"/>
            <a:chOff x="1233350" y="1619250"/>
            <a:chExt cx="466500" cy="456725"/>
          </a:xfrm>
        </p:grpSpPr>
        <p:sp>
          <p:nvSpPr>
            <p:cNvPr id="81" name="Google Shape;773;p47">
              <a:extLst>
                <a:ext uri="{FF2B5EF4-FFF2-40B4-BE49-F238E27FC236}">
                  <a16:creationId xmlns:a16="http://schemas.microsoft.com/office/drawing/2014/main" xmlns="" id="{439679AD-18A3-3F13-1666-DA4DB00668A0}"/>
                </a:ext>
              </a:extLst>
            </p:cNvPr>
            <p:cNvSpPr/>
            <p:nvPr/>
          </p:nvSpPr>
          <p:spPr>
            <a:xfrm>
              <a:off x="1233350" y="1619250"/>
              <a:ext cx="466500" cy="456725"/>
            </a:xfrm>
            <a:custGeom>
              <a:avLst/>
              <a:gdLst/>
              <a:ahLst/>
              <a:cxnLst/>
              <a:rect l="l" t="t" r="r" b="b"/>
              <a:pathLst>
                <a:path w="18660" h="18269" extrusionOk="0">
                  <a:moveTo>
                    <a:pt x="14923" y="5080"/>
                  </a:moveTo>
                  <a:lnTo>
                    <a:pt x="14923" y="9037"/>
                  </a:lnTo>
                  <a:lnTo>
                    <a:pt x="17316" y="7913"/>
                  </a:lnTo>
                  <a:lnTo>
                    <a:pt x="9476" y="13579"/>
                  </a:lnTo>
                  <a:lnTo>
                    <a:pt x="9403" y="13604"/>
                  </a:lnTo>
                  <a:lnTo>
                    <a:pt x="9330" y="13628"/>
                  </a:lnTo>
                  <a:lnTo>
                    <a:pt x="9257" y="13604"/>
                  </a:lnTo>
                  <a:lnTo>
                    <a:pt x="9183" y="13579"/>
                  </a:lnTo>
                  <a:lnTo>
                    <a:pt x="1344" y="7913"/>
                  </a:lnTo>
                  <a:lnTo>
                    <a:pt x="3737" y="9037"/>
                  </a:lnTo>
                  <a:lnTo>
                    <a:pt x="3737" y="5080"/>
                  </a:lnTo>
                  <a:close/>
                  <a:moveTo>
                    <a:pt x="9330" y="0"/>
                  </a:moveTo>
                  <a:lnTo>
                    <a:pt x="0" y="6741"/>
                  </a:lnTo>
                  <a:lnTo>
                    <a:pt x="0" y="17780"/>
                  </a:lnTo>
                  <a:lnTo>
                    <a:pt x="0" y="17853"/>
                  </a:lnTo>
                  <a:lnTo>
                    <a:pt x="5129" y="14165"/>
                  </a:lnTo>
                  <a:lnTo>
                    <a:pt x="5227" y="14117"/>
                  </a:lnTo>
                  <a:lnTo>
                    <a:pt x="5325" y="14117"/>
                  </a:lnTo>
                  <a:lnTo>
                    <a:pt x="5398" y="14141"/>
                  </a:lnTo>
                  <a:lnTo>
                    <a:pt x="5471" y="14214"/>
                  </a:lnTo>
                  <a:lnTo>
                    <a:pt x="5520" y="14312"/>
                  </a:lnTo>
                  <a:lnTo>
                    <a:pt x="5520" y="14385"/>
                  </a:lnTo>
                  <a:lnTo>
                    <a:pt x="5471" y="14483"/>
                  </a:lnTo>
                  <a:lnTo>
                    <a:pt x="5422" y="14556"/>
                  </a:lnTo>
                  <a:lnTo>
                    <a:pt x="318" y="18244"/>
                  </a:lnTo>
                  <a:lnTo>
                    <a:pt x="416" y="18244"/>
                  </a:lnTo>
                  <a:lnTo>
                    <a:pt x="489" y="18268"/>
                  </a:lnTo>
                  <a:lnTo>
                    <a:pt x="18171" y="18268"/>
                  </a:lnTo>
                  <a:lnTo>
                    <a:pt x="18244" y="18244"/>
                  </a:lnTo>
                  <a:lnTo>
                    <a:pt x="18342" y="18244"/>
                  </a:lnTo>
                  <a:lnTo>
                    <a:pt x="13238" y="14556"/>
                  </a:lnTo>
                  <a:lnTo>
                    <a:pt x="13189" y="14483"/>
                  </a:lnTo>
                  <a:lnTo>
                    <a:pt x="13140" y="14385"/>
                  </a:lnTo>
                  <a:lnTo>
                    <a:pt x="13140" y="14312"/>
                  </a:lnTo>
                  <a:lnTo>
                    <a:pt x="13189" y="14214"/>
                  </a:lnTo>
                  <a:lnTo>
                    <a:pt x="13262" y="14141"/>
                  </a:lnTo>
                  <a:lnTo>
                    <a:pt x="13335" y="14117"/>
                  </a:lnTo>
                  <a:lnTo>
                    <a:pt x="13433" y="14117"/>
                  </a:lnTo>
                  <a:lnTo>
                    <a:pt x="13531" y="14165"/>
                  </a:lnTo>
                  <a:lnTo>
                    <a:pt x="18660" y="17853"/>
                  </a:lnTo>
                  <a:lnTo>
                    <a:pt x="18660" y="17780"/>
                  </a:lnTo>
                  <a:lnTo>
                    <a:pt x="18660" y="6741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2" name="Google Shape;774;p47">
              <a:extLst>
                <a:ext uri="{FF2B5EF4-FFF2-40B4-BE49-F238E27FC236}">
                  <a16:creationId xmlns:a16="http://schemas.microsoft.com/office/drawing/2014/main" xmlns="" id="{9D5926F4-9A00-E005-B05B-2EFD00C81E1F}"/>
                </a:ext>
              </a:extLst>
            </p:cNvPr>
            <p:cNvSpPr/>
            <p:nvPr/>
          </p:nvSpPr>
          <p:spPr>
            <a:xfrm>
              <a:off x="1382325" y="1792025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147" y="1"/>
                  </a:move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3" name="Google Shape;775;p47">
              <a:extLst>
                <a:ext uri="{FF2B5EF4-FFF2-40B4-BE49-F238E27FC236}">
                  <a16:creationId xmlns:a16="http://schemas.microsoft.com/office/drawing/2014/main" xmlns="" id="{CB23C32D-AF9E-F17D-2C75-3C11AAE203F5}"/>
                </a:ext>
              </a:extLst>
            </p:cNvPr>
            <p:cNvSpPr/>
            <p:nvPr/>
          </p:nvSpPr>
          <p:spPr>
            <a:xfrm>
              <a:off x="1382325" y="1825000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25"/>
                  </a:lnTo>
                  <a:lnTo>
                    <a:pt x="649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4" name="Google Shape;776;p47">
              <a:extLst>
                <a:ext uri="{FF2B5EF4-FFF2-40B4-BE49-F238E27FC236}">
                  <a16:creationId xmlns:a16="http://schemas.microsoft.com/office/drawing/2014/main" xmlns="" id="{B150E91F-47F0-CB42-7C70-0D6796462659}"/>
                </a:ext>
              </a:extLst>
            </p:cNvPr>
            <p:cNvSpPr/>
            <p:nvPr/>
          </p:nvSpPr>
          <p:spPr>
            <a:xfrm>
              <a:off x="1382325" y="1858575"/>
              <a:ext cx="70850" cy="12250"/>
            </a:xfrm>
            <a:custGeom>
              <a:avLst/>
              <a:gdLst/>
              <a:ahLst/>
              <a:cxnLst/>
              <a:rect l="l" t="t" r="r" b="b"/>
              <a:pathLst>
                <a:path w="2834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2589" y="489"/>
                  </a:lnTo>
                  <a:lnTo>
                    <a:pt x="2687" y="465"/>
                  </a:lnTo>
                  <a:lnTo>
                    <a:pt x="2760" y="416"/>
                  </a:lnTo>
                  <a:lnTo>
                    <a:pt x="2809" y="343"/>
                  </a:lnTo>
                  <a:lnTo>
                    <a:pt x="2834" y="245"/>
                  </a:lnTo>
                  <a:lnTo>
                    <a:pt x="2809" y="147"/>
                  </a:lnTo>
                  <a:lnTo>
                    <a:pt x="2760" y="74"/>
                  </a:lnTo>
                  <a:lnTo>
                    <a:pt x="2687" y="25"/>
                  </a:lnTo>
                  <a:lnTo>
                    <a:pt x="25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5" name="Google Shape;777;p47">
            <a:extLst>
              <a:ext uri="{FF2B5EF4-FFF2-40B4-BE49-F238E27FC236}">
                <a16:creationId xmlns:a16="http://schemas.microsoft.com/office/drawing/2014/main" xmlns="" id="{CFF43F1C-9361-94EC-F55B-EDF96115427D}"/>
              </a:ext>
            </a:extLst>
          </p:cNvPr>
          <p:cNvGrpSpPr/>
          <p:nvPr/>
        </p:nvGrpSpPr>
        <p:grpSpPr>
          <a:xfrm>
            <a:off x="4242138" y="3018685"/>
            <a:ext cx="216349" cy="216349"/>
            <a:chOff x="1922075" y="1629000"/>
            <a:chExt cx="437200" cy="437200"/>
          </a:xfrm>
        </p:grpSpPr>
        <p:sp>
          <p:nvSpPr>
            <p:cNvPr id="86" name="Google Shape;778;p47">
              <a:extLst>
                <a:ext uri="{FF2B5EF4-FFF2-40B4-BE49-F238E27FC236}">
                  <a16:creationId xmlns:a16="http://schemas.microsoft.com/office/drawing/2014/main" xmlns="" id="{9DF1A34C-3089-C2EE-7F1C-A7D4EF78F8C0}"/>
                </a:ext>
              </a:extLst>
            </p:cNvPr>
            <p:cNvSpPr/>
            <p:nvPr/>
          </p:nvSpPr>
          <p:spPr>
            <a:xfrm>
              <a:off x="2208425" y="1629000"/>
              <a:ext cx="150850" cy="150850"/>
            </a:xfrm>
            <a:custGeom>
              <a:avLst/>
              <a:gdLst/>
              <a:ahLst/>
              <a:cxnLst/>
              <a:rect l="l" t="t" r="r" b="b"/>
              <a:pathLst>
                <a:path w="6034" h="6034" extrusionOk="0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7" name="Google Shape;779;p47">
              <a:extLst>
                <a:ext uri="{FF2B5EF4-FFF2-40B4-BE49-F238E27FC236}">
                  <a16:creationId xmlns:a16="http://schemas.microsoft.com/office/drawing/2014/main" xmlns="" id="{FE4D1F3E-7AD4-2EFD-50F1-22D4339BF8F6}"/>
                </a:ext>
              </a:extLst>
            </p:cNvPr>
            <p:cNvSpPr/>
            <p:nvPr/>
          </p:nvSpPr>
          <p:spPr>
            <a:xfrm>
              <a:off x="1922075" y="1686400"/>
              <a:ext cx="379800" cy="379800"/>
            </a:xfrm>
            <a:custGeom>
              <a:avLst/>
              <a:gdLst/>
              <a:ahLst/>
              <a:cxnLst/>
              <a:rect l="l" t="t" r="r" b="b"/>
              <a:pathLst>
                <a:path w="15192" h="15192" extrusionOk="0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8" name="Google Shape;780;p47">
            <a:extLst>
              <a:ext uri="{FF2B5EF4-FFF2-40B4-BE49-F238E27FC236}">
                <a16:creationId xmlns:a16="http://schemas.microsoft.com/office/drawing/2014/main" xmlns="" id="{BFEB94B4-25CC-EE9F-7348-EE34663C0850}"/>
              </a:ext>
            </a:extLst>
          </p:cNvPr>
          <p:cNvGrpSpPr/>
          <p:nvPr/>
        </p:nvGrpSpPr>
        <p:grpSpPr>
          <a:xfrm>
            <a:off x="4574801" y="3017781"/>
            <a:ext cx="218155" cy="218155"/>
            <a:chOff x="2594325" y="1627175"/>
            <a:chExt cx="440850" cy="440850"/>
          </a:xfrm>
        </p:grpSpPr>
        <p:sp>
          <p:nvSpPr>
            <p:cNvPr id="89" name="Google Shape;781;p47">
              <a:extLst>
                <a:ext uri="{FF2B5EF4-FFF2-40B4-BE49-F238E27FC236}">
                  <a16:creationId xmlns:a16="http://schemas.microsoft.com/office/drawing/2014/main" xmlns="" id="{CDC5D8B7-3931-7376-794C-8699B335D7EB}"/>
                </a:ext>
              </a:extLst>
            </p:cNvPr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0" name="Google Shape;782;p47">
              <a:extLst>
                <a:ext uri="{FF2B5EF4-FFF2-40B4-BE49-F238E27FC236}">
                  <a16:creationId xmlns:a16="http://schemas.microsoft.com/office/drawing/2014/main" xmlns="" id="{6F874042-D04A-E539-0692-13ACC4920695}"/>
                </a:ext>
              </a:extLst>
            </p:cNvPr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1" name="Google Shape;783;p47">
              <a:extLst>
                <a:ext uri="{FF2B5EF4-FFF2-40B4-BE49-F238E27FC236}">
                  <a16:creationId xmlns:a16="http://schemas.microsoft.com/office/drawing/2014/main" xmlns="" id="{116687EE-8CAD-2D6E-35F4-10930F60969A}"/>
                </a:ext>
              </a:extLst>
            </p:cNvPr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92" name="Google Shape;784;p47">
            <a:extLst>
              <a:ext uri="{FF2B5EF4-FFF2-40B4-BE49-F238E27FC236}">
                <a16:creationId xmlns:a16="http://schemas.microsoft.com/office/drawing/2014/main" xmlns="" id="{D31DED12-23A6-616A-6C78-5A446301D5A7}"/>
              </a:ext>
            </a:extLst>
          </p:cNvPr>
          <p:cNvSpPr/>
          <p:nvPr/>
        </p:nvSpPr>
        <p:spPr>
          <a:xfrm>
            <a:off x="4918039" y="3027460"/>
            <a:ext cx="198831" cy="198818"/>
          </a:xfrm>
          <a:custGeom>
            <a:avLst/>
            <a:gdLst/>
            <a:ahLst/>
            <a:cxnLst/>
            <a:rect l="l" t="t" r="r" b="b"/>
            <a:pathLst>
              <a:path w="16072" h="16071" extrusionOk="0">
                <a:moveTo>
                  <a:pt x="8036" y="0"/>
                </a:moveTo>
                <a:lnTo>
                  <a:pt x="7938" y="24"/>
                </a:lnTo>
                <a:lnTo>
                  <a:pt x="7792" y="98"/>
                </a:lnTo>
                <a:lnTo>
                  <a:pt x="7328" y="366"/>
                </a:lnTo>
                <a:lnTo>
                  <a:pt x="7059" y="537"/>
                </a:lnTo>
                <a:lnTo>
                  <a:pt x="6766" y="757"/>
                </a:lnTo>
                <a:lnTo>
                  <a:pt x="6448" y="977"/>
                </a:lnTo>
                <a:lnTo>
                  <a:pt x="6155" y="1246"/>
                </a:lnTo>
                <a:lnTo>
                  <a:pt x="5887" y="1514"/>
                </a:lnTo>
                <a:lnTo>
                  <a:pt x="5643" y="1807"/>
                </a:lnTo>
                <a:lnTo>
                  <a:pt x="5447" y="2100"/>
                </a:lnTo>
                <a:lnTo>
                  <a:pt x="5374" y="2247"/>
                </a:lnTo>
                <a:lnTo>
                  <a:pt x="5325" y="2418"/>
                </a:lnTo>
                <a:lnTo>
                  <a:pt x="5276" y="2564"/>
                </a:lnTo>
                <a:lnTo>
                  <a:pt x="5252" y="2711"/>
                </a:lnTo>
                <a:lnTo>
                  <a:pt x="5252" y="2858"/>
                </a:lnTo>
                <a:lnTo>
                  <a:pt x="5276" y="3029"/>
                </a:lnTo>
                <a:lnTo>
                  <a:pt x="5325" y="3175"/>
                </a:lnTo>
                <a:lnTo>
                  <a:pt x="5398" y="3322"/>
                </a:lnTo>
                <a:lnTo>
                  <a:pt x="5496" y="3468"/>
                </a:lnTo>
                <a:lnTo>
                  <a:pt x="5618" y="3615"/>
                </a:lnTo>
                <a:lnTo>
                  <a:pt x="5814" y="3761"/>
                </a:lnTo>
                <a:lnTo>
                  <a:pt x="6009" y="3859"/>
                </a:lnTo>
                <a:lnTo>
                  <a:pt x="6204" y="3957"/>
                </a:lnTo>
                <a:lnTo>
                  <a:pt x="6424" y="4005"/>
                </a:lnTo>
                <a:lnTo>
                  <a:pt x="6644" y="4054"/>
                </a:lnTo>
                <a:lnTo>
                  <a:pt x="6864" y="4152"/>
                </a:lnTo>
                <a:lnTo>
                  <a:pt x="7059" y="4250"/>
                </a:lnTo>
                <a:lnTo>
                  <a:pt x="7254" y="4421"/>
                </a:lnTo>
                <a:lnTo>
                  <a:pt x="7425" y="4616"/>
                </a:lnTo>
                <a:lnTo>
                  <a:pt x="7523" y="4836"/>
                </a:lnTo>
                <a:lnTo>
                  <a:pt x="7596" y="5080"/>
                </a:lnTo>
                <a:lnTo>
                  <a:pt x="7621" y="5373"/>
                </a:lnTo>
                <a:lnTo>
                  <a:pt x="7596" y="5569"/>
                </a:lnTo>
                <a:lnTo>
                  <a:pt x="7572" y="5788"/>
                </a:lnTo>
                <a:lnTo>
                  <a:pt x="7499" y="5984"/>
                </a:lnTo>
                <a:lnTo>
                  <a:pt x="7425" y="6179"/>
                </a:lnTo>
                <a:lnTo>
                  <a:pt x="7328" y="6374"/>
                </a:lnTo>
                <a:lnTo>
                  <a:pt x="7206" y="6570"/>
                </a:lnTo>
                <a:lnTo>
                  <a:pt x="7059" y="6741"/>
                </a:lnTo>
                <a:lnTo>
                  <a:pt x="6913" y="6912"/>
                </a:lnTo>
                <a:lnTo>
                  <a:pt x="6742" y="7058"/>
                </a:lnTo>
                <a:lnTo>
                  <a:pt x="6571" y="7205"/>
                </a:lnTo>
                <a:lnTo>
                  <a:pt x="6400" y="7303"/>
                </a:lnTo>
                <a:lnTo>
                  <a:pt x="6204" y="7425"/>
                </a:lnTo>
                <a:lnTo>
                  <a:pt x="6009" y="7498"/>
                </a:lnTo>
                <a:lnTo>
                  <a:pt x="5789" y="7571"/>
                </a:lnTo>
                <a:lnTo>
                  <a:pt x="5569" y="7596"/>
                </a:lnTo>
                <a:lnTo>
                  <a:pt x="5374" y="7620"/>
                </a:lnTo>
                <a:lnTo>
                  <a:pt x="5105" y="7596"/>
                </a:lnTo>
                <a:lnTo>
                  <a:pt x="4861" y="7522"/>
                </a:lnTo>
                <a:lnTo>
                  <a:pt x="4617" y="7425"/>
                </a:lnTo>
                <a:lnTo>
                  <a:pt x="4421" y="7254"/>
                </a:lnTo>
                <a:lnTo>
                  <a:pt x="4250" y="7058"/>
                </a:lnTo>
                <a:lnTo>
                  <a:pt x="4128" y="6839"/>
                </a:lnTo>
                <a:lnTo>
                  <a:pt x="4055" y="6619"/>
                </a:lnTo>
                <a:lnTo>
                  <a:pt x="3982" y="6399"/>
                </a:lnTo>
                <a:lnTo>
                  <a:pt x="3933" y="6204"/>
                </a:lnTo>
                <a:lnTo>
                  <a:pt x="3860" y="6008"/>
                </a:lnTo>
                <a:lnTo>
                  <a:pt x="3762" y="5813"/>
                </a:lnTo>
                <a:lnTo>
                  <a:pt x="3615" y="5617"/>
                </a:lnTo>
                <a:lnTo>
                  <a:pt x="3469" y="5495"/>
                </a:lnTo>
                <a:lnTo>
                  <a:pt x="3322" y="5398"/>
                </a:lnTo>
                <a:lnTo>
                  <a:pt x="3176" y="5324"/>
                </a:lnTo>
                <a:lnTo>
                  <a:pt x="3029" y="5275"/>
                </a:lnTo>
                <a:lnTo>
                  <a:pt x="2858" y="5251"/>
                </a:lnTo>
                <a:lnTo>
                  <a:pt x="2712" y="5251"/>
                </a:lnTo>
                <a:lnTo>
                  <a:pt x="2565" y="5275"/>
                </a:lnTo>
                <a:lnTo>
                  <a:pt x="2419" y="5324"/>
                </a:lnTo>
                <a:lnTo>
                  <a:pt x="2248" y="5373"/>
                </a:lnTo>
                <a:lnTo>
                  <a:pt x="2101" y="5446"/>
                </a:lnTo>
                <a:lnTo>
                  <a:pt x="1808" y="5642"/>
                </a:lnTo>
                <a:lnTo>
                  <a:pt x="1515" y="5886"/>
                </a:lnTo>
                <a:lnTo>
                  <a:pt x="1246" y="6155"/>
                </a:lnTo>
                <a:lnTo>
                  <a:pt x="978" y="6448"/>
                </a:lnTo>
                <a:lnTo>
                  <a:pt x="758" y="6765"/>
                </a:lnTo>
                <a:lnTo>
                  <a:pt x="538" y="7058"/>
                </a:lnTo>
                <a:lnTo>
                  <a:pt x="367" y="7327"/>
                </a:lnTo>
                <a:lnTo>
                  <a:pt x="99" y="7791"/>
                </a:lnTo>
                <a:lnTo>
                  <a:pt x="25" y="7938"/>
                </a:lnTo>
                <a:lnTo>
                  <a:pt x="1" y="8035"/>
                </a:lnTo>
                <a:lnTo>
                  <a:pt x="25" y="8231"/>
                </a:lnTo>
                <a:lnTo>
                  <a:pt x="74" y="8402"/>
                </a:lnTo>
                <a:lnTo>
                  <a:pt x="172" y="8597"/>
                </a:lnTo>
                <a:lnTo>
                  <a:pt x="294" y="8744"/>
                </a:lnTo>
                <a:lnTo>
                  <a:pt x="587" y="9012"/>
                </a:lnTo>
                <a:lnTo>
                  <a:pt x="880" y="9256"/>
                </a:lnTo>
                <a:lnTo>
                  <a:pt x="1417" y="9696"/>
                </a:lnTo>
                <a:lnTo>
                  <a:pt x="1906" y="10062"/>
                </a:lnTo>
                <a:lnTo>
                  <a:pt x="2101" y="10233"/>
                </a:lnTo>
                <a:lnTo>
                  <a:pt x="2297" y="10404"/>
                </a:lnTo>
                <a:lnTo>
                  <a:pt x="2419" y="10575"/>
                </a:lnTo>
                <a:lnTo>
                  <a:pt x="2541" y="10746"/>
                </a:lnTo>
                <a:lnTo>
                  <a:pt x="2590" y="10917"/>
                </a:lnTo>
                <a:lnTo>
                  <a:pt x="2590" y="11113"/>
                </a:lnTo>
                <a:lnTo>
                  <a:pt x="2541" y="11308"/>
                </a:lnTo>
                <a:lnTo>
                  <a:pt x="2443" y="11528"/>
                </a:lnTo>
                <a:lnTo>
                  <a:pt x="2272" y="11772"/>
                </a:lnTo>
                <a:lnTo>
                  <a:pt x="2004" y="12041"/>
                </a:lnTo>
                <a:lnTo>
                  <a:pt x="1833" y="12212"/>
                </a:lnTo>
                <a:lnTo>
                  <a:pt x="1637" y="12309"/>
                </a:lnTo>
                <a:lnTo>
                  <a:pt x="1417" y="12383"/>
                </a:lnTo>
                <a:lnTo>
                  <a:pt x="1222" y="12431"/>
                </a:lnTo>
                <a:lnTo>
                  <a:pt x="1002" y="12480"/>
                </a:lnTo>
                <a:lnTo>
                  <a:pt x="782" y="12578"/>
                </a:lnTo>
                <a:lnTo>
                  <a:pt x="587" y="12700"/>
                </a:lnTo>
                <a:lnTo>
                  <a:pt x="367" y="12871"/>
                </a:lnTo>
                <a:lnTo>
                  <a:pt x="196" y="13066"/>
                </a:lnTo>
                <a:lnTo>
                  <a:pt x="99" y="13286"/>
                </a:lnTo>
                <a:lnTo>
                  <a:pt x="25" y="13530"/>
                </a:lnTo>
                <a:lnTo>
                  <a:pt x="1" y="13799"/>
                </a:lnTo>
                <a:lnTo>
                  <a:pt x="25" y="14019"/>
                </a:lnTo>
                <a:lnTo>
                  <a:pt x="50" y="14239"/>
                </a:lnTo>
                <a:lnTo>
                  <a:pt x="123" y="14434"/>
                </a:lnTo>
                <a:lnTo>
                  <a:pt x="221" y="14654"/>
                </a:lnTo>
                <a:lnTo>
                  <a:pt x="318" y="14825"/>
                </a:lnTo>
                <a:lnTo>
                  <a:pt x="440" y="15020"/>
                </a:lnTo>
                <a:lnTo>
                  <a:pt x="563" y="15191"/>
                </a:lnTo>
                <a:lnTo>
                  <a:pt x="709" y="15362"/>
                </a:lnTo>
                <a:lnTo>
                  <a:pt x="880" y="15509"/>
                </a:lnTo>
                <a:lnTo>
                  <a:pt x="1051" y="15631"/>
                </a:lnTo>
                <a:lnTo>
                  <a:pt x="1246" y="15753"/>
                </a:lnTo>
                <a:lnTo>
                  <a:pt x="1442" y="15875"/>
                </a:lnTo>
                <a:lnTo>
                  <a:pt x="1637" y="15948"/>
                </a:lnTo>
                <a:lnTo>
                  <a:pt x="1857" y="16022"/>
                </a:lnTo>
                <a:lnTo>
                  <a:pt x="2052" y="16046"/>
                </a:lnTo>
                <a:lnTo>
                  <a:pt x="2272" y="16070"/>
                </a:lnTo>
                <a:lnTo>
                  <a:pt x="2541" y="16046"/>
                </a:lnTo>
                <a:lnTo>
                  <a:pt x="2785" y="15973"/>
                </a:lnTo>
                <a:lnTo>
                  <a:pt x="3005" y="15875"/>
                </a:lnTo>
                <a:lnTo>
                  <a:pt x="3200" y="15704"/>
                </a:lnTo>
                <a:lnTo>
                  <a:pt x="3371" y="15509"/>
                </a:lnTo>
                <a:lnTo>
                  <a:pt x="3493" y="15289"/>
                </a:lnTo>
                <a:lnTo>
                  <a:pt x="3567" y="15094"/>
                </a:lnTo>
                <a:lnTo>
                  <a:pt x="3615" y="14874"/>
                </a:lnTo>
                <a:lnTo>
                  <a:pt x="3689" y="14654"/>
                </a:lnTo>
                <a:lnTo>
                  <a:pt x="3762" y="14459"/>
                </a:lnTo>
                <a:lnTo>
                  <a:pt x="3860" y="14239"/>
                </a:lnTo>
                <a:lnTo>
                  <a:pt x="4031" y="14068"/>
                </a:lnTo>
                <a:lnTo>
                  <a:pt x="4299" y="13824"/>
                </a:lnTo>
                <a:lnTo>
                  <a:pt x="4544" y="13628"/>
                </a:lnTo>
                <a:lnTo>
                  <a:pt x="4763" y="13530"/>
                </a:lnTo>
                <a:lnTo>
                  <a:pt x="4959" y="13482"/>
                </a:lnTo>
                <a:lnTo>
                  <a:pt x="5154" y="13482"/>
                </a:lnTo>
                <a:lnTo>
                  <a:pt x="5325" y="13530"/>
                </a:lnTo>
                <a:lnTo>
                  <a:pt x="5496" y="13653"/>
                </a:lnTo>
                <a:lnTo>
                  <a:pt x="5667" y="13775"/>
                </a:lnTo>
                <a:lnTo>
                  <a:pt x="5838" y="13970"/>
                </a:lnTo>
                <a:lnTo>
                  <a:pt x="6009" y="14165"/>
                </a:lnTo>
                <a:lnTo>
                  <a:pt x="6375" y="14654"/>
                </a:lnTo>
                <a:lnTo>
                  <a:pt x="6815" y="15191"/>
                </a:lnTo>
                <a:lnTo>
                  <a:pt x="7059" y="15484"/>
                </a:lnTo>
                <a:lnTo>
                  <a:pt x="7328" y="15777"/>
                </a:lnTo>
                <a:lnTo>
                  <a:pt x="7474" y="15899"/>
                </a:lnTo>
                <a:lnTo>
                  <a:pt x="7670" y="15997"/>
                </a:lnTo>
                <a:lnTo>
                  <a:pt x="7841" y="16046"/>
                </a:lnTo>
                <a:lnTo>
                  <a:pt x="8036" y="16070"/>
                </a:lnTo>
                <a:lnTo>
                  <a:pt x="8134" y="16046"/>
                </a:lnTo>
                <a:lnTo>
                  <a:pt x="8280" y="15973"/>
                </a:lnTo>
                <a:lnTo>
                  <a:pt x="8744" y="15704"/>
                </a:lnTo>
                <a:lnTo>
                  <a:pt x="9013" y="15533"/>
                </a:lnTo>
                <a:lnTo>
                  <a:pt x="9306" y="15313"/>
                </a:lnTo>
                <a:lnTo>
                  <a:pt x="9623" y="15094"/>
                </a:lnTo>
                <a:lnTo>
                  <a:pt x="9917" y="14825"/>
                </a:lnTo>
                <a:lnTo>
                  <a:pt x="10185" y="14556"/>
                </a:lnTo>
                <a:lnTo>
                  <a:pt x="10429" y="14263"/>
                </a:lnTo>
                <a:lnTo>
                  <a:pt x="10625" y="13970"/>
                </a:lnTo>
                <a:lnTo>
                  <a:pt x="10698" y="13824"/>
                </a:lnTo>
                <a:lnTo>
                  <a:pt x="10747" y="13653"/>
                </a:lnTo>
                <a:lnTo>
                  <a:pt x="10796" y="13506"/>
                </a:lnTo>
                <a:lnTo>
                  <a:pt x="10820" y="13359"/>
                </a:lnTo>
                <a:lnTo>
                  <a:pt x="10820" y="13213"/>
                </a:lnTo>
                <a:lnTo>
                  <a:pt x="10796" y="13042"/>
                </a:lnTo>
                <a:lnTo>
                  <a:pt x="10747" y="12895"/>
                </a:lnTo>
                <a:lnTo>
                  <a:pt x="10674" y="12749"/>
                </a:lnTo>
                <a:lnTo>
                  <a:pt x="10576" y="12602"/>
                </a:lnTo>
                <a:lnTo>
                  <a:pt x="10454" y="12456"/>
                </a:lnTo>
                <a:lnTo>
                  <a:pt x="10258" y="12309"/>
                </a:lnTo>
                <a:lnTo>
                  <a:pt x="10063" y="12212"/>
                </a:lnTo>
                <a:lnTo>
                  <a:pt x="9868" y="12138"/>
                </a:lnTo>
                <a:lnTo>
                  <a:pt x="9648" y="12065"/>
                </a:lnTo>
                <a:lnTo>
                  <a:pt x="9428" y="12016"/>
                </a:lnTo>
                <a:lnTo>
                  <a:pt x="9208" y="11919"/>
                </a:lnTo>
                <a:lnTo>
                  <a:pt x="9013" y="11821"/>
                </a:lnTo>
                <a:lnTo>
                  <a:pt x="8818" y="11650"/>
                </a:lnTo>
                <a:lnTo>
                  <a:pt x="8647" y="11454"/>
                </a:lnTo>
                <a:lnTo>
                  <a:pt x="8549" y="11235"/>
                </a:lnTo>
                <a:lnTo>
                  <a:pt x="8476" y="10990"/>
                </a:lnTo>
                <a:lnTo>
                  <a:pt x="8451" y="10697"/>
                </a:lnTo>
                <a:lnTo>
                  <a:pt x="8476" y="10502"/>
                </a:lnTo>
                <a:lnTo>
                  <a:pt x="8500" y="10282"/>
                </a:lnTo>
                <a:lnTo>
                  <a:pt x="8573" y="10087"/>
                </a:lnTo>
                <a:lnTo>
                  <a:pt x="8647" y="9891"/>
                </a:lnTo>
                <a:lnTo>
                  <a:pt x="8744" y="9696"/>
                </a:lnTo>
                <a:lnTo>
                  <a:pt x="8866" y="9501"/>
                </a:lnTo>
                <a:lnTo>
                  <a:pt x="9013" y="9330"/>
                </a:lnTo>
                <a:lnTo>
                  <a:pt x="9159" y="9159"/>
                </a:lnTo>
                <a:lnTo>
                  <a:pt x="9330" y="9012"/>
                </a:lnTo>
                <a:lnTo>
                  <a:pt x="9501" y="8890"/>
                </a:lnTo>
                <a:lnTo>
                  <a:pt x="9672" y="8768"/>
                </a:lnTo>
                <a:lnTo>
                  <a:pt x="9868" y="8646"/>
                </a:lnTo>
                <a:lnTo>
                  <a:pt x="10063" y="8573"/>
                </a:lnTo>
                <a:lnTo>
                  <a:pt x="10283" y="8499"/>
                </a:lnTo>
                <a:lnTo>
                  <a:pt x="10503" y="8475"/>
                </a:lnTo>
                <a:lnTo>
                  <a:pt x="10698" y="8450"/>
                </a:lnTo>
                <a:lnTo>
                  <a:pt x="10967" y="8475"/>
                </a:lnTo>
                <a:lnTo>
                  <a:pt x="11211" y="8548"/>
                </a:lnTo>
                <a:lnTo>
                  <a:pt x="11455" y="8646"/>
                </a:lnTo>
                <a:lnTo>
                  <a:pt x="11651" y="8817"/>
                </a:lnTo>
                <a:lnTo>
                  <a:pt x="11822" y="9012"/>
                </a:lnTo>
                <a:lnTo>
                  <a:pt x="11944" y="9232"/>
                </a:lnTo>
                <a:lnTo>
                  <a:pt x="12017" y="9452"/>
                </a:lnTo>
                <a:lnTo>
                  <a:pt x="12090" y="9672"/>
                </a:lnTo>
                <a:lnTo>
                  <a:pt x="12139" y="9867"/>
                </a:lnTo>
                <a:lnTo>
                  <a:pt x="12212" y="10062"/>
                </a:lnTo>
                <a:lnTo>
                  <a:pt x="12310" y="10258"/>
                </a:lnTo>
                <a:lnTo>
                  <a:pt x="12457" y="10453"/>
                </a:lnTo>
                <a:lnTo>
                  <a:pt x="12603" y="10575"/>
                </a:lnTo>
                <a:lnTo>
                  <a:pt x="12750" y="10673"/>
                </a:lnTo>
                <a:lnTo>
                  <a:pt x="12896" y="10746"/>
                </a:lnTo>
                <a:lnTo>
                  <a:pt x="13043" y="10795"/>
                </a:lnTo>
                <a:lnTo>
                  <a:pt x="13214" y="10819"/>
                </a:lnTo>
                <a:lnTo>
                  <a:pt x="13360" y="10819"/>
                </a:lnTo>
                <a:lnTo>
                  <a:pt x="13507" y="10795"/>
                </a:lnTo>
                <a:lnTo>
                  <a:pt x="13653" y="10746"/>
                </a:lnTo>
                <a:lnTo>
                  <a:pt x="13824" y="10697"/>
                </a:lnTo>
                <a:lnTo>
                  <a:pt x="13971" y="10624"/>
                </a:lnTo>
                <a:lnTo>
                  <a:pt x="14264" y="10429"/>
                </a:lnTo>
                <a:lnTo>
                  <a:pt x="14557" y="10184"/>
                </a:lnTo>
                <a:lnTo>
                  <a:pt x="14826" y="9916"/>
                </a:lnTo>
                <a:lnTo>
                  <a:pt x="15094" y="9623"/>
                </a:lnTo>
                <a:lnTo>
                  <a:pt x="15314" y="9305"/>
                </a:lnTo>
                <a:lnTo>
                  <a:pt x="15534" y="9012"/>
                </a:lnTo>
                <a:lnTo>
                  <a:pt x="15705" y="8744"/>
                </a:lnTo>
                <a:lnTo>
                  <a:pt x="15973" y="8279"/>
                </a:lnTo>
                <a:lnTo>
                  <a:pt x="16047" y="8133"/>
                </a:lnTo>
                <a:lnTo>
                  <a:pt x="16071" y="8035"/>
                </a:lnTo>
                <a:lnTo>
                  <a:pt x="16047" y="7840"/>
                </a:lnTo>
                <a:lnTo>
                  <a:pt x="15998" y="7669"/>
                </a:lnTo>
                <a:lnTo>
                  <a:pt x="15900" y="7474"/>
                </a:lnTo>
                <a:lnTo>
                  <a:pt x="15778" y="7327"/>
                </a:lnTo>
                <a:lnTo>
                  <a:pt x="15485" y="7058"/>
                </a:lnTo>
                <a:lnTo>
                  <a:pt x="15192" y="6814"/>
                </a:lnTo>
                <a:lnTo>
                  <a:pt x="14655" y="6374"/>
                </a:lnTo>
                <a:lnTo>
                  <a:pt x="14166" y="6008"/>
                </a:lnTo>
                <a:lnTo>
                  <a:pt x="13971" y="5837"/>
                </a:lnTo>
                <a:lnTo>
                  <a:pt x="13775" y="5666"/>
                </a:lnTo>
                <a:lnTo>
                  <a:pt x="13653" y="5495"/>
                </a:lnTo>
                <a:lnTo>
                  <a:pt x="13531" y="5324"/>
                </a:lnTo>
                <a:lnTo>
                  <a:pt x="13482" y="5153"/>
                </a:lnTo>
                <a:lnTo>
                  <a:pt x="13482" y="4958"/>
                </a:lnTo>
                <a:lnTo>
                  <a:pt x="13531" y="4763"/>
                </a:lnTo>
                <a:lnTo>
                  <a:pt x="13629" y="4543"/>
                </a:lnTo>
                <a:lnTo>
                  <a:pt x="13800" y="4299"/>
                </a:lnTo>
                <a:lnTo>
                  <a:pt x="14068" y="4030"/>
                </a:lnTo>
                <a:lnTo>
                  <a:pt x="14239" y="3859"/>
                </a:lnTo>
                <a:lnTo>
                  <a:pt x="14435" y="3761"/>
                </a:lnTo>
                <a:lnTo>
                  <a:pt x="14655" y="3688"/>
                </a:lnTo>
                <a:lnTo>
                  <a:pt x="14850" y="3639"/>
                </a:lnTo>
                <a:lnTo>
                  <a:pt x="15070" y="3590"/>
                </a:lnTo>
                <a:lnTo>
                  <a:pt x="15290" y="3493"/>
                </a:lnTo>
                <a:lnTo>
                  <a:pt x="15485" y="3370"/>
                </a:lnTo>
                <a:lnTo>
                  <a:pt x="15705" y="3199"/>
                </a:lnTo>
                <a:lnTo>
                  <a:pt x="15876" y="3004"/>
                </a:lnTo>
                <a:lnTo>
                  <a:pt x="15973" y="2784"/>
                </a:lnTo>
                <a:lnTo>
                  <a:pt x="16047" y="2540"/>
                </a:lnTo>
                <a:lnTo>
                  <a:pt x="16071" y="2271"/>
                </a:lnTo>
                <a:lnTo>
                  <a:pt x="16047" y="2052"/>
                </a:lnTo>
                <a:lnTo>
                  <a:pt x="16022" y="1832"/>
                </a:lnTo>
                <a:lnTo>
                  <a:pt x="15949" y="1636"/>
                </a:lnTo>
                <a:lnTo>
                  <a:pt x="15851" y="1417"/>
                </a:lnTo>
                <a:lnTo>
                  <a:pt x="15754" y="1246"/>
                </a:lnTo>
                <a:lnTo>
                  <a:pt x="15632" y="1050"/>
                </a:lnTo>
                <a:lnTo>
                  <a:pt x="15509" y="879"/>
                </a:lnTo>
                <a:lnTo>
                  <a:pt x="15363" y="708"/>
                </a:lnTo>
                <a:lnTo>
                  <a:pt x="15192" y="562"/>
                </a:lnTo>
                <a:lnTo>
                  <a:pt x="15021" y="440"/>
                </a:lnTo>
                <a:lnTo>
                  <a:pt x="14826" y="318"/>
                </a:lnTo>
                <a:lnTo>
                  <a:pt x="14630" y="195"/>
                </a:lnTo>
                <a:lnTo>
                  <a:pt x="14435" y="122"/>
                </a:lnTo>
                <a:lnTo>
                  <a:pt x="14215" y="49"/>
                </a:lnTo>
                <a:lnTo>
                  <a:pt x="14020" y="24"/>
                </a:lnTo>
                <a:lnTo>
                  <a:pt x="13800" y="0"/>
                </a:lnTo>
                <a:lnTo>
                  <a:pt x="13531" y="24"/>
                </a:lnTo>
                <a:lnTo>
                  <a:pt x="13287" y="98"/>
                </a:lnTo>
                <a:lnTo>
                  <a:pt x="13067" y="195"/>
                </a:lnTo>
                <a:lnTo>
                  <a:pt x="12872" y="366"/>
                </a:lnTo>
                <a:lnTo>
                  <a:pt x="12701" y="562"/>
                </a:lnTo>
                <a:lnTo>
                  <a:pt x="12579" y="782"/>
                </a:lnTo>
                <a:lnTo>
                  <a:pt x="12505" y="977"/>
                </a:lnTo>
                <a:lnTo>
                  <a:pt x="12457" y="1197"/>
                </a:lnTo>
                <a:lnTo>
                  <a:pt x="12383" y="1417"/>
                </a:lnTo>
                <a:lnTo>
                  <a:pt x="12310" y="1612"/>
                </a:lnTo>
                <a:lnTo>
                  <a:pt x="12212" y="1832"/>
                </a:lnTo>
                <a:lnTo>
                  <a:pt x="12041" y="2003"/>
                </a:lnTo>
                <a:lnTo>
                  <a:pt x="11773" y="2271"/>
                </a:lnTo>
                <a:lnTo>
                  <a:pt x="11528" y="2442"/>
                </a:lnTo>
                <a:lnTo>
                  <a:pt x="11309" y="2540"/>
                </a:lnTo>
                <a:lnTo>
                  <a:pt x="11113" y="2589"/>
                </a:lnTo>
                <a:lnTo>
                  <a:pt x="10918" y="2589"/>
                </a:lnTo>
                <a:lnTo>
                  <a:pt x="10747" y="2540"/>
                </a:lnTo>
                <a:lnTo>
                  <a:pt x="10576" y="2418"/>
                </a:lnTo>
                <a:lnTo>
                  <a:pt x="10405" y="2296"/>
                </a:lnTo>
                <a:lnTo>
                  <a:pt x="10234" y="2100"/>
                </a:lnTo>
                <a:lnTo>
                  <a:pt x="10063" y="1905"/>
                </a:lnTo>
                <a:lnTo>
                  <a:pt x="9697" y="1417"/>
                </a:lnTo>
                <a:lnTo>
                  <a:pt x="9257" y="879"/>
                </a:lnTo>
                <a:lnTo>
                  <a:pt x="9013" y="586"/>
                </a:lnTo>
                <a:lnTo>
                  <a:pt x="8744" y="293"/>
                </a:lnTo>
                <a:lnTo>
                  <a:pt x="8598" y="171"/>
                </a:lnTo>
                <a:lnTo>
                  <a:pt x="8402" y="73"/>
                </a:lnTo>
                <a:lnTo>
                  <a:pt x="8231" y="24"/>
                </a:lnTo>
                <a:lnTo>
                  <a:pt x="803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93" name="Google Shape;785;p47">
            <a:extLst>
              <a:ext uri="{FF2B5EF4-FFF2-40B4-BE49-F238E27FC236}">
                <a16:creationId xmlns:a16="http://schemas.microsoft.com/office/drawing/2014/main" xmlns="" id="{8BE82F47-8CA3-E0CD-D979-D61BA4628E5B}"/>
              </a:ext>
            </a:extLst>
          </p:cNvPr>
          <p:cNvGrpSpPr/>
          <p:nvPr/>
        </p:nvGrpSpPr>
        <p:grpSpPr>
          <a:xfrm>
            <a:off x="5262481" y="3001461"/>
            <a:ext cx="177057" cy="250790"/>
            <a:chOff x="3984000" y="1594200"/>
            <a:chExt cx="357800" cy="506800"/>
          </a:xfrm>
        </p:grpSpPr>
        <p:sp>
          <p:nvSpPr>
            <p:cNvPr id="94" name="Google Shape;786;p47">
              <a:extLst>
                <a:ext uri="{FF2B5EF4-FFF2-40B4-BE49-F238E27FC236}">
                  <a16:creationId xmlns:a16="http://schemas.microsoft.com/office/drawing/2014/main" xmlns="" id="{B0A58169-C9D5-C39F-7143-7F2A99B19359}"/>
                </a:ext>
              </a:extLst>
            </p:cNvPr>
            <p:cNvSpPr/>
            <p:nvPr/>
          </p:nvSpPr>
          <p:spPr>
            <a:xfrm>
              <a:off x="3984000" y="1597875"/>
              <a:ext cx="44575" cy="503125"/>
            </a:xfrm>
            <a:custGeom>
              <a:avLst/>
              <a:gdLst/>
              <a:ahLst/>
              <a:cxnLst/>
              <a:rect l="l" t="t" r="r" b="b"/>
              <a:pathLst>
                <a:path w="1783" h="20125" extrusionOk="0">
                  <a:moveTo>
                    <a:pt x="391" y="0"/>
                  </a:moveTo>
                  <a:lnTo>
                    <a:pt x="293" y="25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4" y="391"/>
                  </a:lnTo>
                  <a:lnTo>
                    <a:pt x="0" y="489"/>
                  </a:lnTo>
                  <a:lnTo>
                    <a:pt x="0" y="20125"/>
                  </a:lnTo>
                  <a:lnTo>
                    <a:pt x="1783" y="20125"/>
                  </a:lnTo>
                  <a:lnTo>
                    <a:pt x="1783" y="489"/>
                  </a:lnTo>
                  <a:lnTo>
                    <a:pt x="1783" y="391"/>
                  </a:lnTo>
                  <a:lnTo>
                    <a:pt x="1734" y="293"/>
                  </a:lnTo>
                  <a:lnTo>
                    <a:pt x="1710" y="220"/>
                  </a:lnTo>
                  <a:lnTo>
                    <a:pt x="1636" y="147"/>
                  </a:lnTo>
                  <a:lnTo>
                    <a:pt x="1563" y="73"/>
                  </a:lnTo>
                  <a:lnTo>
                    <a:pt x="1490" y="25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5" name="Google Shape;787;p47">
              <a:extLst>
                <a:ext uri="{FF2B5EF4-FFF2-40B4-BE49-F238E27FC236}">
                  <a16:creationId xmlns:a16="http://schemas.microsoft.com/office/drawing/2014/main" xmlns="" id="{776174D6-0221-E597-E04B-DD933129C698}"/>
                </a:ext>
              </a:extLst>
            </p:cNvPr>
            <p:cNvSpPr/>
            <p:nvPr/>
          </p:nvSpPr>
          <p:spPr>
            <a:xfrm>
              <a:off x="4041375" y="1594200"/>
              <a:ext cx="300425" cy="229600"/>
            </a:xfrm>
            <a:custGeom>
              <a:avLst/>
              <a:gdLst/>
              <a:ahLst/>
              <a:cxnLst/>
              <a:rect l="l" t="t" r="r" b="b"/>
              <a:pathLst>
                <a:path w="12017" h="9184" extrusionOk="0">
                  <a:moveTo>
                    <a:pt x="2541" y="1"/>
                  </a:moveTo>
                  <a:lnTo>
                    <a:pt x="2174" y="25"/>
                  </a:lnTo>
                  <a:lnTo>
                    <a:pt x="1808" y="74"/>
                  </a:lnTo>
                  <a:lnTo>
                    <a:pt x="1442" y="123"/>
                  </a:lnTo>
                  <a:lnTo>
                    <a:pt x="1100" y="245"/>
                  </a:lnTo>
                  <a:lnTo>
                    <a:pt x="734" y="367"/>
                  </a:lnTo>
                  <a:lnTo>
                    <a:pt x="367" y="538"/>
                  </a:lnTo>
                  <a:lnTo>
                    <a:pt x="1" y="758"/>
                  </a:lnTo>
                  <a:lnTo>
                    <a:pt x="1" y="8427"/>
                  </a:lnTo>
                  <a:lnTo>
                    <a:pt x="367" y="8207"/>
                  </a:lnTo>
                  <a:lnTo>
                    <a:pt x="734" y="8036"/>
                  </a:lnTo>
                  <a:lnTo>
                    <a:pt x="1100" y="7889"/>
                  </a:lnTo>
                  <a:lnTo>
                    <a:pt x="1442" y="7792"/>
                  </a:lnTo>
                  <a:lnTo>
                    <a:pt x="1808" y="7718"/>
                  </a:lnTo>
                  <a:lnTo>
                    <a:pt x="2174" y="7694"/>
                  </a:lnTo>
                  <a:lnTo>
                    <a:pt x="2541" y="7670"/>
                  </a:lnTo>
                  <a:lnTo>
                    <a:pt x="2883" y="7694"/>
                  </a:lnTo>
                  <a:lnTo>
                    <a:pt x="3249" y="7718"/>
                  </a:lnTo>
                  <a:lnTo>
                    <a:pt x="3615" y="7767"/>
                  </a:lnTo>
                  <a:lnTo>
                    <a:pt x="3982" y="7840"/>
                  </a:lnTo>
                  <a:lnTo>
                    <a:pt x="4324" y="7914"/>
                  </a:lnTo>
                  <a:lnTo>
                    <a:pt x="5056" y="8134"/>
                  </a:lnTo>
                  <a:lnTo>
                    <a:pt x="5765" y="8353"/>
                  </a:lnTo>
                  <a:lnTo>
                    <a:pt x="6497" y="8573"/>
                  </a:lnTo>
                  <a:lnTo>
                    <a:pt x="7206" y="8793"/>
                  </a:lnTo>
                  <a:lnTo>
                    <a:pt x="7938" y="8988"/>
                  </a:lnTo>
                  <a:lnTo>
                    <a:pt x="8305" y="9062"/>
                  </a:lnTo>
                  <a:lnTo>
                    <a:pt x="8647" y="9110"/>
                  </a:lnTo>
                  <a:lnTo>
                    <a:pt x="9013" y="9159"/>
                  </a:lnTo>
                  <a:lnTo>
                    <a:pt x="9379" y="9184"/>
                  </a:lnTo>
                  <a:lnTo>
                    <a:pt x="9746" y="9159"/>
                  </a:lnTo>
                  <a:lnTo>
                    <a:pt x="10088" y="9135"/>
                  </a:lnTo>
                  <a:lnTo>
                    <a:pt x="10454" y="9086"/>
                  </a:lnTo>
                  <a:lnTo>
                    <a:pt x="10820" y="8988"/>
                  </a:lnTo>
                  <a:lnTo>
                    <a:pt x="11187" y="8866"/>
                  </a:lnTo>
                  <a:lnTo>
                    <a:pt x="11529" y="8695"/>
                  </a:lnTo>
                  <a:lnTo>
                    <a:pt x="11699" y="8598"/>
                  </a:lnTo>
                  <a:lnTo>
                    <a:pt x="11822" y="8500"/>
                  </a:lnTo>
                  <a:lnTo>
                    <a:pt x="11895" y="8378"/>
                  </a:lnTo>
                  <a:lnTo>
                    <a:pt x="11968" y="8256"/>
                  </a:lnTo>
                  <a:lnTo>
                    <a:pt x="12017" y="8134"/>
                  </a:lnTo>
                  <a:lnTo>
                    <a:pt x="12017" y="8011"/>
                  </a:lnTo>
                  <a:lnTo>
                    <a:pt x="11968" y="7914"/>
                  </a:lnTo>
                  <a:lnTo>
                    <a:pt x="11919" y="7816"/>
                  </a:lnTo>
                  <a:lnTo>
                    <a:pt x="11529" y="7425"/>
                  </a:lnTo>
                  <a:lnTo>
                    <a:pt x="11138" y="6961"/>
                  </a:lnTo>
                  <a:lnTo>
                    <a:pt x="10771" y="6473"/>
                  </a:lnTo>
                  <a:lnTo>
                    <a:pt x="10381" y="5960"/>
                  </a:lnTo>
                  <a:lnTo>
                    <a:pt x="10307" y="5813"/>
                  </a:lnTo>
                  <a:lnTo>
                    <a:pt x="10259" y="5667"/>
                  </a:lnTo>
                  <a:lnTo>
                    <a:pt x="10234" y="5496"/>
                  </a:lnTo>
                  <a:lnTo>
                    <a:pt x="10210" y="5300"/>
                  </a:lnTo>
                  <a:lnTo>
                    <a:pt x="10234" y="5130"/>
                  </a:lnTo>
                  <a:lnTo>
                    <a:pt x="10259" y="4959"/>
                  </a:lnTo>
                  <a:lnTo>
                    <a:pt x="10307" y="4788"/>
                  </a:lnTo>
                  <a:lnTo>
                    <a:pt x="10381" y="4617"/>
                  </a:lnTo>
                  <a:lnTo>
                    <a:pt x="10771" y="3884"/>
                  </a:lnTo>
                  <a:lnTo>
                    <a:pt x="11138" y="3127"/>
                  </a:lnTo>
                  <a:lnTo>
                    <a:pt x="11529" y="2345"/>
                  </a:lnTo>
                  <a:lnTo>
                    <a:pt x="11919" y="1490"/>
                  </a:lnTo>
                  <a:lnTo>
                    <a:pt x="11993" y="1320"/>
                  </a:lnTo>
                  <a:lnTo>
                    <a:pt x="12017" y="1173"/>
                  </a:lnTo>
                  <a:lnTo>
                    <a:pt x="12017" y="1051"/>
                  </a:lnTo>
                  <a:lnTo>
                    <a:pt x="11968" y="978"/>
                  </a:lnTo>
                  <a:lnTo>
                    <a:pt x="11895" y="953"/>
                  </a:lnTo>
                  <a:lnTo>
                    <a:pt x="11822" y="929"/>
                  </a:lnTo>
                  <a:lnTo>
                    <a:pt x="11699" y="978"/>
                  </a:lnTo>
                  <a:lnTo>
                    <a:pt x="11529" y="1026"/>
                  </a:lnTo>
                  <a:lnTo>
                    <a:pt x="11187" y="1197"/>
                  </a:lnTo>
                  <a:lnTo>
                    <a:pt x="10820" y="1320"/>
                  </a:lnTo>
                  <a:lnTo>
                    <a:pt x="10454" y="1417"/>
                  </a:lnTo>
                  <a:lnTo>
                    <a:pt x="10088" y="1466"/>
                  </a:lnTo>
                  <a:lnTo>
                    <a:pt x="9746" y="1515"/>
                  </a:lnTo>
                  <a:lnTo>
                    <a:pt x="9379" y="1515"/>
                  </a:lnTo>
                  <a:lnTo>
                    <a:pt x="9013" y="1490"/>
                  </a:lnTo>
                  <a:lnTo>
                    <a:pt x="8647" y="1466"/>
                  </a:lnTo>
                  <a:lnTo>
                    <a:pt x="8305" y="1393"/>
                  </a:lnTo>
                  <a:lnTo>
                    <a:pt x="7938" y="1320"/>
                  </a:lnTo>
                  <a:lnTo>
                    <a:pt x="7206" y="1149"/>
                  </a:lnTo>
                  <a:lnTo>
                    <a:pt x="6497" y="929"/>
                  </a:lnTo>
                  <a:lnTo>
                    <a:pt x="5765" y="685"/>
                  </a:lnTo>
                  <a:lnTo>
                    <a:pt x="5056" y="465"/>
                  </a:lnTo>
                  <a:lnTo>
                    <a:pt x="4324" y="269"/>
                  </a:lnTo>
                  <a:lnTo>
                    <a:pt x="3982" y="172"/>
                  </a:lnTo>
                  <a:lnTo>
                    <a:pt x="3615" y="98"/>
                  </a:lnTo>
                  <a:lnTo>
                    <a:pt x="3249" y="50"/>
                  </a:lnTo>
                  <a:lnTo>
                    <a:pt x="2883" y="25"/>
                  </a:lnTo>
                  <a:lnTo>
                    <a:pt x="25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96" name="Google Shape;788;p47">
            <a:extLst>
              <a:ext uri="{FF2B5EF4-FFF2-40B4-BE49-F238E27FC236}">
                <a16:creationId xmlns:a16="http://schemas.microsoft.com/office/drawing/2014/main" xmlns="" id="{D3A08A9A-AA9F-AC1F-EC47-BCCE7B3A6DD9}"/>
              </a:ext>
            </a:extLst>
          </p:cNvPr>
          <p:cNvGrpSpPr/>
          <p:nvPr/>
        </p:nvGrpSpPr>
        <p:grpSpPr>
          <a:xfrm>
            <a:off x="5567940" y="3055237"/>
            <a:ext cx="233273" cy="143234"/>
            <a:chOff x="4601275" y="1702875"/>
            <a:chExt cx="471400" cy="289450"/>
          </a:xfrm>
        </p:grpSpPr>
        <p:sp>
          <p:nvSpPr>
            <p:cNvPr id="97" name="Google Shape;789;p47">
              <a:extLst>
                <a:ext uri="{FF2B5EF4-FFF2-40B4-BE49-F238E27FC236}">
                  <a16:creationId xmlns:a16="http://schemas.microsoft.com/office/drawing/2014/main" xmlns="" id="{CF9758A4-BCF2-92A3-BC75-CD3848659EE3}"/>
                </a:ext>
              </a:extLst>
            </p:cNvPr>
            <p:cNvSpPr/>
            <p:nvPr/>
          </p:nvSpPr>
          <p:spPr>
            <a:xfrm>
              <a:off x="4816200" y="1702875"/>
              <a:ext cx="41550" cy="41550"/>
            </a:xfrm>
            <a:custGeom>
              <a:avLst/>
              <a:gdLst/>
              <a:ahLst/>
              <a:cxnLst/>
              <a:rect l="l" t="t" r="r" b="b"/>
              <a:pathLst>
                <a:path w="1662" h="1662" extrusionOk="0">
                  <a:moveTo>
                    <a:pt x="831" y="1"/>
                  </a:moveTo>
                  <a:lnTo>
                    <a:pt x="660" y="25"/>
                  </a:lnTo>
                  <a:lnTo>
                    <a:pt x="514" y="74"/>
                  </a:lnTo>
                  <a:lnTo>
                    <a:pt x="367" y="148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60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8"/>
                  </a:lnTo>
                  <a:lnTo>
                    <a:pt x="367" y="1540"/>
                  </a:lnTo>
                  <a:lnTo>
                    <a:pt x="514" y="1613"/>
                  </a:lnTo>
                  <a:lnTo>
                    <a:pt x="660" y="1662"/>
                  </a:lnTo>
                  <a:lnTo>
                    <a:pt x="1002" y="1662"/>
                  </a:lnTo>
                  <a:lnTo>
                    <a:pt x="1149" y="1613"/>
                  </a:lnTo>
                  <a:lnTo>
                    <a:pt x="1295" y="1540"/>
                  </a:lnTo>
                  <a:lnTo>
                    <a:pt x="1417" y="1418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1" y="831"/>
                  </a:lnTo>
                  <a:lnTo>
                    <a:pt x="1637" y="660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8"/>
                  </a:lnTo>
                  <a:lnTo>
                    <a:pt x="1149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8" name="Google Shape;790;p47">
              <a:extLst>
                <a:ext uri="{FF2B5EF4-FFF2-40B4-BE49-F238E27FC236}">
                  <a16:creationId xmlns:a16="http://schemas.microsoft.com/office/drawing/2014/main" xmlns="" id="{062DAFBE-F000-DAA3-2A07-941AF56134CB}"/>
                </a:ext>
              </a:extLst>
            </p:cNvPr>
            <p:cNvSpPr/>
            <p:nvPr/>
          </p:nvSpPr>
          <p:spPr>
            <a:xfrm>
              <a:off x="5031125" y="1757225"/>
              <a:ext cx="41550" cy="41550"/>
            </a:xfrm>
            <a:custGeom>
              <a:avLst/>
              <a:gdLst/>
              <a:ahLst/>
              <a:cxnLst/>
              <a:rect l="l" t="t" r="r" b="b"/>
              <a:pathLst>
                <a:path w="1662" h="1662" extrusionOk="0">
                  <a:moveTo>
                    <a:pt x="831" y="1"/>
                  </a:moveTo>
                  <a:lnTo>
                    <a:pt x="660" y="25"/>
                  </a:lnTo>
                  <a:lnTo>
                    <a:pt x="513" y="74"/>
                  </a:lnTo>
                  <a:lnTo>
                    <a:pt x="367" y="147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84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7"/>
                  </a:lnTo>
                  <a:lnTo>
                    <a:pt x="367" y="1539"/>
                  </a:lnTo>
                  <a:lnTo>
                    <a:pt x="513" y="1613"/>
                  </a:lnTo>
                  <a:lnTo>
                    <a:pt x="660" y="1661"/>
                  </a:lnTo>
                  <a:lnTo>
                    <a:pt x="1002" y="1661"/>
                  </a:lnTo>
                  <a:lnTo>
                    <a:pt x="1148" y="1613"/>
                  </a:lnTo>
                  <a:lnTo>
                    <a:pt x="1295" y="1539"/>
                  </a:lnTo>
                  <a:lnTo>
                    <a:pt x="1417" y="1417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1" y="831"/>
                  </a:lnTo>
                  <a:lnTo>
                    <a:pt x="1637" y="684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7"/>
                  </a:lnTo>
                  <a:lnTo>
                    <a:pt x="1148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9" name="Google Shape;791;p47">
              <a:extLst>
                <a:ext uri="{FF2B5EF4-FFF2-40B4-BE49-F238E27FC236}">
                  <a16:creationId xmlns:a16="http://schemas.microsoft.com/office/drawing/2014/main" xmlns="" id="{5FA21078-59D5-D359-DB01-58A4B93109A9}"/>
                </a:ext>
              </a:extLst>
            </p:cNvPr>
            <p:cNvSpPr/>
            <p:nvPr/>
          </p:nvSpPr>
          <p:spPr>
            <a:xfrm>
              <a:off x="4634875" y="1756000"/>
              <a:ext cx="404225" cy="178325"/>
            </a:xfrm>
            <a:custGeom>
              <a:avLst/>
              <a:gdLst/>
              <a:ahLst/>
              <a:cxnLst/>
              <a:rect l="l" t="t" r="r" b="b"/>
              <a:pathLst>
                <a:path w="16169" h="7133" extrusionOk="0">
                  <a:moveTo>
                    <a:pt x="7742" y="1"/>
                  </a:moveTo>
                  <a:lnTo>
                    <a:pt x="5007" y="3444"/>
                  </a:lnTo>
                  <a:lnTo>
                    <a:pt x="464" y="1784"/>
                  </a:lnTo>
                  <a:lnTo>
                    <a:pt x="366" y="1881"/>
                  </a:lnTo>
                  <a:lnTo>
                    <a:pt x="244" y="1979"/>
                  </a:lnTo>
                  <a:lnTo>
                    <a:pt x="122" y="2052"/>
                  </a:lnTo>
                  <a:lnTo>
                    <a:pt x="0" y="2101"/>
                  </a:lnTo>
                  <a:lnTo>
                    <a:pt x="1465" y="7132"/>
                  </a:lnTo>
                  <a:lnTo>
                    <a:pt x="14703" y="7132"/>
                  </a:lnTo>
                  <a:lnTo>
                    <a:pt x="16168" y="2101"/>
                  </a:lnTo>
                  <a:lnTo>
                    <a:pt x="16046" y="2052"/>
                  </a:lnTo>
                  <a:lnTo>
                    <a:pt x="15924" y="1979"/>
                  </a:lnTo>
                  <a:lnTo>
                    <a:pt x="15802" y="1881"/>
                  </a:lnTo>
                  <a:lnTo>
                    <a:pt x="15704" y="1784"/>
                  </a:lnTo>
                  <a:lnTo>
                    <a:pt x="11161" y="3444"/>
                  </a:lnTo>
                  <a:lnTo>
                    <a:pt x="8426" y="1"/>
                  </a:lnTo>
                  <a:lnTo>
                    <a:pt x="8255" y="25"/>
                  </a:lnTo>
                  <a:lnTo>
                    <a:pt x="7913" y="25"/>
                  </a:lnTo>
                  <a:lnTo>
                    <a:pt x="774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00" name="Google Shape;792;p47">
              <a:extLst>
                <a:ext uri="{FF2B5EF4-FFF2-40B4-BE49-F238E27FC236}">
                  <a16:creationId xmlns:a16="http://schemas.microsoft.com/office/drawing/2014/main" xmlns="" id="{2C29C26D-B2F7-58C5-F590-74EAC6EA1BC3}"/>
                </a:ext>
              </a:extLst>
            </p:cNvPr>
            <p:cNvSpPr/>
            <p:nvPr/>
          </p:nvSpPr>
          <p:spPr>
            <a:xfrm>
              <a:off x="4601275" y="1757225"/>
              <a:ext cx="41550" cy="41550"/>
            </a:xfrm>
            <a:custGeom>
              <a:avLst/>
              <a:gdLst/>
              <a:ahLst/>
              <a:cxnLst/>
              <a:rect l="l" t="t" r="r" b="b"/>
              <a:pathLst>
                <a:path w="1662" h="1662" extrusionOk="0">
                  <a:moveTo>
                    <a:pt x="831" y="1"/>
                  </a:moveTo>
                  <a:lnTo>
                    <a:pt x="660" y="25"/>
                  </a:lnTo>
                  <a:lnTo>
                    <a:pt x="514" y="74"/>
                  </a:lnTo>
                  <a:lnTo>
                    <a:pt x="367" y="147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84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7"/>
                  </a:lnTo>
                  <a:lnTo>
                    <a:pt x="367" y="1539"/>
                  </a:lnTo>
                  <a:lnTo>
                    <a:pt x="514" y="1613"/>
                  </a:lnTo>
                  <a:lnTo>
                    <a:pt x="660" y="1661"/>
                  </a:lnTo>
                  <a:lnTo>
                    <a:pt x="1002" y="1661"/>
                  </a:lnTo>
                  <a:lnTo>
                    <a:pt x="1149" y="1613"/>
                  </a:lnTo>
                  <a:lnTo>
                    <a:pt x="1295" y="1539"/>
                  </a:lnTo>
                  <a:lnTo>
                    <a:pt x="1417" y="1417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2" y="831"/>
                  </a:lnTo>
                  <a:lnTo>
                    <a:pt x="1637" y="684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7"/>
                  </a:lnTo>
                  <a:lnTo>
                    <a:pt x="1149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01" name="Google Shape;793;p47">
              <a:extLst>
                <a:ext uri="{FF2B5EF4-FFF2-40B4-BE49-F238E27FC236}">
                  <a16:creationId xmlns:a16="http://schemas.microsoft.com/office/drawing/2014/main" xmlns="" id="{07F60853-F1CF-751F-73F7-E3166EC55FED}"/>
                </a:ext>
              </a:extLst>
            </p:cNvPr>
            <p:cNvSpPr/>
            <p:nvPr/>
          </p:nvSpPr>
          <p:spPr>
            <a:xfrm>
              <a:off x="4673325" y="1947725"/>
              <a:ext cx="327300" cy="44600"/>
            </a:xfrm>
            <a:custGeom>
              <a:avLst/>
              <a:gdLst/>
              <a:ahLst/>
              <a:cxnLst/>
              <a:rect l="l" t="t" r="r" b="b"/>
              <a:pathLst>
                <a:path w="13092" h="1784" extrusionOk="0">
                  <a:moveTo>
                    <a:pt x="1" y="1"/>
                  </a:moveTo>
                  <a:lnTo>
                    <a:pt x="514" y="1784"/>
                  </a:lnTo>
                  <a:lnTo>
                    <a:pt x="1808" y="1686"/>
                  </a:lnTo>
                  <a:lnTo>
                    <a:pt x="3249" y="1588"/>
                  </a:lnTo>
                  <a:lnTo>
                    <a:pt x="4836" y="1539"/>
                  </a:lnTo>
                  <a:lnTo>
                    <a:pt x="8256" y="1539"/>
                  </a:lnTo>
                  <a:lnTo>
                    <a:pt x="9843" y="1588"/>
                  </a:lnTo>
                  <a:lnTo>
                    <a:pt x="11284" y="1661"/>
                  </a:lnTo>
                  <a:lnTo>
                    <a:pt x="12579" y="1784"/>
                  </a:lnTo>
                  <a:lnTo>
                    <a:pt x="13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102" name="Google Shape;794;p47">
            <a:extLst>
              <a:ext uri="{FF2B5EF4-FFF2-40B4-BE49-F238E27FC236}">
                <a16:creationId xmlns:a16="http://schemas.microsoft.com/office/drawing/2014/main" xmlns="" id="{794E9C53-68C0-49BF-484C-EE3DDF693060}"/>
              </a:ext>
            </a:extLst>
          </p:cNvPr>
          <p:cNvGrpSpPr/>
          <p:nvPr/>
        </p:nvGrpSpPr>
        <p:grpSpPr>
          <a:xfrm>
            <a:off x="5912690" y="3020189"/>
            <a:ext cx="210905" cy="213330"/>
            <a:chOff x="5297950" y="1632050"/>
            <a:chExt cx="426200" cy="431100"/>
          </a:xfrm>
        </p:grpSpPr>
        <p:sp>
          <p:nvSpPr>
            <p:cNvPr id="103" name="Google Shape;795;p47">
              <a:extLst>
                <a:ext uri="{FF2B5EF4-FFF2-40B4-BE49-F238E27FC236}">
                  <a16:creationId xmlns:a16="http://schemas.microsoft.com/office/drawing/2014/main" xmlns="" id="{CE007954-4A9C-F78F-7E86-6197BEDBD54D}"/>
                </a:ext>
              </a:extLst>
            </p:cNvPr>
            <p:cNvSpPr/>
            <p:nvPr/>
          </p:nvSpPr>
          <p:spPr>
            <a:xfrm>
              <a:off x="5404800" y="1936125"/>
              <a:ext cx="212500" cy="127025"/>
            </a:xfrm>
            <a:custGeom>
              <a:avLst/>
              <a:gdLst/>
              <a:ahLst/>
              <a:cxnLst/>
              <a:rect l="l" t="t" r="r" b="b"/>
              <a:pathLst>
                <a:path w="8500" h="5081" extrusionOk="0">
                  <a:moveTo>
                    <a:pt x="3175" y="1"/>
                  </a:moveTo>
                  <a:lnTo>
                    <a:pt x="3175" y="2834"/>
                  </a:lnTo>
                  <a:lnTo>
                    <a:pt x="2614" y="2956"/>
                  </a:lnTo>
                  <a:lnTo>
                    <a:pt x="2076" y="3102"/>
                  </a:lnTo>
                  <a:lnTo>
                    <a:pt x="1588" y="3298"/>
                  </a:lnTo>
                  <a:lnTo>
                    <a:pt x="1148" y="3493"/>
                  </a:lnTo>
                  <a:lnTo>
                    <a:pt x="782" y="3713"/>
                  </a:lnTo>
                  <a:lnTo>
                    <a:pt x="611" y="3859"/>
                  </a:lnTo>
                  <a:lnTo>
                    <a:pt x="464" y="3982"/>
                  </a:lnTo>
                  <a:lnTo>
                    <a:pt x="318" y="4128"/>
                  </a:lnTo>
                  <a:lnTo>
                    <a:pt x="196" y="4275"/>
                  </a:lnTo>
                  <a:lnTo>
                    <a:pt x="74" y="4421"/>
                  </a:lnTo>
                  <a:lnTo>
                    <a:pt x="0" y="4592"/>
                  </a:lnTo>
                  <a:lnTo>
                    <a:pt x="171" y="4665"/>
                  </a:lnTo>
                  <a:lnTo>
                    <a:pt x="416" y="4739"/>
                  </a:lnTo>
                  <a:lnTo>
                    <a:pt x="782" y="4836"/>
                  </a:lnTo>
                  <a:lnTo>
                    <a:pt x="1344" y="4910"/>
                  </a:lnTo>
                  <a:lnTo>
                    <a:pt x="2101" y="5007"/>
                  </a:lnTo>
                  <a:lnTo>
                    <a:pt x="3053" y="5056"/>
                  </a:lnTo>
                  <a:lnTo>
                    <a:pt x="4250" y="5081"/>
                  </a:lnTo>
                  <a:lnTo>
                    <a:pt x="5447" y="5056"/>
                  </a:lnTo>
                  <a:lnTo>
                    <a:pt x="6399" y="5007"/>
                  </a:lnTo>
                  <a:lnTo>
                    <a:pt x="7156" y="4910"/>
                  </a:lnTo>
                  <a:lnTo>
                    <a:pt x="7718" y="4836"/>
                  </a:lnTo>
                  <a:lnTo>
                    <a:pt x="8084" y="4739"/>
                  </a:lnTo>
                  <a:lnTo>
                    <a:pt x="8329" y="4665"/>
                  </a:lnTo>
                  <a:lnTo>
                    <a:pt x="8500" y="4592"/>
                  </a:lnTo>
                  <a:lnTo>
                    <a:pt x="8426" y="4421"/>
                  </a:lnTo>
                  <a:lnTo>
                    <a:pt x="8304" y="4275"/>
                  </a:lnTo>
                  <a:lnTo>
                    <a:pt x="8182" y="4128"/>
                  </a:lnTo>
                  <a:lnTo>
                    <a:pt x="8036" y="3982"/>
                  </a:lnTo>
                  <a:lnTo>
                    <a:pt x="7889" y="3859"/>
                  </a:lnTo>
                  <a:lnTo>
                    <a:pt x="7718" y="3713"/>
                  </a:lnTo>
                  <a:lnTo>
                    <a:pt x="7352" y="3493"/>
                  </a:lnTo>
                  <a:lnTo>
                    <a:pt x="6912" y="3298"/>
                  </a:lnTo>
                  <a:lnTo>
                    <a:pt x="6424" y="3102"/>
                  </a:lnTo>
                  <a:lnTo>
                    <a:pt x="5886" y="2956"/>
                  </a:lnTo>
                  <a:lnTo>
                    <a:pt x="5325" y="2834"/>
                  </a:lnTo>
                  <a:lnTo>
                    <a:pt x="5325" y="1"/>
                  </a:lnTo>
                  <a:lnTo>
                    <a:pt x="5032" y="49"/>
                  </a:lnTo>
                  <a:lnTo>
                    <a:pt x="4763" y="98"/>
                  </a:lnTo>
                  <a:lnTo>
                    <a:pt x="4250" y="123"/>
                  </a:lnTo>
                  <a:lnTo>
                    <a:pt x="3737" y="98"/>
                  </a:lnTo>
                  <a:lnTo>
                    <a:pt x="3469" y="49"/>
                  </a:lnTo>
                  <a:lnTo>
                    <a:pt x="317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04" name="Google Shape;796;p47">
              <a:extLst>
                <a:ext uri="{FF2B5EF4-FFF2-40B4-BE49-F238E27FC236}">
                  <a16:creationId xmlns:a16="http://schemas.microsoft.com/office/drawing/2014/main" xmlns="" id="{FC84C992-9771-7392-21D7-BF5A359B92E1}"/>
                </a:ext>
              </a:extLst>
            </p:cNvPr>
            <p:cNvSpPr/>
            <p:nvPr/>
          </p:nvSpPr>
          <p:spPr>
            <a:xfrm>
              <a:off x="5297950" y="1632050"/>
              <a:ext cx="426200" cy="294950"/>
            </a:xfrm>
            <a:custGeom>
              <a:avLst/>
              <a:gdLst/>
              <a:ahLst/>
              <a:cxnLst/>
              <a:rect l="l" t="t" r="r" b="b"/>
              <a:pathLst>
                <a:path w="17048" h="11798" extrusionOk="0">
                  <a:moveTo>
                    <a:pt x="8524" y="2956"/>
                  </a:moveTo>
                  <a:lnTo>
                    <a:pt x="8573" y="2981"/>
                  </a:lnTo>
                  <a:lnTo>
                    <a:pt x="8622" y="3054"/>
                  </a:lnTo>
                  <a:lnTo>
                    <a:pt x="9086" y="4128"/>
                  </a:lnTo>
                  <a:lnTo>
                    <a:pt x="9135" y="4202"/>
                  </a:lnTo>
                  <a:lnTo>
                    <a:pt x="9208" y="4275"/>
                  </a:lnTo>
                  <a:lnTo>
                    <a:pt x="9306" y="4324"/>
                  </a:lnTo>
                  <a:lnTo>
                    <a:pt x="9403" y="4348"/>
                  </a:lnTo>
                  <a:lnTo>
                    <a:pt x="10576" y="4470"/>
                  </a:lnTo>
                  <a:lnTo>
                    <a:pt x="10649" y="4495"/>
                  </a:lnTo>
                  <a:lnTo>
                    <a:pt x="10698" y="4519"/>
                  </a:lnTo>
                  <a:lnTo>
                    <a:pt x="10673" y="4592"/>
                  </a:lnTo>
                  <a:lnTo>
                    <a:pt x="10624" y="4641"/>
                  </a:lnTo>
                  <a:lnTo>
                    <a:pt x="9745" y="5423"/>
                  </a:lnTo>
                  <a:lnTo>
                    <a:pt x="9696" y="5496"/>
                  </a:lnTo>
                  <a:lnTo>
                    <a:pt x="9648" y="5594"/>
                  </a:lnTo>
                  <a:lnTo>
                    <a:pt x="9623" y="5691"/>
                  </a:lnTo>
                  <a:lnTo>
                    <a:pt x="9623" y="5789"/>
                  </a:lnTo>
                  <a:lnTo>
                    <a:pt x="9892" y="6961"/>
                  </a:lnTo>
                  <a:lnTo>
                    <a:pt x="9892" y="7035"/>
                  </a:lnTo>
                  <a:lnTo>
                    <a:pt x="9867" y="7084"/>
                  </a:lnTo>
                  <a:lnTo>
                    <a:pt x="9818" y="7084"/>
                  </a:lnTo>
                  <a:lnTo>
                    <a:pt x="9745" y="7059"/>
                  </a:lnTo>
                  <a:lnTo>
                    <a:pt x="8719" y="6473"/>
                  </a:lnTo>
                  <a:lnTo>
                    <a:pt x="8622" y="6424"/>
                  </a:lnTo>
                  <a:lnTo>
                    <a:pt x="8426" y="6424"/>
                  </a:lnTo>
                  <a:lnTo>
                    <a:pt x="8329" y="6473"/>
                  </a:lnTo>
                  <a:lnTo>
                    <a:pt x="7303" y="7059"/>
                  </a:lnTo>
                  <a:lnTo>
                    <a:pt x="7230" y="7084"/>
                  </a:lnTo>
                  <a:lnTo>
                    <a:pt x="7181" y="7084"/>
                  </a:lnTo>
                  <a:lnTo>
                    <a:pt x="7156" y="7035"/>
                  </a:lnTo>
                  <a:lnTo>
                    <a:pt x="7156" y="6961"/>
                  </a:lnTo>
                  <a:lnTo>
                    <a:pt x="7425" y="5789"/>
                  </a:lnTo>
                  <a:lnTo>
                    <a:pt x="7425" y="5691"/>
                  </a:lnTo>
                  <a:lnTo>
                    <a:pt x="7401" y="5594"/>
                  </a:lnTo>
                  <a:lnTo>
                    <a:pt x="7352" y="5496"/>
                  </a:lnTo>
                  <a:lnTo>
                    <a:pt x="7303" y="5423"/>
                  </a:lnTo>
                  <a:lnTo>
                    <a:pt x="6424" y="4641"/>
                  </a:lnTo>
                  <a:lnTo>
                    <a:pt x="6375" y="4592"/>
                  </a:lnTo>
                  <a:lnTo>
                    <a:pt x="6350" y="4519"/>
                  </a:lnTo>
                  <a:lnTo>
                    <a:pt x="6399" y="4495"/>
                  </a:lnTo>
                  <a:lnTo>
                    <a:pt x="6473" y="4470"/>
                  </a:lnTo>
                  <a:lnTo>
                    <a:pt x="7645" y="4348"/>
                  </a:lnTo>
                  <a:lnTo>
                    <a:pt x="7743" y="4324"/>
                  </a:lnTo>
                  <a:lnTo>
                    <a:pt x="7840" y="4275"/>
                  </a:lnTo>
                  <a:lnTo>
                    <a:pt x="7913" y="4202"/>
                  </a:lnTo>
                  <a:lnTo>
                    <a:pt x="7962" y="4128"/>
                  </a:lnTo>
                  <a:lnTo>
                    <a:pt x="8426" y="3054"/>
                  </a:lnTo>
                  <a:lnTo>
                    <a:pt x="8475" y="2981"/>
                  </a:lnTo>
                  <a:lnTo>
                    <a:pt x="8524" y="2956"/>
                  </a:lnTo>
                  <a:close/>
                  <a:moveTo>
                    <a:pt x="15973" y="2150"/>
                  </a:moveTo>
                  <a:lnTo>
                    <a:pt x="15973" y="2516"/>
                  </a:lnTo>
                  <a:lnTo>
                    <a:pt x="15924" y="2932"/>
                  </a:lnTo>
                  <a:lnTo>
                    <a:pt x="15875" y="3371"/>
                  </a:lnTo>
                  <a:lnTo>
                    <a:pt x="15802" y="3835"/>
                  </a:lnTo>
                  <a:lnTo>
                    <a:pt x="15704" y="4299"/>
                  </a:lnTo>
                  <a:lnTo>
                    <a:pt x="15558" y="4788"/>
                  </a:lnTo>
                  <a:lnTo>
                    <a:pt x="15411" y="5252"/>
                  </a:lnTo>
                  <a:lnTo>
                    <a:pt x="15216" y="5740"/>
                  </a:lnTo>
                  <a:lnTo>
                    <a:pt x="14996" y="6204"/>
                  </a:lnTo>
                  <a:lnTo>
                    <a:pt x="14752" y="6620"/>
                  </a:lnTo>
                  <a:lnTo>
                    <a:pt x="14459" y="7035"/>
                  </a:lnTo>
                  <a:lnTo>
                    <a:pt x="14141" y="7426"/>
                  </a:lnTo>
                  <a:lnTo>
                    <a:pt x="13799" y="7767"/>
                  </a:lnTo>
                  <a:lnTo>
                    <a:pt x="13604" y="7914"/>
                  </a:lnTo>
                  <a:lnTo>
                    <a:pt x="13409" y="8061"/>
                  </a:lnTo>
                  <a:lnTo>
                    <a:pt x="13213" y="8183"/>
                  </a:lnTo>
                  <a:lnTo>
                    <a:pt x="12993" y="8305"/>
                  </a:lnTo>
                  <a:lnTo>
                    <a:pt x="12774" y="8402"/>
                  </a:lnTo>
                  <a:lnTo>
                    <a:pt x="12529" y="8476"/>
                  </a:lnTo>
                  <a:lnTo>
                    <a:pt x="12529" y="8476"/>
                  </a:lnTo>
                  <a:lnTo>
                    <a:pt x="12823" y="7767"/>
                  </a:lnTo>
                  <a:lnTo>
                    <a:pt x="13042" y="7059"/>
                  </a:lnTo>
                  <a:lnTo>
                    <a:pt x="13262" y="6351"/>
                  </a:lnTo>
                  <a:lnTo>
                    <a:pt x="13433" y="5618"/>
                  </a:lnTo>
                  <a:lnTo>
                    <a:pt x="13555" y="4837"/>
                  </a:lnTo>
                  <a:lnTo>
                    <a:pt x="13677" y="4031"/>
                  </a:lnTo>
                  <a:lnTo>
                    <a:pt x="13751" y="3127"/>
                  </a:lnTo>
                  <a:lnTo>
                    <a:pt x="13799" y="2150"/>
                  </a:lnTo>
                  <a:close/>
                  <a:moveTo>
                    <a:pt x="3249" y="2150"/>
                  </a:moveTo>
                  <a:lnTo>
                    <a:pt x="3298" y="3127"/>
                  </a:lnTo>
                  <a:lnTo>
                    <a:pt x="3371" y="4031"/>
                  </a:lnTo>
                  <a:lnTo>
                    <a:pt x="3493" y="4837"/>
                  </a:lnTo>
                  <a:lnTo>
                    <a:pt x="3615" y="5618"/>
                  </a:lnTo>
                  <a:lnTo>
                    <a:pt x="3786" y="6351"/>
                  </a:lnTo>
                  <a:lnTo>
                    <a:pt x="4006" y="7059"/>
                  </a:lnTo>
                  <a:lnTo>
                    <a:pt x="4226" y="7767"/>
                  </a:lnTo>
                  <a:lnTo>
                    <a:pt x="4519" y="8476"/>
                  </a:lnTo>
                  <a:lnTo>
                    <a:pt x="4274" y="8402"/>
                  </a:lnTo>
                  <a:lnTo>
                    <a:pt x="4055" y="8305"/>
                  </a:lnTo>
                  <a:lnTo>
                    <a:pt x="3835" y="8183"/>
                  </a:lnTo>
                  <a:lnTo>
                    <a:pt x="3639" y="8061"/>
                  </a:lnTo>
                  <a:lnTo>
                    <a:pt x="3444" y="7914"/>
                  </a:lnTo>
                  <a:lnTo>
                    <a:pt x="3249" y="7767"/>
                  </a:lnTo>
                  <a:lnTo>
                    <a:pt x="2907" y="7426"/>
                  </a:lnTo>
                  <a:lnTo>
                    <a:pt x="2589" y="7035"/>
                  </a:lnTo>
                  <a:lnTo>
                    <a:pt x="2296" y="6620"/>
                  </a:lnTo>
                  <a:lnTo>
                    <a:pt x="2052" y="6204"/>
                  </a:lnTo>
                  <a:lnTo>
                    <a:pt x="1832" y="5740"/>
                  </a:lnTo>
                  <a:lnTo>
                    <a:pt x="1637" y="5252"/>
                  </a:lnTo>
                  <a:lnTo>
                    <a:pt x="1490" y="4788"/>
                  </a:lnTo>
                  <a:lnTo>
                    <a:pt x="1344" y="4299"/>
                  </a:lnTo>
                  <a:lnTo>
                    <a:pt x="1246" y="3835"/>
                  </a:lnTo>
                  <a:lnTo>
                    <a:pt x="1173" y="3371"/>
                  </a:lnTo>
                  <a:lnTo>
                    <a:pt x="1124" y="2932"/>
                  </a:lnTo>
                  <a:lnTo>
                    <a:pt x="1075" y="2516"/>
                  </a:lnTo>
                  <a:lnTo>
                    <a:pt x="1075" y="2150"/>
                  </a:lnTo>
                  <a:close/>
                  <a:moveTo>
                    <a:pt x="3737" y="1"/>
                  </a:moveTo>
                  <a:lnTo>
                    <a:pt x="3639" y="25"/>
                  </a:lnTo>
                  <a:lnTo>
                    <a:pt x="3542" y="50"/>
                  </a:lnTo>
                  <a:lnTo>
                    <a:pt x="3444" y="99"/>
                  </a:lnTo>
                  <a:lnTo>
                    <a:pt x="3371" y="147"/>
                  </a:lnTo>
                  <a:lnTo>
                    <a:pt x="3322" y="221"/>
                  </a:lnTo>
                  <a:lnTo>
                    <a:pt x="3249" y="294"/>
                  </a:lnTo>
                  <a:lnTo>
                    <a:pt x="3224" y="392"/>
                  </a:lnTo>
                  <a:lnTo>
                    <a:pt x="3200" y="489"/>
                  </a:lnTo>
                  <a:lnTo>
                    <a:pt x="3224" y="1076"/>
                  </a:lnTo>
                  <a:lnTo>
                    <a:pt x="1075" y="1076"/>
                  </a:lnTo>
                  <a:lnTo>
                    <a:pt x="855" y="1100"/>
                  </a:lnTo>
                  <a:lnTo>
                    <a:pt x="660" y="1149"/>
                  </a:lnTo>
                  <a:lnTo>
                    <a:pt x="489" y="1246"/>
                  </a:lnTo>
                  <a:lnTo>
                    <a:pt x="318" y="1393"/>
                  </a:lnTo>
                  <a:lnTo>
                    <a:pt x="196" y="1540"/>
                  </a:lnTo>
                  <a:lnTo>
                    <a:pt x="98" y="1735"/>
                  </a:lnTo>
                  <a:lnTo>
                    <a:pt x="25" y="1930"/>
                  </a:lnTo>
                  <a:lnTo>
                    <a:pt x="0" y="2150"/>
                  </a:lnTo>
                  <a:lnTo>
                    <a:pt x="25" y="2614"/>
                  </a:lnTo>
                  <a:lnTo>
                    <a:pt x="49" y="3078"/>
                  </a:lnTo>
                  <a:lnTo>
                    <a:pt x="98" y="3518"/>
                  </a:lnTo>
                  <a:lnTo>
                    <a:pt x="171" y="3957"/>
                  </a:lnTo>
                  <a:lnTo>
                    <a:pt x="269" y="4348"/>
                  </a:lnTo>
                  <a:lnTo>
                    <a:pt x="367" y="4739"/>
                  </a:lnTo>
                  <a:lnTo>
                    <a:pt x="489" y="5130"/>
                  </a:lnTo>
                  <a:lnTo>
                    <a:pt x="635" y="5496"/>
                  </a:lnTo>
                  <a:lnTo>
                    <a:pt x="782" y="5838"/>
                  </a:lnTo>
                  <a:lnTo>
                    <a:pt x="928" y="6156"/>
                  </a:lnTo>
                  <a:lnTo>
                    <a:pt x="1099" y="6473"/>
                  </a:lnTo>
                  <a:lnTo>
                    <a:pt x="1295" y="6766"/>
                  </a:lnTo>
                  <a:lnTo>
                    <a:pt x="1466" y="7059"/>
                  </a:lnTo>
                  <a:lnTo>
                    <a:pt x="1661" y="7328"/>
                  </a:lnTo>
                  <a:lnTo>
                    <a:pt x="2076" y="7816"/>
                  </a:lnTo>
                  <a:lnTo>
                    <a:pt x="2516" y="8256"/>
                  </a:lnTo>
                  <a:lnTo>
                    <a:pt x="2931" y="8622"/>
                  </a:lnTo>
                  <a:lnTo>
                    <a:pt x="3346" y="8940"/>
                  </a:lnTo>
                  <a:lnTo>
                    <a:pt x="3762" y="9184"/>
                  </a:lnTo>
                  <a:lnTo>
                    <a:pt x="4152" y="9379"/>
                  </a:lnTo>
                  <a:lnTo>
                    <a:pt x="4519" y="9526"/>
                  </a:lnTo>
                  <a:lnTo>
                    <a:pt x="4836" y="9624"/>
                  </a:lnTo>
                  <a:lnTo>
                    <a:pt x="5105" y="9672"/>
                  </a:lnTo>
                  <a:lnTo>
                    <a:pt x="5422" y="10136"/>
                  </a:lnTo>
                  <a:lnTo>
                    <a:pt x="5764" y="10576"/>
                  </a:lnTo>
                  <a:lnTo>
                    <a:pt x="5935" y="10747"/>
                  </a:lnTo>
                  <a:lnTo>
                    <a:pt x="6131" y="10918"/>
                  </a:lnTo>
                  <a:lnTo>
                    <a:pt x="6326" y="11089"/>
                  </a:lnTo>
                  <a:lnTo>
                    <a:pt x="6546" y="11236"/>
                  </a:lnTo>
                  <a:lnTo>
                    <a:pt x="6766" y="11358"/>
                  </a:lnTo>
                  <a:lnTo>
                    <a:pt x="6985" y="11480"/>
                  </a:lnTo>
                  <a:lnTo>
                    <a:pt x="7230" y="11577"/>
                  </a:lnTo>
                  <a:lnTo>
                    <a:pt x="7474" y="11651"/>
                  </a:lnTo>
                  <a:lnTo>
                    <a:pt x="7718" y="11724"/>
                  </a:lnTo>
                  <a:lnTo>
                    <a:pt x="7987" y="11773"/>
                  </a:lnTo>
                  <a:lnTo>
                    <a:pt x="8255" y="11797"/>
                  </a:lnTo>
                  <a:lnTo>
                    <a:pt x="8793" y="11797"/>
                  </a:lnTo>
                  <a:lnTo>
                    <a:pt x="9061" y="11773"/>
                  </a:lnTo>
                  <a:lnTo>
                    <a:pt x="9330" y="11724"/>
                  </a:lnTo>
                  <a:lnTo>
                    <a:pt x="9574" y="11651"/>
                  </a:lnTo>
                  <a:lnTo>
                    <a:pt x="9818" y="11577"/>
                  </a:lnTo>
                  <a:lnTo>
                    <a:pt x="10063" y="11480"/>
                  </a:lnTo>
                  <a:lnTo>
                    <a:pt x="10283" y="11358"/>
                  </a:lnTo>
                  <a:lnTo>
                    <a:pt x="10502" y="11236"/>
                  </a:lnTo>
                  <a:lnTo>
                    <a:pt x="10722" y="11089"/>
                  </a:lnTo>
                  <a:lnTo>
                    <a:pt x="10918" y="10918"/>
                  </a:lnTo>
                  <a:lnTo>
                    <a:pt x="11113" y="10747"/>
                  </a:lnTo>
                  <a:lnTo>
                    <a:pt x="11284" y="10576"/>
                  </a:lnTo>
                  <a:lnTo>
                    <a:pt x="11626" y="10136"/>
                  </a:lnTo>
                  <a:lnTo>
                    <a:pt x="11943" y="9672"/>
                  </a:lnTo>
                  <a:lnTo>
                    <a:pt x="12212" y="9624"/>
                  </a:lnTo>
                  <a:lnTo>
                    <a:pt x="12529" y="9550"/>
                  </a:lnTo>
                  <a:lnTo>
                    <a:pt x="12896" y="9404"/>
                  </a:lnTo>
                  <a:lnTo>
                    <a:pt x="13287" y="9208"/>
                  </a:lnTo>
                  <a:lnTo>
                    <a:pt x="13702" y="8964"/>
                  </a:lnTo>
                  <a:lnTo>
                    <a:pt x="14117" y="8647"/>
                  </a:lnTo>
                  <a:lnTo>
                    <a:pt x="14557" y="8280"/>
                  </a:lnTo>
                  <a:lnTo>
                    <a:pt x="14972" y="7865"/>
                  </a:lnTo>
                  <a:lnTo>
                    <a:pt x="15387" y="7377"/>
                  </a:lnTo>
                  <a:lnTo>
                    <a:pt x="15582" y="7108"/>
                  </a:lnTo>
                  <a:lnTo>
                    <a:pt x="15753" y="6815"/>
                  </a:lnTo>
                  <a:lnTo>
                    <a:pt x="15949" y="6522"/>
                  </a:lnTo>
                  <a:lnTo>
                    <a:pt x="16120" y="6204"/>
                  </a:lnTo>
                  <a:lnTo>
                    <a:pt x="16266" y="5887"/>
                  </a:lnTo>
                  <a:lnTo>
                    <a:pt x="16413" y="5521"/>
                  </a:lnTo>
                  <a:lnTo>
                    <a:pt x="16559" y="5179"/>
                  </a:lnTo>
                  <a:lnTo>
                    <a:pt x="16681" y="4788"/>
                  </a:lnTo>
                  <a:lnTo>
                    <a:pt x="16779" y="4397"/>
                  </a:lnTo>
                  <a:lnTo>
                    <a:pt x="16877" y="3982"/>
                  </a:lnTo>
                  <a:lnTo>
                    <a:pt x="16950" y="3542"/>
                  </a:lnTo>
                  <a:lnTo>
                    <a:pt x="16999" y="3103"/>
                  </a:lnTo>
                  <a:lnTo>
                    <a:pt x="17023" y="2614"/>
                  </a:lnTo>
                  <a:lnTo>
                    <a:pt x="17048" y="2150"/>
                  </a:lnTo>
                  <a:lnTo>
                    <a:pt x="17023" y="1930"/>
                  </a:lnTo>
                  <a:lnTo>
                    <a:pt x="16950" y="1735"/>
                  </a:lnTo>
                  <a:lnTo>
                    <a:pt x="16852" y="1540"/>
                  </a:lnTo>
                  <a:lnTo>
                    <a:pt x="16730" y="1393"/>
                  </a:lnTo>
                  <a:lnTo>
                    <a:pt x="16559" y="1246"/>
                  </a:lnTo>
                  <a:lnTo>
                    <a:pt x="16388" y="1149"/>
                  </a:lnTo>
                  <a:lnTo>
                    <a:pt x="16193" y="1100"/>
                  </a:lnTo>
                  <a:lnTo>
                    <a:pt x="15973" y="1076"/>
                  </a:lnTo>
                  <a:lnTo>
                    <a:pt x="13824" y="1076"/>
                  </a:lnTo>
                  <a:lnTo>
                    <a:pt x="13848" y="489"/>
                  </a:lnTo>
                  <a:lnTo>
                    <a:pt x="13824" y="392"/>
                  </a:lnTo>
                  <a:lnTo>
                    <a:pt x="13799" y="294"/>
                  </a:lnTo>
                  <a:lnTo>
                    <a:pt x="13726" y="221"/>
                  </a:lnTo>
                  <a:lnTo>
                    <a:pt x="13677" y="147"/>
                  </a:lnTo>
                  <a:lnTo>
                    <a:pt x="13604" y="99"/>
                  </a:lnTo>
                  <a:lnTo>
                    <a:pt x="13506" y="50"/>
                  </a:lnTo>
                  <a:lnTo>
                    <a:pt x="13409" y="25"/>
                  </a:lnTo>
                  <a:lnTo>
                    <a:pt x="133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105" name="Google Shape;797;p47">
            <a:extLst>
              <a:ext uri="{FF2B5EF4-FFF2-40B4-BE49-F238E27FC236}">
                <a16:creationId xmlns:a16="http://schemas.microsoft.com/office/drawing/2014/main" xmlns="" id="{E067A167-6DA9-7656-AABC-E9AF4EB9482F}"/>
              </a:ext>
            </a:extLst>
          </p:cNvPr>
          <p:cNvGrpSpPr/>
          <p:nvPr/>
        </p:nvGrpSpPr>
        <p:grpSpPr>
          <a:xfrm>
            <a:off x="6245650" y="3013855"/>
            <a:ext cx="212117" cy="226010"/>
            <a:chOff x="5970800" y="1619250"/>
            <a:chExt cx="428650" cy="456725"/>
          </a:xfrm>
        </p:grpSpPr>
        <p:sp>
          <p:nvSpPr>
            <p:cNvPr id="106" name="Google Shape;798;p47">
              <a:extLst>
                <a:ext uri="{FF2B5EF4-FFF2-40B4-BE49-F238E27FC236}">
                  <a16:creationId xmlns:a16="http://schemas.microsoft.com/office/drawing/2014/main" xmlns="" id="{5D76761C-8B47-19C4-7E02-F66FC73DD5FA}"/>
                </a:ext>
              </a:extLst>
            </p:cNvPr>
            <p:cNvSpPr/>
            <p:nvPr/>
          </p:nvSpPr>
          <p:spPr>
            <a:xfrm>
              <a:off x="5970800" y="1674200"/>
              <a:ext cx="377975" cy="377950"/>
            </a:xfrm>
            <a:custGeom>
              <a:avLst/>
              <a:gdLst/>
              <a:ahLst/>
              <a:cxnLst/>
              <a:rect l="l" t="t" r="r" b="b"/>
              <a:pathLst>
                <a:path w="15119" h="15118" extrusionOk="0">
                  <a:moveTo>
                    <a:pt x="7181" y="0"/>
                  </a:moveTo>
                  <a:lnTo>
                    <a:pt x="6790" y="49"/>
                  </a:lnTo>
                  <a:lnTo>
                    <a:pt x="6424" y="98"/>
                  </a:lnTo>
                  <a:lnTo>
                    <a:pt x="6058" y="147"/>
                  </a:lnTo>
                  <a:lnTo>
                    <a:pt x="5691" y="244"/>
                  </a:lnTo>
                  <a:lnTo>
                    <a:pt x="5325" y="342"/>
                  </a:lnTo>
                  <a:lnTo>
                    <a:pt x="4983" y="464"/>
                  </a:lnTo>
                  <a:lnTo>
                    <a:pt x="4641" y="586"/>
                  </a:lnTo>
                  <a:lnTo>
                    <a:pt x="4299" y="733"/>
                  </a:lnTo>
                  <a:lnTo>
                    <a:pt x="3982" y="904"/>
                  </a:lnTo>
                  <a:lnTo>
                    <a:pt x="3664" y="1099"/>
                  </a:lnTo>
                  <a:lnTo>
                    <a:pt x="3347" y="1295"/>
                  </a:lnTo>
                  <a:lnTo>
                    <a:pt x="3053" y="1490"/>
                  </a:lnTo>
                  <a:lnTo>
                    <a:pt x="2760" y="1734"/>
                  </a:lnTo>
                  <a:lnTo>
                    <a:pt x="2492" y="1954"/>
                  </a:lnTo>
                  <a:lnTo>
                    <a:pt x="2223" y="2223"/>
                  </a:lnTo>
                  <a:lnTo>
                    <a:pt x="1979" y="2467"/>
                  </a:lnTo>
                  <a:lnTo>
                    <a:pt x="1735" y="2760"/>
                  </a:lnTo>
                  <a:lnTo>
                    <a:pt x="1515" y="3029"/>
                  </a:lnTo>
                  <a:lnTo>
                    <a:pt x="1295" y="3322"/>
                  </a:lnTo>
                  <a:lnTo>
                    <a:pt x="1100" y="3639"/>
                  </a:lnTo>
                  <a:lnTo>
                    <a:pt x="929" y="3957"/>
                  </a:lnTo>
                  <a:lnTo>
                    <a:pt x="758" y="4274"/>
                  </a:lnTo>
                  <a:lnTo>
                    <a:pt x="611" y="4616"/>
                  </a:lnTo>
                  <a:lnTo>
                    <a:pt x="465" y="4958"/>
                  </a:lnTo>
                  <a:lnTo>
                    <a:pt x="343" y="5300"/>
                  </a:lnTo>
                  <a:lnTo>
                    <a:pt x="245" y="5666"/>
                  </a:lnTo>
                  <a:lnTo>
                    <a:pt x="172" y="6033"/>
                  </a:lnTo>
                  <a:lnTo>
                    <a:pt x="98" y="6399"/>
                  </a:lnTo>
                  <a:lnTo>
                    <a:pt x="49" y="6790"/>
                  </a:lnTo>
                  <a:lnTo>
                    <a:pt x="25" y="7156"/>
                  </a:lnTo>
                  <a:lnTo>
                    <a:pt x="1" y="7547"/>
                  </a:lnTo>
                  <a:lnTo>
                    <a:pt x="25" y="7938"/>
                  </a:lnTo>
                  <a:lnTo>
                    <a:pt x="49" y="8328"/>
                  </a:lnTo>
                  <a:lnTo>
                    <a:pt x="98" y="8695"/>
                  </a:lnTo>
                  <a:lnTo>
                    <a:pt x="172" y="9085"/>
                  </a:lnTo>
                  <a:lnTo>
                    <a:pt x="245" y="9452"/>
                  </a:lnTo>
                  <a:lnTo>
                    <a:pt x="343" y="9794"/>
                  </a:lnTo>
                  <a:lnTo>
                    <a:pt x="465" y="10160"/>
                  </a:lnTo>
                  <a:lnTo>
                    <a:pt x="611" y="10502"/>
                  </a:lnTo>
                  <a:lnTo>
                    <a:pt x="758" y="10820"/>
                  </a:lnTo>
                  <a:lnTo>
                    <a:pt x="929" y="11161"/>
                  </a:lnTo>
                  <a:lnTo>
                    <a:pt x="1100" y="11479"/>
                  </a:lnTo>
                  <a:lnTo>
                    <a:pt x="1295" y="11772"/>
                  </a:lnTo>
                  <a:lnTo>
                    <a:pt x="1515" y="12065"/>
                  </a:lnTo>
                  <a:lnTo>
                    <a:pt x="1735" y="12358"/>
                  </a:lnTo>
                  <a:lnTo>
                    <a:pt x="1979" y="12627"/>
                  </a:lnTo>
                  <a:lnTo>
                    <a:pt x="2223" y="12895"/>
                  </a:lnTo>
                  <a:lnTo>
                    <a:pt x="2492" y="13140"/>
                  </a:lnTo>
                  <a:lnTo>
                    <a:pt x="2760" y="13384"/>
                  </a:lnTo>
                  <a:lnTo>
                    <a:pt x="3053" y="13604"/>
                  </a:lnTo>
                  <a:lnTo>
                    <a:pt x="3347" y="13824"/>
                  </a:lnTo>
                  <a:lnTo>
                    <a:pt x="3664" y="14019"/>
                  </a:lnTo>
                  <a:lnTo>
                    <a:pt x="3982" y="14190"/>
                  </a:lnTo>
                  <a:lnTo>
                    <a:pt x="4299" y="14361"/>
                  </a:lnTo>
                  <a:lnTo>
                    <a:pt x="4641" y="14507"/>
                  </a:lnTo>
                  <a:lnTo>
                    <a:pt x="4983" y="14654"/>
                  </a:lnTo>
                  <a:lnTo>
                    <a:pt x="5325" y="14776"/>
                  </a:lnTo>
                  <a:lnTo>
                    <a:pt x="5691" y="14874"/>
                  </a:lnTo>
                  <a:lnTo>
                    <a:pt x="6058" y="14947"/>
                  </a:lnTo>
                  <a:lnTo>
                    <a:pt x="6424" y="15020"/>
                  </a:lnTo>
                  <a:lnTo>
                    <a:pt x="6790" y="15069"/>
                  </a:lnTo>
                  <a:lnTo>
                    <a:pt x="7181" y="15094"/>
                  </a:lnTo>
                  <a:lnTo>
                    <a:pt x="7572" y="15118"/>
                  </a:lnTo>
                  <a:lnTo>
                    <a:pt x="7963" y="15094"/>
                  </a:lnTo>
                  <a:lnTo>
                    <a:pt x="8329" y="15069"/>
                  </a:lnTo>
                  <a:lnTo>
                    <a:pt x="8720" y="15020"/>
                  </a:lnTo>
                  <a:lnTo>
                    <a:pt x="9086" y="14947"/>
                  </a:lnTo>
                  <a:lnTo>
                    <a:pt x="9452" y="14874"/>
                  </a:lnTo>
                  <a:lnTo>
                    <a:pt x="9819" y="14776"/>
                  </a:lnTo>
                  <a:lnTo>
                    <a:pt x="10161" y="14654"/>
                  </a:lnTo>
                  <a:lnTo>
                    <a:pt x="10503" y="14507"/>
                  </a:lnTo>
                  <a:lnTo>
                    <a:pt x="10844" y="14361"/>
                  </a:lnTo>
                  <a:lnTo>
                    <a:pt x="11162" y="14190"/>
                  </a:lnTo>
                  <a:lnTo>
                    <a:pt x="11479" y="14019"/>
                  </a:lnTo>
                  <a:lnTo>
                    <a:pt x="11797" y="13824"/>
                  </a:lnTo>
                  <a:lnTo>
                    <a:pt x="12090" y="13604"/>
                  </a:lnTo>
                  <a:lnTo>
                    <a:pt x="12383" y="13384"/>
                  </a:lnTo>
                  <a:lnTo>
                    <a:pt x="12652" y="13140"/>
                  </a:lnTo>
                  <a:lnTo>
                    <a:pt x="12920" y="12895"/>
                  </a:lnTo>
                  <a:lnTo>
                    <a:pt x="13165" y="12627"/>
                  </a:lnTo>
                  <a:lnTo>
                    <a:pt x="13409" y="12358"/>
                  </a:lnTo>
                  <a:lnTo>
                    <a:pt x="13629" y="12065"/>
                  </a:lnTo>
                  <a:lnTo>
                    <a:pt x="13824" y="11772"/>
                  </a:lnTo>
                  <a:lnTo>
                    <a:pt x="14019" y="11479"/>
                  </a:lnTo>
                  <a:lnTo>
                    <a:pt x="14215" y="11161"/>
                  </a:lnTo>
                  <a:lnTo>
                    <a:pt x="14386" y="10820"/>
                  </a:lnTo>
                  <a:lnTo>
                    <a:pt x="14532" y="10502"/>
                  </a:lnTo>
                  <a:lnTo>
                    <a:pt x="14654" y="10160"/>
                  </a:lnTo>
                  <a:lnTo>
                    <a:pt x="14777" y="9794"/>
                  </a:lnTo>
                  <a:lnTo>
                    <a:pt x="14899" y="9452"/>
                  </a:lnTo>
                  <a:lnTo>
                    <a:pt x="14972" y="9085"/>
                  </a:lnTo>
                  <a:lnTo>
                    <a:pt x="15045" y="8695"/>
                  </a:lnTo>
                  <a:lnTo>
                    <a:pt x="15094" y="8328"/>
                  </a:lnTo>
                  <a:lnTo>
                    <a:pt x="15118" y="7938"/>
                  </a:lnTo>
                  <a:lnTo>
                    <a:pt x="15118" y="7547"/>
                  </a:lnTo>
                  <a:lnTo>
                    <a:pt x="15094" y="6936"/>
                  </a:lnTo>
                  <a:lnTo>
                    <a:pt x="15021" y="6326"/>
                  </a:lnTo>
                  <a:lnTo>
                    <a:pt x="14899" y="5740"/>
                  </a:lnTo>
                  <a:lnTo>
                    <a:pt x="14728" y="5178"/>
                  </a:lnTo>
                  <a:lnTo>
                    <a:pt x="14532" y="4616"/>
                  </a:lnTo>
                  <a:lnTo>
                    <a:pt x="14288" y="4079"/>
                  </a:lnTo>
                  <a:lnTo>
                    <a:pt x="13995" y="3590"/>
                  </a:lnTo>
                  <a:lnTo>
                    <a:pt x="13653" y="3102"/>
                  </a:lnTo>
                  <a:lnTo>
                    <a:pt x="13458" y="3053"/>
                  </a:lnTo>
                  <a:lnTo>
                    <a:pt x="12163" y="4347"/>
                  </a:lnTo>
                  <a:lnTo>
                    <a:pt x="12383" y="4689"/>
                  </a:lnTo>
                  <a:lnTo>
                    <a:pt x="12578" y="5056"/>
                  </a:lnTo>
                  <a:lnTo>
                    <a:pt x="12749" y="5446"/>
                  </a:lnTo>
                  <a:lnTo>
                    <a:pt x="12896" y="5837"/>
                  </a:lnTo>
                  <a:lnTo>
                    <a:pt x="13018" y="6252"/>
                  </a:lnTo>
                  <a:lnTo>
                    <a:pt x="13091" y="6668"/>
                  </a:lnTo>
                  <a:lnTo>
                    <a:pt x="13165" y="7107"/>
                  </a:lnTo>
                  <a:lnTo>
                    <a:pt x="13165" y="7547"/>
                  </a:lnTo>
                  <a:lnTo>
                    <a:pt x="13140" y="8133"/>
                  </a:lnTo>
                  <a:lnTo>
                    <a:pt x="13067" y="8695"/>
                  </a:lnTo>
                  <a:lnTo>
                    <a:pt x="12920" y="9208"/>
                  </a:lnTo>
                  <a:lnTo>
                    <a:pt x="12725" y="9745"/>
                  </a:lnTo>
                  <a:lnTo>
                    <a:pt x="12505" y="10233"/>
                  </a:lnTo>
                  <a:lnTo>
                    <a:pt x="12212" y="10673"/>
                  </a:lnTo>
                  <a:lnTo>
                    <a:pt x="11895" y="11113"/>
                  </a:lnTo>
                  <a:lnTo>
                    <a:pt x="11528" y="11503"/>
                  </a:lnTo>
                  <a:lnTo>
                    <a:pt x="11138" y="11870"/>
                  </a:lnTo>
                  <a:lnTo>
                    <a:pt x="10698" y="12187"/>
                  </a:lnTo>
                  <a:lnTo>
                    <a:pt x="10234" y="12480"/>
                  </a:lnTo>
                  <a:lnTo>
                    <a:pt x="9745" y="12725"/>
                  </a:lnTo>
                  <a:lnTo>
                    <a:pt x="9233" y="12895"/>
                  </a:lnTo>
                  <a:lnTo>
                    <a:pt x="8695" y="13042"/>
                  </a:lnTo>
                  <a:lnTo>
                    <a:pt x="8133" y="13140"/>
                  </a:lnTo>
                  <a:lnTo>
                    <a:pt x="7572" y="13164"/>
                  </a:lnTo>
                  <a:lnTo>
                    <a:pt x="6986" y="13140"/>
                  </a:lnTo>
                  <a:lnTo>
                    <a:pt x="6448" y="13042"/>
                  </a:lnTo>
                  <a:lnTo>
                    <a:pt x="5911" y="12895"/>
                  </a:lnTo>
                  <a:lnTo>
                    <a:pt x="5398" y="12725"/>
                  </a:lnTo>
                  <a:lnTo>
                    <a:pt x="4910" y="12480"/>
                  </a:lnTo>
                  <a:lnTo>
                    <a:pt x="4446" y="12187"/>
                  </a:lnTo>
                  <a:lnTo>
                    <a:pt x="4006" y="11870"/>
                  </a:lnTo>
                  <a:lnTo>
                    <a:pt x="3615" y="11503"/>
                  </a:lnTo>
                  <a:lnTo>
                    <a:pt x="3249" y="11113"/>
                  </a:lnTo>
                  <a:lnTo>
                    <a:pt x="2931" y="10673"/>
                  </a:lnTo>
                  <a:lnTo>
                    <a:pt x="2638" y="10233"/>
                  </a:lnTo>
                  <a:lnTo>
                    <a:pt x="2418" y="9745"/>
                  </a:lnTo>
                  <a:lnTo>
                    <a:pt x="2223" y="9208"/>
                  </a:lnTo>
                  <a:lnTo>
                    <a:pt x="2077" y="8695"/>
                  </a:lnTo>
                  <a:lnTo>
                    <a:pt x="2003" y="8133"/>
                  </a:lnTo>
                  <a:lnTo>
                    <a:pt x="1954" y="7547"/>
                  </a:lnTo>
                  <a:lnTo>
                    <a:pt x="2003" y="6985"/>
                  </a:lnTo>
                  <a:lnTo>
                    <a:pt x="2077" y="6423"/>
                  </a:lnTo>
                  <a:lnTo>
                    <a:pt x="2223" y="5886"/>
                  </a:lnTo>
                  <a:lnTo>
                    <a:pt x="2418" y="5373"/>
                  </a:lnTo>
                  <a:lnTo>
                    <a:pt x="2638" y="4885"/>
                  </a:lnTo>
                  <a:lnTo>
                    <a:pt x="2931" y="4421"/>
                  </a:lnTo>
                  <a:lnTo>
                    <a:pt x="3249" y="4005"/>
                  </a:lnTo>
                  <a:lnTo>
                    <a:pt x="3615" y="3590"/>
                  </a:lnTo>
                  <a:lnTo>
                    <a:pt x="4006" y="3224"/>
                  </a:lnTo>
                  <a:lnTo>
                    <a:pt x="4446" y="2906"/>
                  </a:lnTo>
                  <a:lnTo>
                    <a:pt x="4910" y="2638"/>
                  </a:lnTo>
                  <a:lnTo>
                    <a:pt x="5398" y="2394"/>
                  </a:lnTo>
                  <a:lnTo>
                    <a:pt x="5911" y="2198"/>
                  </a:lnTo>
                  <a:lnTo>
                    <a:pt x="6448" y="2076"/>
                  </a:lnTo>
                  <a:lnTo>
                    <a:pt x="6986" y="1978"/>
                  </a:lnTo>
                  <a:lnTo>
                    <a:pt x="7572" y="1954"/>
                  </a:lnTo>
                  <a:lnTo>
                    <a:pt x="8011" y="1978"/>
                  </a:lnTo>
                  <a:lnTo>
                    <a:pt x="8451" y="2027"/>
                  </a:lnTo>
                  <a:lnTo>
                    <a:pt x="8866" y="2100"/>
                  </a:lnTo>
                  <a:lnTo>
                    <a:pt x="9281" y="2223"/>
                  </a:lnTo>
                  <a:lnTo>
                    <a:pt x="9672" y="2369"/>
                  </a:lnTo>
                  <a:lnTo>
                    <a:pt x="10063" y="2540"/>
                  </a:lnTo>
                  <a:lnTo>
                    <a:pt x="10429" y="2735"/>
                  </a:lnTo>
                  <a:lnTo>
                    <a:pt x="10771" y="2955"/>
                  </a:lnTo>
                  <a:lnTo>
                    <a:pt x="11943" y="1807"/>
                  </a:lnTo>
                  <a:lnTo>
                    <a:pt x="11846" y="1343"/>
                  </a:lnTo>
                  <a:lnTo>
                    <a:pt x="11382" y="1026"/>
                  </a:lnTo>
                  <a:lnTo>
                    <a:pt x="10893" y="782"/>
                  </a:lnTo>
                  <a:lnTo>
                    <a:pt x="10380" y="537"/>
                  </a:lnTo>
                  <a:lnTo>
                    <a:pt x="9843" y="342"/>
                  </a:lnTo>
                  <a:lnTo>
                    <a:pt x="9306" y="195"/>
                  </a:lnTo>
                  <a:lnTo>
                    <a:pt x="8744" y="98"/>
                  </a:lnTo>
                  <a:lnTo>
                    <a:pt x="8158" y="25"/>
                  </a:lnTo>
                  <a:lnTo>
                    <a:pt x="75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07" name="Google Shape;799;p47">
              <a:extLst>
                <a:ext uri="{FF2B5EF4-FFF2-40B4-BE49-F238E27FC236}">
                  <a16:creationId xmlns:a16="http://schemas.microsoft.com/office/drawing/2014/main" xmlns="" id="{FE573A54-2D60-368D-A7F7-FA0DEBC7E44B}"/>
                </a:ext>
              </a:extLst>
            </p:cNvPr>
            <p:cNvSpPr/>
            <p:nvPr/>
          </p:nvSpPr>
          <p:spPr>
            <a:xfrm>
              <a:off x="6068500" y="1771875"/>
              <a:ext cx="182575" cy="182600"/>
            </a:xfrm>
            <a:custGeom>
              <a:avLst/>
              <a:gdLst/>
              <a:ahLst/>
              <a:cxnLst/>
              <a:rect l="l" t="t" r="r" b="b"/>
              <a:pathLst>
                <a:path w="7303" h="7304" extrusionOk="0">
                  <a:moveTo>
                    <a:pt x="3664" y="1"/>
                  </a:moveTo>
                  <a:lnTo>
                    <a:pt x="3297" y="25"/>
                  </a:lnTo>
                  <a:lnTo>
                    <a:pt x="2931" y="74"/>
                  </a:lnTo>
                  <a:lnTo>
                    <a:pt x="2565" y="147"/>
                  </a:lnTo>
                  <a:lnTo>
                    <a:pt x="2247" y="294"/>
                  </a:lnTo>
                  <a:lnTo>
                    <a:pt x="1930" y="440"/>
                  </a:lnTo>
                  <a:lnTo>
                    <a:pt x="1612" y="611"/>
                  </a:lnTo>
                  <a:lnTo>
                    <a:pt x="1344" y="831"/>
                  </a:lnTo>
                  <a:lnTo>
                    <a:pt x="1075" y="1075"/>
                  </a:lnTo>
                  <a:lnTo>
                    <a:pt x="831" y="1320"/>
                  </a:lnTo>
                  <a:lnTo>
                    <a:pt x="635" y="1613"/>
                  </a:lnTo>
                  <a:lnTo>
                    <a:pt x="440" y="1906"/>
                  </a:lnTo>
                  <a:lnTo>
                    <a:pt x="293" y="2223"/>
                  </a:lnTo>
                  <a:lnTo>
                    <a:pt x="171" y="2565"/>
                  </a:lnTo>
                  <a:lnTo>
                    <a:pt x="74" y="2907"/>
                  </a:lnTo>
                  <a:lnTo>
                    <a:pt x="25" y="3273"/>
                  </a:lnTo>
                  <a:lnTo>
                    <a:pt x="0" y="3640"/>
                  </a:lnTo>
                  <a:lnTo>
                    <a:pt x="25" y="4031"/>
                  </a:lnTo>
                  <a:lnTo>
                    <a:pt x="74" y="4373"/>
                  </a:lnTo>
                  <a:lnTo>
                    <a:pt x="171" y="4739"/>
                  </a:lnTo>
                  <a:lnTo>
                    <a:pt x="293" y="5081"/>
                  </a:lnTo>
                  <a:lnTo>
                    <a:pt x="440" y="5398"/>
                  </a:lnTo>
                  <a:lnTo>
                    <a:pt x="635" y="5691"/>
                  </a:lnTo>
                  <a:lnTo>
                    <a:pt x="831" y="5960"/>
                  </a:lnTo>
                  <a:lnTo>
                    <a:pt x="1075" y="6229"/>
                  </a:lnTo>
                  <a:lnTo>
                    <a:pt x="1344" y="6473"/>
                  </a:lnTo>
                  <a:lnTo>
                    <a:pt x="1612" y="6668"/>
                  </a:lnTo>
                  <a:lnTo>
                    <a:pt x="1930" y="6864"/>
                  </a:lnTo>
                  <a:lnTo>
                    <a:pt x="2247" y="7010"/>
                  </a:lnTo>
                  <a:lnTo>
                    <a:pt x="2565" y="7132"/>
                  </a:lnTo>
                  <a:lnTo>
                    <a:pt x="2931" y="7230"/>
                  </a:lnTo>
                  <a:lnTo>
                    <a:pt x="3297" y="7279"/>
                  </a:lnTo>
                  <a:lnTo>
                    <a:pt x="3664" y="7303"/>
                  </a:lnTo>
                  <a:lnTo>
                    <a:pt x="4030" y="7279"/>
                  </a:lnTo>
                  <a:lnTo>
                    <a:pt x="4396" y="7230"/>
                  </a:lnTo>
                  <a:lnTo>
                    <a:pt x="4738" y="7132"/>
                  </a:lnTo>
                  <a:lnTo>
                    <a:pt x="5080" y="7010"/>
                  </a:lnTo>
                  <a:lnTo>
                    <a:pt x="5398" y="6864"/>
                  </a:lnTo>
                  <a:lnTo>
                    <a:pt x="5691" y="6668"/>
                  </a:lnTo>
                  <a:lnTo>
                    <a:pt x="5984" y="6473"/>
                  </a:lnTo>
                  <a:lnTo>
                    <a:pt x="6253" y="6229"/>
                  </a:lnTo>
                  <a:lnTo>
                    <a:pt x="6472" y="5960"/>
                  </a:lnTo>
                  <a:lnTo>
                    <a:pt x="6692" y="5691"/>
                  </a:lnTo>
                  <a:lnTo>
                    <a:pt x="6863" y="5398"/>
                  </a:lnTo>
                  <a:lnTo>
                    <a:pt x="7034" y="5081"/>
                  </a:lnTo>
                  <a:lnTo>
                    <a:pt x="7156" y="4739"/>
                  </a:lnTo>
                  <a:lnTo>
                    <a:pt x="7230" y="4373"/>
                  </a:lnTo>
                  <a:lnTo>
                    <a:pt x="7303" y="4031"/>
                  </a:lnTo>
                  <a:lnTo>
                    <a:pt x="7303" y="3640"/>
                  </a:lnTo>
                  <a:lnTo>
                    <a:pt x="7303" y="3396"/>
                  </a:lnTo>
                  <a:lnTo>
                    <a:pt x="7278" y="3176"/>
                  </a:lnTo>
                  <a:lnTo>
                    <a:pt x="7254" y="2932"/>
                  </a:lnTo>
                  <a:lnTo>
                    <a:pt x="7181" y="2712"/>
                  </a:lnTo>
                  <a:lnTo>
                    <a:pt x="7132" y="2492"/>
                  </a:lnTo>
                  <a:lnTo>
                    <a:pt x="7034" y="2272"/>
                  </a:lnTo>
                  <a:lnTo>
                    <a:pt x="6839" y="1857"/>
                  </a:lnTo>
                  <a:lnTo>
                    <a:pt x="5325" y="3347"/>
                  </a:lnTo>
                  <a:lnTo>
                    <a:pt x="5349" y="3640"/>
                  </a:lnTo>
                  <a:lnTo>
                    <a:pt x="5349" y="3811"/>
                  </a:lnTo>
                  <a:lnTo>
                    <a:pt x="5325" y="3982"/>
                  </a:lnTo>
                  <a:lnTo>
                    <a:pt x="5276" y="4153"/>
                  </a:lnTo>
                  <a:lnTo>
                    <a:pt x="5227" y="4299"/>
                  </a:lnTo>
                  <a:lnTo>
                    <a:pt x="5154" y="4446"/>
                  </a:lnTo>
                  <a:lnTo>
                    <a:pt x="5080" y="4592"/>
                  </a:lnTo>
                  <a:lnTo>
                    <a:pt x="4983" y="4739"/>
                  </a:lnTo>
                  <a:lnTo>
                    <a:pt x="4860" y="4861"/>
                  </a:lnTo>
                  <a:lnTo>
                    <a:pt x="4738" y="4959"/>
                  </a:lnTo>
                  <a:lnTo>
                    <a:pt x="4616" y="5056"/>
                  </a:lnTo>
                  <a:lnTo>
                    <a:pt x="4470" y="5154"/>
                  </a:lnTo>
                  <a:lnTo>
                    <a:pt x="4323" y="5203"/>
                  </a:lnTo>
                  <a:lnTo>
                    <a:pt x="4177" y="5276"/>
                  </a:lnTo>
                  <a:lnTo>
                    <a:pt x="4006" y="5301"/>
                  </a:lnTo>
                  <a:lnTo>
                    <a:pt x="3835" y="5349"/>
                  </a:lnTo>
                  <a:lnTo>
                    <a:pt x="3493" y="5349"/>
                  </a:lnTo>
                  <a:lnTo>
                    <a:pt x="3322" y="5301"/>
                  </a:lnTo>
                  <a:lnTo>
                    <a:pt x="3151" y="5276"/>
                  </a:lnTo>
                  <a:lnTo>
                    <a:pt x="3004" y="5203"/>
                  </a:lnTo>
                  <a:lnTo>
                    <a:pt x="2858" y="5154"/>
                  </a:lnTo>
                  <a:lnTo>
                    <a:pt x="2711" y="5056"/>
                  </a:lnTo>
                  <a:lnTo>
                    <a:pt x="2589" y="4959"/>
                  </a:lnTo>
                  <a:lnTo>
                    <a:pt x="2467" y="4861"/>
                  </a:lnTo>
                  <a:lnTo>
                    <a:pt x="2345" y="4739"/>
                  </a:lnTo>
                  <a:lnTo>
                    <a:pt x="2247" y="4592"/>
                  </a:lnTo>
                  <a:lnTo>
                    <a:pt x="2174" y="4446"/>
                  </a:lnTo>
                  <a:lnTo>
                    <a:pt x="2101" y="4299"/>
                  </a:lnTo>
                  <a:lnTo>
                    <a:pt x="2027" y="4153"/>
                  </a:lnTo>
                  <a:lnTo>
                    <a:pt x="2003" y="3982"/>
                  </a:lnTo>
                  <a:lnTo>
                    <a:pt x="1979" y="3811"/>
                  </a:lnTo>
                  <a:lnTo>
                    <a:pt x="1954" y="3640"/>
                  </a:lnTo>
                  <a:lnTo>
                    <a:pt x="1979" y="3469"/>
                  </a:lnTo>
                  <a:lnTo>
                    <a:pt x="2003" y="3298"/>
                  </a:lnTo>
                  <a:lnTo>
                    <a:pt x="2027" y="3151"/>
                  </a:lnTo>
                  <a:lnTo>
                    <a:pt x="2101" y="2980"/>
                  </a:lnTo>
                  <a:lnTo>
                    <a:pt x="2174" y="2834"/>
                  </a:lnTo>
                  <a:lnTo>
                    <a:pt x="2247" y="2687"/>
                  </a:lnTo>
                  <a:lnTo>
                    <a:pt x="2345" y="2565"/>
                  </a:lnTo>
                  <a:lnTo>
                    <a:pt x="2467" y="2443"/>
                  </a:lnTo>
                  <a:lnTo>
                    <a:pt x="2589" y="2345"/>
                  </a:lnTo>
                  <a:lnTo>
                    <a:pt x="2711" y="2248"/>
                  </a:lnTo>
                  <a:lnTo>
                    <a:pt x="2858" y="2150"/>
                  </a:lnTo>
                  <a:lnTo>
                    <a:pt x="3004" y="2077"/>
                  </a:lnTo>
                  <a:lnTo>
                    <a:pt x="3151" y="2028"/>
                  </a:lnTo>
                  <a:lnTo>
                    <a:pt x="3322" y="1979"/>
                  </a:lnTo>
                  <a:lnTo>
                    <a:pt x="3493" y="1955"/>
                  </a:lnTo>
                  <a:lnTo>
                    <a:pt x="3664" y="1955"/>
                  </a:lnTo>
                  <a:lnTo>
                    <a:pt x="3957" y="1979"/>
                  </a:lnTo>
                  <a:lnTo>
                    <a:pt x="5447" y="465"/>
                  </a:lnTo>
                  <a:lnTo>
                    <a:pt x="5056" y="269"/>
                  </a:lnTo>
                  <a:lnTo>
                    <a:pt x="4836" y="196"/>
                  </a:lnTo>
                  <a:lnTo>
                    <a:pt x="4616" y="123"/>
                  </a:lnTo>
                  <a:lnTo>
                    <a:pt x="4372" y="74"/>
                  </a:lnTo>
                  <a:lnTo>
                    <a:pt x="4152" y="25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08" name="Google Shape;800;p47">
              <a:extLst>
                <a:ext uri="{FF2B5EF4-FFF2-40B4-BE49-F238E27FC236}">
                  <a16:creationId xmlns:a16="http://schemas.microsoft.com/office/drawing/2014/main" xmlns="" id="{F83F2EAA-A3F3-526B-0798-299F7F53902A}"/>
                </a:ext>
              </a:extLst>
            </p:cNvPr>
            <p:cNvSpPr/>
            <p:nvPr/>
          </p:nvSpPr>
          <p:spPr>
            <a:xfrm>
              <a:off x="5981175" y="2005125"/>
              <a:ext cx="75125" cy="70850"/>
            </a:xfrm>
            <a:custGeom>
              <a:avLst/>
              <a:gdLst/>
              <a:ahLst/>
              <a:cxnLst/>
              <a:rect l="l" t="t" r="r" b="b"/>
              <a:pathLst>
                <a:path w="3005" h="2834" extrusionOk="0">
                  <a:moveTo>
                    <a:pt x="1466" y="0"/>
                  </a:moveTo>
                  <a:lnTo>
                    <a:pt x="294" y="1173"/>
                  </a:lnTo>
                  <a:lnTo>
                    <a:pt x="172" y="1319"/>
                  </a:lnTo>
                  <a:lnTo>
                    <a:pt x="74" y="1490"/>
                  </a:lnTo>
                  <a:lnTo>
                    <a:pt x="25" y="1661"/>
                  </a:lnTo>
                  <a:lnTo>
                    <a:pt x="1" y="1857"/>
                  </a:lnTo>
                  <a:lnTo>
                    <a:pt x="25" y="2052"/>
                  </a:lnTo>
                  <a:lnTo>
                    <a:pt x="74" y="2223"/>
                  </a:lnTo>
                  <a:lnTo>
                    <a:pt x="172" y="2394"/>
                  </a:lnTo>
                  <a:lnTo>
                    <a:pt x="294" y="2540"/>
                  </a:lnTo>
                  <a:lnTo>
                    <a:pt x="440" y="2663"/>
                  </a:lnTo>
                  <a:lnTo>
                    <a:pt x="611" y="2760"/>
                  </a:lnTo>
                  <a:lnTo>
                    <a:pt x="807" y="2809"/>
                  </a:lnTo>
                  <a:lnTo>
                    <a:pt x="978" y="2833"/>
                  </a:lnTo>
                  <a:lnTo>
                    <a:pt x="1173" y="2809"/>
                  </a:lnTo>
                  <a:lnTo>
                    <a:pt x="1344" y="2760"/>
                  </a:lnTo>
                  <a:lnTo>
                    <a:pt x="1515" y="2663"/>
                  </a:lnTo>
                  <a:lnTo>
                    <a:pt x="1686" y="2540"/>
                  </a:lnTo>
                  <a:lnTo>
                    <a:pt x="2858" y="1368"/>
                  </a:lnTo>
                  <a:lnTo>
                    <a:pt x="3005" y="1197"/>
                  </a:lnTo>
                  <a:lnTo>
                    <a:pt x="2590" y="928"/>
                  </a:lnTo>
                  <a:lnTo>
                    <a:pt x="2199" y="635"/>
                  </a:lnTo>
                  <a:lnTo>
                    <a:pt x="1808" y="342"/>
                  </a:lnTo>
                  <a:lnTo>
                    <a:pt x="14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09" name="Google Shape;801;p47">
              <a:extLst>
                <a:ext uri="{FF2B5EF4-FFF2-40B4-BE49-F238E27FC236}">
                  <a16:creationId xmlns:a16="http://schemas.microsoft.com/office/drawing/2014/main" xmlns="" id="{4A5E27E7-2F08-4BA0-ED0B-F4CFB0D07F49}"/>
                </a:ext>
              </a:extLst>
            </p:cNvPr>
            <p:cNvSpPr/>
            <p:nvPr/>
          </p:nvSpPr>
          <p:spPr>
            <a:xfrm>
              <a:off x="6263875" y="2005125"/>
              <a:ext cx="74525" cy="70850"/>
            </a:xfrm>
            <a:custGeom>
              <a:avLst/>
              <a:gdLst/>
              <a:ahLst/>
              <a:cxnLst/>
              <a:rect l="l" t="t" r="r" b="b"/>
              <a:pathLst>
                <a:path w="2981" h="2834" extrusionOk="0">
                  <a:moveTo>
                    <a:pt x="1539" y="0"/>
                  </a:moveTo>
                  <a:lnTo>
                    <a:pt x="1173" y="342"/>
                  </a:lnTo>
                  <a:lnTo>
                    <a:pt x="807" y="635"/>
                  </a:lnTo>
                  <a:lnTo>
                    <a:pt x="416" y="928"/>
                  </a:lnTo>
                  <a:lnTo>
                    <a:pt x="1" y="1197"/>
                  </a:lnTo>
                  <a:lnTo>
                    <a:pt x="123" y="1368"/>
                  </a:lnTo>
                  <a:lnTo>
                    <a:pt x="1319" y="2540"/>
                  </a:lnTo>
                  <a:lnTo>
                    <a:pt x="1466" y="2663"/>
                  </a:lnTo>
                  <a:lnTo>
                    <a:pt x="1637" y="2760"/>
                  </a:lnTo>
                  <a:lnTo>
                    <a:pt x="1832" y="2809"/>
                  </a:lnTo>
                  <a:lnTo>
                    <a:pt x="2003" y="2833"/>
                  </a:lnTo>
                  <a:lnTo>
                    <a:pt x="2199" y="2809"/>
                  </a:lnTo>
                  <a:lnTo>
                    <a:pt x="2370" y="2760"/>
                  </a:lnTo>
                  <a:lnTo>
                    <a:pt x="2541" y="2663"/>
                  </a:lnTo>
                  <a:lnTo>
                    <a:pt x="2712" y="2540"/>
                  </a:lnTo>
                  <a:lnTo>
                    <a:pt x="2834" y="2394"/>
                  </a:lnTo>
                  <a:lnTo>
                    <a:pt x="2931" y="2223"/>
                  </a:lnTo>
                  <a:lnTo>
                    <a:pt x="2980" y="2052"/>
                  </a:lnTo>
                  <a:lnTo>
                    <a:pt x="2980" y="1857"/>
                  </a:lnTo>
                  <a:lnTo>
                    <a:pt x="2980" y="1661"/>
                  </a:lnTo>
                  <a:lnTo>
                    <a:pt x="2931" y="1490"/>
                  </a:lnTo>
                  <a:lnTo>
                    <a:pt x="2834" y="1319"/>
                  </a:lnTo>
                  <a:lnTo>
                    <a:pt x="2712" y="1173"/>
                  </a:lnTo>
                  <a:lnTo>
                    <a:pt x="15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10" name="Google Shape;802;p47">
              <a:extLst>
                <a:ext uri="{FF2B5EF4-FFF2-40B4-BE49-F238E27FC236}">
                  <a16:creationId xmlns:a16="http://schemas.microsoft.com/office/drawing/2014/main" xmlns="" id="{8ECD0617-8A7B-8A79-21D9-5F3E04591878}"/>
                </a:ext>
              </a:extLst>
            </p:cNvPr>
            <p:cNvSpPr/>
            <p:nvPr/>
          </p:nvSpPr>
          <p:spPr>
            <a:xfrm>
              <a:off x="6147875" y="1619250"/>
              <a:ext cx="251575" cy="255850"/>
            </a:xfrm>
            <a:custGeom>
              <a:avLst/>
              <a:gdLst/>
              <a:ahLst/>
              <a:cxnLst/>
              <a:rect l="l" t="t" r="r" b="b"/>
              <a:pathLst>
                <a:path w="10063" h="10234" extrusionOk="0">
                  <a:moveTo>
                    <a:pt x="7352" y="0"/>
                  </a:moveTo>
                  <a:lnTo>
                    <a:pt x="7254" y="24"/>
                  </a:lnTo>
                  <a:lnTo>
                    <a:pt x="7181" y="73"/>
                  </a:lnTo>
                  <a:lnTo>
                    <a:pt x="7083" y="147"/>
                  </a:lnTo>
                  <a:lnTo>
                    <a:pt x="5447" y="1758"/>
                  </a:lnTo>
                  <a:lnTo>
                    <a:pt x="5373" y="1856"/>
                  </a:lnTo>
                  <a:lnTo>
                    <a:pt x="5300" y="1978"/>
                  </a:lnTo>
                  <a:lnTo>
                    <a:pt x="5227" y="2125"/>
                  </a:lnTo>
                  <a:lnTo>
                    <a:pt x="5178" y="2247"/>
                  </a:lnTo>
                  <a:lnTo>
                    <a:pt x="5154" y="2393"/>
                  </a:lnTo>
                  <a:lnTo>
                    <a:pt x="5129" y="2540"/>
                  </a:lnTo>
                  <a:lnTo>
                    <a:pt x="5129" y="2687"/>
                  </a:lnTo>
                  <a:lnTo>
                    <a:pt x="5129" y="2809"/>
                  </a:lnTo>
                  <a:lnTo>
                    <a:pt x="5349" y="3981"/>
                  </a:lnTo>
                  <a:lnTo>
                    <a:pt x="5398" y="4152"/>
                  </a:lnTo>
                  <a:lnTo>
                    <a:pt x="147" y="9403"/>
                  </a:lnTo>
                  <a:lnTo>
                    <a:pt x="74" y="9476"/>
                  </a:lnTo>
                  <a:lnTo>
                    <a:pt x="25" y="9574"/>
                  </a:lnTo>
                  <a:lnTo>
                    <a:pt x="0" y="9672"/>
                  </a:lnTo>
                  <a:lnTo>
                    <a:pt x="0" y="9745"/>
                  </a:lnTo>
                  <a:lnTo>
                    <a:pt x="0" y="9843"/>
                  </a:lnTo>
                  <a:lnTo>
                    <a:pt x="25" y="9940"/>
                  </a:lnTo>
                  <a:lnTo>
                    <a:pt x="74" y="10013"/>
                  </a:lnTo>
                  <a:lnTo>
                    <a:pt x="147" y="10087"/>
                  </a:lnTo>
                  <a:lnTo>
                    <a:pt x="220" y="10160"/>
                  </a:lnTo>
                  <a:lnTo>
                    <a:pt x="293" y="10209"/>
                  </a:lnTo>
                  <a:lnTo>
                    <a:pt x="391" y="10233"/>
                  </a:lnTo>
                  <a:lnTo>
                    <a:pt x="586" y="10233"/>
                  </a:lnTo>
                  <a:lnTo>
                    <a:pt x="660" y="10209"/>
                  </a:lnTo>
                  <a:lnTo>
                    <a:pt x="757" y="10160"/>
                  </a:lnTo>
                  <a:lnTo>
                    <a:pt x="831" y="10087"/>
                  </a:lnTo>
                  <a:lnTo>
                    <a:pt x="6204" y="4738"/>
                  </a:lnTo>
                  <a:lnTo>
                    <a:pt x="7254" y="4909"/>
                  </a:lnTo>
                  <a:lnTo>
                    <a:pt x="7376" y="4933"/>
                  </a:lnTo>
                  <a:lnTo>
                    <a:pt x="7523" y="4933"/>
                  </a:lnTo>
                  <a:lnTo>
                    <a:pt x="7645" y="4909"/>
                  </a:lnTo>
                  <a:lnTo>
                    <a:pt x="7791" y="4860"/>
                  </a:lnTo>
                  <a:lnTo>
                    <a:pt x="7938" y="4811"/>
                  </a:lnTo>
                  <a:lnTo>
                    <a:pt x="8060" y="4763"/>
                  </a:lnTo>
                  <a:lnTo>
                    <a:pt x="8182" y="4689"/>
                  </a:lnTo>
                  <a:lnTo>
                    <a:pt x="8280" y="4592"/>
                  </a:lnTo>
                  <a:lnTo>
                    <a:pt x="9916" y="2955"/>
                  </a:lnTo>
                  <a:lnTo>
                    <a:pt x="9989" y="2882"/>
                  </a:lnTo>
                  <a:lnTo>
                    <a:pt x="10038" y="2784"/>
                  </a:lnTo>
                  <a:lnTo>
                    <a:pt x="10063" y="2711"/>
                  </a:lnTo>
                  <a:lnTo>
                    <a:pt x="10038" y="2613"/>
                  </a:lnTo>
                  <a:lnTo>
                    <a:pt x="10014" y="2564"/>
                  </a:lnTo>
                  <a:lnTo>
                    <a:pt x="9940" y="2491"/>
                  </a:lnTo>
                  <a:lnTo>
                    <a:pt x="9843" y="2442"/>
                  </a:lnTo>
                  <a:lnTo>
                    <a:pt x="9745" y="2418"/>
                  </a:lnTo>
                  <a:lnTo>
                    <a:pt x="8695" y="2223"/>
                  </a:lnTo>
                  <a:lnTo>
                    <a:pt x="9721" y="1197"/>
                  </a:lnTo>
                  <a:lnTo>
                    <a:pt x="9794" y="1123"/>
                  </a:lnTo>
                  <a:lnTo>
                    <a:pt x="9843" y="1026"/>
                  </a:lnTo>
                  <a:lnTo>
                    <a:pt x="9867" y="953"/>
                  </a:lnTo>
                  <a:lnTo>
                    <a:pt x="9867" y="855"/>
                  </a:lnTo>
                  <a:lnTo>
                    <a:pt x="9867" y="757"/>
                  </a:lnTo>
                  <a:lnTo>
                    <a:pt x="9843" y="659"/>
                  </a:lnTo>
                  <a:lnTo>
                    <a:pt x="9794" y="586"/>
                  </a:lnTo>
                  <a:lnTo>
                    <a:pt x="9721" y="513"/>
                  </a:lnTo>
                  <a:lnTo>
                    <a:pt x="9647" y="440"/>
                  </a:lnTo>
                  <a:lnTo>
                    <a:pt x="9574" y="391"/>
                  </a:lnTo>
                  <a:lnTo>
                    <a:pt x="9476" y="366"/>
                  </a:lnTo>
                  <a:lnTo>
                    <a:pt x="9281" y="366"/>
                  </a:lnTo>
                  <a:lnTo>
                    <a:pt x="9208" y="391"/>
                  </a:lnTo>
                  <a:lnTo>
                    <a:pt x="9110" y="440"/>
                  </a:lnTo>
                  <a:lnTo>
                    <a:pt x="9037" y="513"/>
                  </a:lnTo>
                  <a:lnTo>
                    <a:pt x="7889" y="1661"/>
                  </a:lnTo>
                  <a:lnTo>
                    <a:pt x="7840" y="1490"/>
                  </a:lnTo>
                  <a:lnTo>
                    <a:pt x="7620" y="318"/>
                  </a:lnTo>
                  <a:lnTo>
                    <a:pt x="7596" y="195"/>
                  </a:lnTo>
                  <a:lnTo>
                    <a:pt x="7547" y="98"/>
                  </a:lnTo>
                  <a:lnTo>
                    <a:pt x="7498" y="49"/>
                  </a:lnTo>
                  <a:lnTo>
                    <a:pt x="74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111" name="Google Shape;803;p47">
            <a:extLst>
              <a:ext uri="{FF2B5EF4-FFF2-40B4-BE49-F238E27FC236}">
                <a16:creationId xmlns:a16="http://schemas.microsoft.com/office/drawing/2014/main" xmlns="" id="{11BD3570-8E55-7C17-5605-9F56D560259C}"/>
              </a:ext>
            </a:extLst>
          </p:cNvPr>
          <p:cNvGrpSpPr/>
          <p:nvPr/>
        </p:nvGrpSpPr>
        <p:grpSpPr>
          <a:xfrm>
            <a:off x="6569550" y="3011134"/>
            <a:ext cx="237788" cy="216942"/>
            <a:chOff x="6625350" y="1613750"/>
            <a:chExt cx="480525" cy="438400"/>
          </a:xfrm>
        </p:grpSpPr>
        <p:sp>
          <p:nvSpPr>
            <p:cNvPr id="112" name="Google Shape;804;p47">
              <a:extLst>
                <a:ext uri="{FF2B5EF4-FFF2-40B4-BE49-F238E27FC236}">
                  <a16:creationId xmlns:a16="http://schemas.microsoft.com/office/drawing/2014/main" xmlns="" id="{7A2B6325-5D96-60DB-C4E3-A98B5E7CDC1F}"/>
                </a:ext>
              </a:extLst>
            </p:cNvPr>
            <p:cNvSpPr/>
            <p:nvPr/>
          </p:nvSpPr>
          <p:spPr>
            <a:xfrm>
              <a:off x="6670525" y="1887275"/>
              <a:ext cx="117875" cy="164875"/>
            </a:xfrm>
            <a:custGeom>
              <a:avLst/>
              <a:gdLst/>
              <a:ahLst/>
              <a:cxnLst/>
              <a:rect l="l" t="t" r="r" b="b"/>
              <a:pathLst>
                <a:path w="4715" h="6595" extrusionOk="0">
                  <a:moveTo>
                    <a:pt x="0" y="1"/>
                  </a:moveTo>
                  <a:lnTo>
                    <a:pt x="538" y="6058"/>
                  </a:lnTo>
                  <a:lnTo>
                    <a:pt x="562" y="6180"/>
                  </a:lnTo>
                  <a:lnTo>
                    <a:pt x="587" y="6277"/>
                  </a:lnTo>
                  <a:lnTo>
                    <a:pt x="660" y="6351"/>
                  </a:lnTo>
                  <a:lnTo>
                    <a:pt x="733" y="6448"/>
                  </a:lnTo>
                  <a:lnTo>
                    <a:pt x="806" y="6497"/>
                  </a:lnTo>
                  <a:lnTo>
                    <a:pt x="904" y="6546"/>
                  </a:lnTo>
                  <a:lnTo>
                    <a:pt x="1002" y="6571"/>
                  </a:lnTo>
                  <a:lnTo>
                    <a:pt x="1124" y="6595"/>
                  </a:lnTo>
                  <a:lnTo>
                    <a:pt x="4128" y="6595"/>
                  </a:lnTo>
                  <a:lnTo>
                    <a:pt x="4274" y="6571"/>
                  </a:lnTo>
                  <a:lnTo>
                    <a:pt x="4397" y="6522"/>
                  </a:lnTo>
                  <a:lnTo>
                    <a:pt x="4494" y="6473"/>
                  </a:lnTo>
                  <a:lnTo>
                    <a:pt x="4592" y="6375"/>
                  </a:lnTo>
                  <a:lnTo>
                    <a:pt x="4665" y="6253"/>
                  </a:lnTo>
                  <a:lnTo>
                    <a:pt x="4714" y="6155"/>
                  </a:lnTo>
                  <a:lnTo>
                    <a:pt x="4714" y="6009"/>
                  </a:lnTo>
                  <a:lnTo>
                    <a:pt x="4714" y="5887"/>
                  </a:lnTo>
                  <a:lnTo>
                    <a:pt x="3713" y="123"/>
                  </a:lnTo>
                  <a:lnTo>
                    <a:pt x="2589" y="50"/>
                  </a:lnTo>
                  <a:lnTo>
                    <a:pt x="1637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13" name="Google Shape;805;p47">
              <a:extLst>
                <a:ext uri="{FF2B5EF4-FFF2-40B4-BE49-F238E27FC236}">
                  <a16:creationId xmlns:a16="http://schemas.microsoft.com/office/drawing/2014/main" xmlns="" id="{12E54F4D-1401-935A-AFAA-492416B17556}"/>
                </a:ext>
              </a:extLst>
            </p:cNvPr>
            <p:cNvSpPr/>
            <p:nvPr/>
          </p:nvSpPr>
          <p:spPr>
            <a:xfrm>
              <a:off x="7075950" y="1754175"/>
              <a:ext cx="29925" cy="99550"/>
            </a:xfrm>
            <a:custGeom>
              <a:avLst/>
              <a:gdLst/>
              <a:ahLst/>
              <a:cxnLst/>
              <a:rect l="l" t="t" r="r" b="b"/>
              <a:pathLst>
                <a:path w="1197" h="3982" extrusionOk="0">
                  <a:moveTo>
                    <a:pt x="0" y="1"/>
                  </a:moveTo>
                  <a:lnTo>
                    <a:pt x="0" y="3981"/>
                  </a:lnTo>
                  <a:lnTo>
                    <a:pt x="269" y="3811"/>
                  </a:lnTo>
                  <a:lnTo>
                    <a:pt x="489" y="3615"/>
                  </a:lnTo>
                  <a:lnTo>
                    <a:pt x="684" y="3420"/>
                  </a:lnTo>
                  <a:lnTo>
                    <a:pt x="855" y="3176"/>
                  </a:lnTo>
                  <a:lnTo>
                    <a:pt x="1002" y="2907"/>
                  </a:lnTo>
                  <a:lnTo>
                    <a:pt x="1099" y="2614"/>
                  </a:lnTo>
                  <a:lnTo>
                    <a:pt x="1173" y="2296"/>
                  </a:lnTo>
                  <a:lnTo>
                    <a:pt x="1197" y="1979"/>
                  </a:lnTo>
                  <a:lnTo>
                    <a:pt x="1173" y="1661"/>
                  </a:lnTo>
                  <a:lnTo>
                    <a:pt x="1099" y="1368"/>
                  </a:lnTo>
                  <a:lnTo>
                    <a:pt x="1002" y="1075"/>
                  </a:lnTo>
                  <a:lnTo>
                    <a:pt x="855" y="806"/>
                  </a:lnTo>
                  <a:lnTo>
                    <a:pt x="684" y="562"/>
                  </a:lnTo>
                  <a:lnTo>
                    <a:pt x="489" y="342"/>
                  </a:lnTo>
                  <a:lnTo>
                    <a:pt x="269" y="17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14" name="Google Shape;806;p47">
              <a:extLst>
                <a:ext uri="{FF2B5EF4-FFF2-40B4-BE49-F238E27FC236}">
                  <a16:creationId xmlns:a16="http://schemas.microsoft.com/office/drawing/2014/main" xmlns="" id="{B2B83EF1-547A-8126-3011-A0A11D201D32}"/>
                </a:ext>
              </a:extLst>
            </p:cNvPr>
            <p:cNvSpPr/>
            <p:nvPr/>
          </p:nvSpPr>
          <p:spPr>
            <a:xfrm>
              <a:off x="6625350" y="1729750"/>
              <a:ext cx="97700" cy="147175"/>
            </a:xfrm>
            <a:custGeom>
              <a:avLst/>
              <a:gdLst/>
              <a:ahLst/>
              <a:cxnLst/>
              <a:rect l="l" t="t" r="r" b="b"/>
              <a:pathLst>
                <a:path w="3908" h="5887" extrusionOk="0">
                  <a:moveTo>
                    <a:pt x="3908" y="1"/>
                  </a:moveTo>
                  <a:lnTo>
                    <a:pt x="2711" y="25"/>
                  </a:lnTo>
                  <a:lnTo>
                    <a:pt x="1759" y="25"/>
                  </a:lnTo>
                  <a:lnTo>
                    <a:pt x="1588" y="49"/>
                  </a:lnTo>
                  <a:lnTo>
                    <a:pt x="1417" y="74"/>
                  </a:lnTo>
                  <a:lnTo>
                    <a:pt x="1246" y="123"/>
                  </a:lnTo>
                  <a:lnTo>
                    <a:pt x="1099" y="172"/>
                  </a:lnTo>
                  <a:lnTo>
                    <a:pt x="953" y="245"/>
                  </a:lnTo>
                  <a:lnTo>
                    <a:pt x="806" y="343"/>
                  </a:lnTo>
                  <a:lnTo>
                    <a:pt x="660" y="440"/>
                  </a:lnTo>
                  <a:lnTo>
                    <a:pt x="537" y="562"/>
                  </a:lnTo>
                  <a:lnTo>
                    <a:pt x="415" y="684"/>
                  </a:lnTo>
                  <a:lnTo>
                    <a:pt x="318" y="831"/>
                  </a:lnTo>
                  <a:lnTo>
                    <a:pt x="220" y="978"/>
                  </a:lnTo>
                  <a:lnTo>
                    <a:pt x="147" y="1124"/>
                  </a:lnTo>
                  <a:lnTo>
                    <a:pt x="73" y="1295"/>
                  </a:lnTo>
                  <a:lnTo>
                    <a:pt x="49" y="1442"/>
                  </a:lnTo>
                  <a:lnTo>
                    <a:pt x="0" y="1613"/>
                  </a:lnTo>
                  <a:lnTo>
                    <a:pt x="0" y="1783"/>
                  </a:lnTo>
                  <a:lnTo>
                    <a:pt x="0" y="4128"/>
                  </a:lnTo>
                  <a:lnTo>
                    <a:pt x="0" y="4299"/>
                  </a:lnTo>
                  <a:lnTo>
                    <a:pt x="49" y="4446"/>
                  </a:lnTo>
                  <a:lnTo>
                    <a:pt x="73" y="4617"/>
                  </a:lnTo>
                  <a:lnTo>
                    <a:pt x="147" y="4763"/>
                  </a:lnTo>
                  <a:lnTo>
                    <a:pt x="220" y="4934"/>
                  </a:lnTo>
                  <a:lnTo>
                    <a:pt x="318" y="5081"/>
                  </a:lnTo>
                  <a:lnTo>
                    <a:pt x="415" y="5203"/>
                  </a:lnTo>
                  <a:lnTo>
                    <a:pt x="537" y="5325"/>
                  </a:lnTo>
                  <a:lnTo>
                    <a:pt x="660" y="5447"/>
                  </a:lnTo>
                  <a:lnTo>
                    <a:pt x="806" y="5545"/>
                  </a:lnTo>
                  <a:lnTo>
                    <a:pt x="953" y="5642"/>
                  </a:lnTo>
                  <a:lnTo>
                    <a:pt x="1099" y="5716"/>
                  </a:lnTo>
                  <a:lnTo>
                    <a:pt x="1246" y="5789"/>
                  </a:lnTo>
                  <a:lnTo>
                    <a:pt x="1417" y="5838"/>
                  </a:lnTo>
                  <a:lnTo>
                    <a:pt x="1588" y="5862"/>
                  </a:lnTo>
                  <a:lnTo>
                    <a:pt x="1759" y="5862"/>
                  </a:lnTo>
                  <a:lnTo>
                    <a:pt x="2711" y="5887"/>
                  </a:lnTo>
                  <a:lnTo>
                    <a:pt x="3908" y="5887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15" name="Google Shape;807;p47">
              <a:extLst>
                <a:ext uri="{FF2B5EF4-FFF2-40B4-BE49-F238E27FC236}">
                  <a16:creationId xmlns:a16="http://schemas.microsoft.com/office/drawing/2014/main" xmlns="" id="{192966E2-7B04-A451-70DA-82EBD7A00798}"/>
                </a:ext>
              </a:extLst>
            </p:cNvPr>
            <p:cNvSpPr/>
            <p:nvPr/>
          </p:nvSpPr>
          <p:spPr>
            <a:xfrm>
              <a:off x="6736475" y="1638175"/>
              <a:ext cx="279650" cy="330325"/>
            </a:xfrm>
            <a:custGeom>
              <a:avLst/>
              <a:gdLst/>
              <a:ahLst/>
              <a:cxnLst/>
              <a:rect l="l" t="t" r="r" b="b"/>
              <a:pathLst>
                <a:path w="11186" h="13213" extrusionOk="0">
                  <a:moveTo>
                    <a:pt x="11186" y="0"/>
                  </a:moveTo>
                  <a:lnTo>
                    <a:pt x="10771" y="342"/>
                  </a:lnTo>
                  <a:lnTo>
                    <a:pt x="10380" y="635"/>
                  </a:lnTo>
                  <a:lnTo>
                    <a:pt x="9940" y="904"/>
                  </a:lnTo>
                  <a:lnTo>
                    <a:pt x="9525" y="1172"/>
                  </a:lnTo>
                  <a:lnTo>
                    <a:pt x="9110" y="1417"/>
                  </a:lnTo>
                  <a:lnTo>
                    <a:pt x="8695" y="1661"/>
                  </a:lnTo>
                  <a:lnTo>
                    <a:pt x="7840" y="2052"/>
                  </a:lnTo>
                  <a:lnTo>
                    <a:pt x="7034" y="2418"/>
                  </a:lnTo>
                  <a:lnTo>
                    <a:pt x="6228" y="2687"/>
                  </a:lnTo>
                  <a:lnTo>
                    <a:pt x="5471" y="2931"/>
                  </a:lnTo>
                  <a:lnTo>
                    <a:pt x="4763" y="3126"/>
                  </a:lnTo>
                  <a:lnTo>
                    <a:pt x="4225" y="3248"/>
                  </a:lnTo>
                  <a:lnTo>
                    <a:pt x="3664" y="3346"/>
                  </a:lnTo>
                  <a:lnTo>
                    <a:pt x="3077" y="3419"/>
                  </a:lnTo>
                  <a:lnTo>
                    <a:pt x="2467" y="3493"/>
                  </a:lnTo>
                  <a:lnTo>
                    <a:pt x="1221" y="3590"/>
                  </a:lnTo>
                  <a:lnTo>
                    <a:pt x="0" y="3664"/>
                  </a:lnTo>
                  <a:lnTo>
                    <a:pt x="0" y="9574"/>
                  </a:lnTo>
                  <a:lnTo>
                    <a:pt x="1221" y="9623"/>
                  </a:lnTo>
                  <a:lnTo>
                    <a:pt x="2467" y="9721"/>
                  </a:lnTo>
                  <a:lnTo>
                    <a:pt x="3077" y="9794"/>
                  </a:lnTo>
                  <a:lnTo>
                    <a:pt x="3664" y="9891"/>
                  </a:lnTo>
                  <a:lnTo>
                    <a:pt x="4225" y="9989"/>
                  </a:lnTo>
                  <a:lnTo>
                    <a:pt x="4763" y="10111"/>
                  </a:lnTo>
                  <a:lnTo>
                    <a:pt x="5471" y="10307"/>
                  </a:lnTo>
                  <a:lnTo>
                    <a:pt x="6228" y="10526"/>
                  </a:lnTo>
                  <a:lnTo>
                    <a:pt x="7034" y="10820"/>
                  </a:lnTo>
                  <a:lnTo>
                    <a:pt x="7840" y="11161"/>
                  </a:lnTo>
                  <a:lnTo>
                    <a:pt x="8695" y="11577"/>
                  </a:lnTo>
                  <a:lnTo>
                    <a:pt x="9110" y="11796"/>
                  </a:lnTo>
                  <a:lnTo>
                    <a:pt x="9525" y="12041"/>
                  </a:lnTo>
                  <a:lnTo>
                    <a:pt x="9940" y="12309"/>
                  </a:lnTo>
                  <a:lnTo>
                    <a:pt x="10380" y="12602"/>
                  </a:lnTo>
                  <a:lnTo>
                    <a:pt x="10771" y="12896"/>
                  </a:lnTo>
                  <a:lnTo>
                    <a:pt x="11186" y="13213"/>
                  </a:lnTo>
                  <a:lnTo>
                    <a:pt x="111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16" name="Google Shape;808;p47">
              <a:extLst>
                <a:ext uri="{FF2B5EF4-FFF2-40B4-BE49-F238E27FC236}">
                  <a16:creationId xmlns:a16="http://schemas.microsoft.com/office/drawing/2014/main" xmlns="" id="{19CE54A4-5C97-D898-DFB7-CDEEAD167568}"/>
                </a:ext>
              </a:extLst>
            </p:cNvPr>
            <p:cNvSpPr/>
            <p:nvPr/>
          </p:nvSpPr>
          <p:spPr>
            <a:xfrm>
              <a:off x="7029550" y="1613750"/>
              <a:ext cx="34200" cy="379800"/>
            </a:xfrm>
            <a:custGeom>
              <a:avLst/>
              <a:gdLst/>
              <a:ahLst/>
              <a:cxnLst/>
              <a:rect l="l" t="t" r="r" b="b"/>
              <a:pathLst>
                <a:path w="1368" h="15192" extrusionOk="0">
                  <a:moveTo>
                    <a:pt x="684" y="0"/>
                  </a:moveTo>
                  <a:lnTo>
                    <a:pt x="562" y="25"/>
                  </a:lnTo>
                  <a:lnTo>
                    <a:pt x="464" y="98"/>
                  </a:lnTo>
                  <a:lnTo>
                    <a:pt x="366" y="171"/>
                  </a:lnTo>
                  <a:lnTo>
                    <a:pt x="0" y="513"/>
                  </a:lnTo>
                  <a:lnTo>
                    <a:pt x="0" y="14654"/>
                  </a:lnTo>
                  <a:lnTo>
                    <a:pt x="366" y="15020"/>
                  </a:lnTo>
                  <a:lnTo>
                    <a:pt x="464" y="15094"/>
                  </a:lnTo>
                  <a:lnTo>
                    <a:pt x="562" y="15143"/>
                  </a:lnTo>
                  <a:lnTo>
                    <a:pt x="684" y="15191"/>
                  </a:lnTo>
                  <a:lnTo>
                    <a:pt x="904" y="15191"/>
                  </a:lnTo>
                  <a:lnTo>
                    <a:pt x="1001" y="15143"/>
                  </a:lnTo>
                  <a:lnTo>
                    <a:pt x="1148" y="15045"/>
                  </a:lnTo>
                  <a:lnTo>
                    <a:pt x="1270" y="14923"/>
                  </a:lnTo>
                  <a:lnTo>
                    <a:pt x="1343" y="14776"/>
                  </a:lnTo>
                  <a:lnTo>
                    <a:pt x="1368" y="14605"/>
                  </a:lnTo>
                  <a:lnTo>
                    <a:pt x="1368" y="586"/>
                  </a:lnTo>
                  <a:lnTo>
                    <a:pt x="1343" y="415"/>
                  </a:lnTo>
                  <a:lnTo>
                    <a:pt x="1270" y="244"/>
                  </a:lnTo>
                  <a:lnTo>
                    <a:pt x="1148" y="122"/>
                  </a:lnTo>
                  <a:lnTo>
                    <a:pt x="1001" y="25"/>
                  </a:lnTo>
                  <a:lnTo>
                    <a:pt x="9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117" name="Google Shape;809;p47">
            <a:extLst>
              <a:ext uri="{FF2B5EF4-FFF2-40B4-BE49-F238E27FC236}">
                <a16:creationId xmlns:a16="http://schemas.microsoft.com/office/drawing/2014/main" xmlns="" id="{BD716FCA-AEA6-66E7-D033-F6A9DE0EF7F2}"/>
              </a:ext>
            </a:extLst>
          </p:cNvPr>
          <p:cNvGrpSpPr/>
          <p:nvPr/>
        </p:nvGrpSpPr>
        <p:grpSpPr>
          <a:xfrm>
            <a:off x="3593435" y="3364036"/>
            <a:ext cx="179482" cy="192782"/>
            <a:chOff x="611175" y="2326900"/>
            <a:chExt cx="362700" cy="389575"/>
          </a:xfrm>
        </p:grpSpPr>
        <p:sp>
          <p:nvSpPr>
            <p:cNvPr id="118" name="Google Shape;810;p47">
              <a:extLst>
                <a:ext uri="{FF2B5EF4-FFF2-40B4-BE49-F238E27FC236}">
                  <a16:creationId xmlns:a16="http://schemas.microsoft.com/office/drawing/2014/main" xmlns="" id="{B747CE4A-2AE6-D675-3915-E76F4460F5B1}"/>
                </a:ext>
              </a:extLst>
            </p:cNvPr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l" t="t" r="r" b="b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19" name="Google Shape;811;p47">
              <a:extLst>
                <a:ext uri="{FF2B5EF4-FFF2-40B4-BE49-F238E27FC236}">
                  <a16:creationId xmlns:a16="http://schemas.microsoft.com/office/drawing/2014/main" xmlns="" id="{D20F6C3C-4856-FC8A-042B-194FD6229D9C}"/>
                </a:ext>
              </a:extLst>
            </p:cNvPr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l" t="t" r="r" b="b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0" name="Google Shape;812;p47">
              <a:extLst>
                <a:ext uri="{FF2B5EF4-FFF2-40B4-BE49-F238E27FC236}">
                  <a16:creationId xmlns:a16="http://schemas.microsoft.com/office/drawing/2014/main" xmlns="" id="{4732F64A-2C43-4A6C-660E-B1516528B947}"/>
                </a:ext>
              </a:extLst>
            </p:cNvPr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l" t="t" r="r" b="b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1" name="Google Shape;813;p47">
              <a:extLst>
                <a:ext uri="{FF2B5EF4-FFF2-40B4-BE49-F238E27FC236}">
                  <a16:creationId xmlns:a16="http://schemas.microsoft.com/office/drawing/2014/main" xmlns="" id="{76F583D9-C3C5-B598-9E65-338611AF4BD0}"/>
                </a:ext>
              </a:extLst>
            </p:cNvPr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l" t="t" r="r" b="b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122" name="Google Shape;814;p47">
            <a:extLst>
              <a:ext uri="{FF2B5EF4-FFF2-40B4-BE49-F238E27FC236}">
                <a16:creationId xmlns:a16="http://schemas.microsoft.com/office/drawing/2014/main" xmlns="" id="{1A620A66-F64F-8902-C47A-C08B7641AD05}"/>
              </a:ext>
            </a:extLst>
          </p:cNvPr>
          <p:cNvSpPr/>
          <p:nvPr/>
        </p:nvSpPr>
        <p:spPr>
          <a:xfrm>
            <a:off x="3922172" y="3365857"/>
            <a:ext cx="189157" cy="189157"/>
          </a:xfrm>
          <a:custGeom>
            <a:avLst/>
            <a:gdLst/>
            <a:ahLst/>
            <a:cxnLst/>
            <a:rect l="l" t="t" r="r" b="b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308" y="10210"/>
                </a:moveTo>
                <a:lnTo>
                  <a:pt x="11406" y="10234"/>
                </a:lnTo>
                <a:lnTo>
                  <a:pt x="11479" y="10259"/>
                </a:lnTo>
                <a:lnTo>
                  <a:pt x="11577" y="10307"/>
                </a:lnTo>
                <a:lnTo>
                  <a:pt x="11650" y="10356"/>
                </a:lnTo>
                <a:lnTo>
                  <a:pt x="11699" y="10430"/>
                </a:lnTo>
                <a:lnTo>
                  <a:pt x="11748" y="10527"/>
                </a:lnTo>
                <a:lnTo>
                  <a:pt x="11772" y="10625"/>
                </a:lnTo>
                <a:lnTo>
                  <a:pt x="11797" y="10698"/>
                </a:lnTo>
                <a:lnTo>
                  <a:pt x="11772" y="10796"/>
                </a:lnTo>
                <a:lnTo>
                  <a:pt x="11748" y="10894"/>
                </a:lnTo>
                <a:lnTo>
                  <a:pt x="11699" y="10967"/>
                </a:lnTo>
                <a:lnTo>
                  <a:pt x="11650" y="11065"/>
                </a:lnTo>
                <a:lnTo>
                  <a:pt x="11235" y="11431"/>
                </a:lnTo>
                <a:lnTo>
                  <a:pt x="10795" y="11773"/>
                </a:lnTo>
                <a:lnTo>
                  <a:pt x="10307" y="12041"/>
                </a:lnTo>
                <a:lnTo>
                  <a:pt x="9819" y="12286"/>
                </a:lnTo>
                <a:lnTo>
                  <a:pt x="9281" y="12457"/>
                </a:lnTo>
                <a:lnTo>
                  <a:pt x="8768" y="12603"/>
                </a:lnTo>
                <a:lnTo>
                  <a:pt x="8207" y="12676"/>
                </a:lnTo>
                <a:lnTo>
                  <a:pt x="7645" y="12701"/>
                </a:lnTo>
                <a:lnTo>
                  <a:pt x="7083" y="12676"/>
                </a:lnTo>
                <a:lnTo>
                  <a:pt x="6521" y="12603"/>
                </a:lnTo>
                <a:lnTo>
                  <a:pt x="6009" y="12457"/>
                </a:lnTo>
                <a:lnTo>
                  <a:pt x="5471" y="12286"/>
                </a:lnTo>
                <a:lnTo>
                  <a:pt x="4983" y="12041"/>
                </a:lnTo>
                <a:lnTo>
                  <a:pt x="4494" y="11773"/>
                </a:lnTo>
                <a:lnTo>
                  <a:pt x="4055" y="11431"/>
                </a:lnTo>
                <a:lnTo>
                  <a:pt x="3640" y="11065"/>
                </a:lnTo>
                <a:lnTo>
                  <a:pt x="3591" y="10967"/>
                </a:lnTo>
                <a:lnTo>
                  <a:pt x="3542" y="10894"/>
                </a:lnTo>
                <a:lnTo>
                  <a:pt x="3517" y="10796"/>
                </a:lnTo>
                <a:lnTo>
                  <a:pt x="3493" y="10698"/>
                </a:lnTo>
                <a:lnTo>
                  <a:pt x="3517" y="10625"/>
                </a:lnTo>
                <a:lnTo>
                  <a:pt x="3542" y="10527"/>
                </a:lnTo>
                <a:lnTo>
                  <a:pt x="3591" y="10430"/>
                </a:lnTo>
                <a:lnTo>
                  <a:pt x="3640" y="10356"/>
                </a:lnTo>
                <a:lnTo>
                  <a:pt x="3713" y="10307"/>
                </a:lnTo>
                <a:lnTo>
                  <a:pt x="3811" y="10259"/>
                </a:lnTo>
                <a:lnTo>
                  <a:pt x="3884" y="10234"/>
                </a:lnTo>
                <a:lnTo>
                  <a:pt x="3981" y="10210"/>
                </a:lnTo>
                <a:lnTo>
                  <a:pt x="4079" y="10234"/>
                </a:lnTo>
                <a:lnTo>
                  <a:pt x="4177" y="10259"/>
                </a:lnTo>
                <a:lnTo>
                  <a:pt x="4250" y="10307"/>
                </a:lnTo>
                <a:lnTo>
                  <a:pt x="4323" y="10356"/>
                </a:lnTo>
                <a:lnTo>
                  <a:pt x="4690" y="10674"/>
                </a:lnTo>
                <a:lnTo>
                  <a:pt x="5056" y="10942"/>
                </a:lnTo>
                <a:lnTo>
                  <a:pt x="5447" y="11187"/>
                </a:lnTo>
                <a:lnTo>
                  <a:pt x="5862" y="11382"/>
                </a:lnTo>
                <a:lnTo>
                  <a:pt x="6277" y="11529"/>
                </a:lnTo>
                <a:lnTo>
                  <a:pt x="6717" y="11651"/>
                </a:lnTo>
                <a:lnTo>
                  <a:pt x="7181" y="11700"/>
                </a:lnTo>
                <a:lnTo>
                  <a:pt x="7645" y="11724"/>
                </a:lnTo>
                <a:lnTo>
                  <a:pt x="8109" y="11700"/>
                </a:lnTo>
                <a:lnTo>
                  <a:pt x="8573" y="11651"/>
                </a:lnTo>
                <a:lnTo>
                  <a:pt x="9013" y="11529"/>
                </a:lnTo>
                <a:lnTo>
                  <a:pt x="9428" y="11382"/>
                </a:lnTo>
                <a:lnTo>
                  <a:pt x="9843" y="11187"/>
                </a:lnTo>
                <a:lnTo>
                  <a:pt x="10234" y="10942"/>
                </a:lnTo>
                <a:lnTo>
                  <a:pt x="10600" y="10674"/>
                </a:lnTo>
                <a:lnTo>
                  <a:pt x="10966" y="10356"/>
                </a:lnTo>
                <a:lnTo>
                  <a:pt x="11040" y="10307"/>
                </a:lnTo>
                <a:lnTo>
                  <a:pt x="11113" y="10259"/>
                </a:lnTo>
                <a:lnTo>
                  <a:pt x="11211" y="10234"/>
                </a:lnTo>
                <a:lnTo>
                  <a:pt x="11308" y="10210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0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0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23" name="Google Shape;815;p47">
            <a:extLst>
              <a:ext uri="{FF2B5EF4-FFF2-40B4-BE49-F238E27FC236}">
                <a16:creationId xmlns:a16="http://schemas.microsoft.com/office/drawing/2014/main" xmlns="" id="{B5C8EABB-1379-AE3E-D02E-BB0947E39A71}"/>
              </a:ext>
            </a:extLst>
          </p:cNvPr>
          <p:cNvSpPr/>
          <p:nvPr/>
        </p:nvSpPr>
        <p:spPr>
          <a:xfrm>
            <a:off x="4255740" y="3365857"/>
            <a:ext cx="189157" cy="189157"/>
          </a:xfrm>
          <a:custGeom>
            <a:avLst/>
            <a:gdLst/>
            <a:ahLst/>
            <a:cxnLst/>
            <a:rect l="l" t="t" r="r" b="b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7645" y="10063"/>
                </a:moveTo>
                <a:lnTo>
                  <a:pt x="8207" y="10112"/>
                </a:lnTo>
                <a:lnTo>
                  <a:pt x="8768" y="10185"/>
                </a:lnTo>
                <a:lnTo>
                  <a:pt x="9281" y="10307"/>
                </a:lnTo>
                <a:lnTo>
                  <a:pt x="9819" y="10503"/>
                </a:lnTo>
                <a:lnTo>
                  <a:pt x="10307" y="10747"/>
                </a:lnTo>
                <a:lnTo>
                  <a:pt x="10796" y="11016"/>
                </a:lnTo>
                <a:lnTo>
                  <a:pt x="11235" y="11358"/>
                </a:lnTo>
                <a:lnTo>
                  <a:pt x="11650" y="11724"/>
                </a:lnTo>
                <a:lnTo>
                  <a:pt x="11699" y="11797"/>
                </a:lnTo>
                <a:lnTo>
                  <a:pt x="11748" y="11895"/>
                </a:lnTo>
                <a:lnTo>
                  <a:pt x="11772" y="11993"/>
                </a:lnTo>
                <a:lnTo>
                  <a:pt x="11797" y="12066"/>
                </a:lnTo>
                <a:lnTo>
                  <a:pt x="11772" y="12164"/>
                </a:lnTo>
                <a:lnTo>
                  <a:pt x="11748" y="12261"/>
                </a:lnTo>
                <a:lnTo>
                  <a:pt x="11699" y="12335"/>
                </a:lnTo>
                <a:lnTo>
                  <a:pt x="11650" y="12432"/>
                </a:lnTo>
                <a:lnTo>
                  <a:pt x="11577" y="12481"/>
                </a:lnTo>
                <a:lnTo>
                  <a:pt x="11479" y="12530"/>
                </a:lnTo>
                <a:lnTo>
                  <a:pt x="11406" y="12554"/>
                </a:lnTo>
                <a:lnTo>
                  <a:pt x="11211" y="12554"/>
                </a:lnTo>
                <a:lnTo>
                  <a:pt x="11113" y="12530"/>
                </a:lnTo>
                <a:lnTo>
                  <a:pt x="11040" y="12481"/>
                </a:lnTo>
                <a:lnTo>
                  <a:pt x="10966" y="12432"/>
                </a:lnTo>
                <a:lnTo>
                  <a:pt x="10600" y="12115"/>
                </a:lnTo>
                <a:lnTo>
                  <a:pt x="10234" y="11846"/>
                </a:lnTo>
                <a:lnTo>
                  <a:pt x="9843" y="11602"/>
                </a:lnTo>
                <a:lnTo>
                  <a:pt x="9428" y="11406"/>
                </a:lnTo>
                <a:lnTo>
                  <a:pt x="9013" y="11260"/>
                </a:lnTo>
                <a:lnTo>
                  <a:pt x="8573" y="11138"/>
                </a:lnTo>
                <a:lnTo>
                  <a:pt x="8109" y="11065"/>
                </a:lnTo>
                <a:lnTo>
                  <a:pt x="7645" y="11040"/>
                </a:lnTo>
                <a:lnTo>
                  <a:pt x="7181" y="11065"/>
                </a:lnTo>
                <a:lnTo>
                  <a:pt x="6717" y="11138"/>
                </a:lnTo>
                <a:lnTo>
                  <a:pt x="6277" y="11260"/>
                </a:lnTo>
                <a:lnTo>
                  <a:pt x="5862" y="11406"/>
                </a:lnTo>
                <a:lnTo>
                  <a:pt x="5447" y="11602"/>
                </a:lnTo>
                <a:lnTo>
                  <a:pt x="5056" y="11846"/>
                </a:lnTo>
                <a:lnTo>
                  <a:pt x="4690" y="12115"/>
                </a:lnTo>
                <a:lnTo>
                  <a:pt x="4323" y="12432"/>
                </a:lnTo>
                <a:lnTo>
                  <a:pt x="4250" y="12481"/>
                </a:lnTo>
                <a:lnTo>
                  <a:pt x="4177" y="12530"/>
                </a:lnTo>
                <a:lnTo>
                  <a:pt x="4079" y="12554"/>
                </a:lnTo>
                <a:lnTo>
                  <a:pt x="3884" y="12554"/>
                </a:lnTo>
                <a:lnTo>
                  <a:pt x="3811" y="12530"/>
                </a:lnTo>
                <a:lnTo>
                  <a:pt x="3713" y="12481"/>
                </a:lnTo>
                <a:lnTo>
                  <a:pt x="3640" y="12432"/>
                </a:lnTo>
                <a:lnTo>
                  <a:pt x="3591" y="12335"/>
                </a:lnTo>
                <a:lnTo>
                  <a:pt x="3542" y="12261"/>
                </a:lnTo>
                <a:lnTo>
                  <a:pt x="3517" y="12164"/>
                </a:lnTo>
                <a:lnTo>
                  <a:pt x="3493" y="12066"/>
                </a:lnTo>
                <a:lnTo>
                  <a:pt x="3517" y="11993"/>
                </a:lnTo>
                <a:lnTo>
                  <a:pt x="3542" y="11895"/>
                </a:lnTo>
                <a:lnTo>
                  <a:pt x="3591" y="11797"/>
                </a:lnTo>
                <a:lnTo>
                  <a:pt x="3640" y="11724"/>
                </a:lnTo>
                <a:lnTo>
                  <a:pt x="4055" y="11358"/>
                </a:lnTo>
                <a:lnTo>
                  <a:pt x="4494" y="11016"/>
                </a:lnTo>
                <a:lnTo>
                  <a:pt x="4983" y="10747"/>
                </a:lnTo>
                <a:lnTo>
                  <a:pt x="5471" y="10503"/>
                </a:lnTo>
                <a:lnTo>
                  <a:pt x="6009" y="10307"/>
                </a:lnTo>
                <a:lnTo>
                  <a:pt x="6521" y="10185"/>
                </a:lnTo>
                <a:lnTo>
                  <a:pt x="7083" y="10112"/>
                </a:lnTo>
                <a:lnTo>
                  <a:pt x="7645" y="10063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1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1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24" name="Google Shape;816;p47">
            <a:extLst>
              <a:ext uri="{FF2B5EF4-FFF2-40B4-BE49-F238E27FC236}">
                <a16:creationId xmlns:a16="http://schemas.microsoft.com/office/drawing/2014/main" xmlns="" id="{D55B2349-11C1-7F59-641E-A1B7DFDBC719}"/>
              </a:ext>
            </a:extLst>
          </p:cNvPr>
          <p:cNvSpPr/>
          <p:nvPr/>
        </p:nvSpPr>
        <p:spPr>
          <a:xfrm>
            <a:off x="4589308" y="3365857"/>
            <a:ext cx="189157" cy="189157"/>
          </a:xfrm>
          <a:custGeom>
            <a:avLst/>
            <a:gdLst/>
            <a:ahLst/>
            <a:cxnLst/>
            <a:rect l="l" t="t" r="r" b="b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2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2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699" y="10503"/>
                </a:moveTo>
                <a:lnTo>
                  <a:pt x="11797" y="10527"/>
                </a:lnTo>
                <a:lnTo>
                  <a:pt x="11895" y="10576"/>
                </a:lnTo>
                <a:lnTo>
                  <a:pt x="11968" y="10625"/>
                </a:lnTo>
                <a:lnTo>
                  <a:pt x="12041" y="10674"/>
                </a:lnTo>
                <a:lnTo>
                  <a:pt x="12090" y="10771"/>
                </a:lnTo>
                <a:lnTo>
                  <a:pt x="12114" y="10845"/>
                </a:lnTo>
                <a:lnTo>
                  <a:pt x="12139" y="10942"/>
                </a:lnTo>
                <a:lnTo>
                  <a:pt x="12139" y="11040"/>
                </a:lnTo>
                <a:lnTo>
                  <a:pt x="12114" y="11138"/>
                </a:lnTo>
                <a:lnTo>
                  <a:pt x="12090" y="11236"/>
                </a:lnTo>
                <a:lnTo>
                  <a:pt x="12041" y="11309"/>
                </a:lnTo>
                <a:lnTo>
                  <a:pt x="11968" y="11382"/>
                </a:lnTo>
                <a:lnTo>
                  <a:pt x="11895" y="11431"/>
                </a:lnTo>
                <a:lnTo>
                  <a:pt x="11797" y="11455"/>
                </a:lnTo>
                <a:lnTo>
                  <a:pt x="7792" y="12701"/>
                </a:lnTo>
                <a:lnTo>
                  <a:pt x="7645" y="12725"/>
                </a:lnTo>
                <a:lnTo>
                  <a:pt x="7498" y="12701"/>
                </a:lnTo>
                <a:lnTo>
                  <a:pt x="7352" y="12628"/>
                </a:lnTo>
                <a:lnTo>
                  <a:pt x="7254" y="12530"/>
                </a:lnTo>
                <a:lnTo>
                  <a:pt x="7181" y="12383"/>
                </a:lnTo>
                <a:lnTo>
                  <a:pt x="7157" y="12286"/>
                </a:lnTo>
                <a:lnTo>
                  <a:pt x="7157" y="12188"/>
                </a:lnTo>
                <a:lnTo>
                  <a:pt x="7181" y="12090"/>
                </a:lnTo>
                <a:lnTo>
                  <a:pt x="7205" y="12017"/>
                </a:lnTo>
                <a:lnTo>
                  <a:pt x="7254" y="11919"/>
                </a:lnTo>
                <a:lnTo>
                  <a:pt x="7327" y="11871"/>
                </a:lnTo>
                <a:lnTo>
                  <a:pt x="7401" y="11797"/>
                </a:lnTo>
                <a:lnTo>
                  <a:pt x="7498" y="11773"/>
                </a:lnTo>
                <a:lnTo>
                  <a:pt x="11504" y="10527"/>
                </a:lnTo>
                <a:lnTo>
                  <a:pt x="11602" y="10503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7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7" y="14533"/>
                </a:lnTo>
                <a:lnTo>
                  <a:pt x="11284" y="14362"/>
                </a:lnTo>
                <a:lnTo>
                  <a:pt x="11602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1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1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2" y="1100"/>
                </a:lnTo>
                <a:lnTo>
                  <a:pt x="11284" y="929"/>
                </a:lnTo>
                <a:lnTo>
                  <a:pt x="10967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7" y="50"/>
                </a:lnTo>
                <a:lnTo>
                  <a:pt x="8036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125" name="Google Shape;817;p47">
            <a:extLst>
              <a:ext uri="{FF2B5EF4-FFF2-40B4-BE49-F238E27FC236}">
                <a16:creationId xmlns:a16="http://schemas.microsoft.com/office/drawing/2014/main" xmlns="" id="{471EC3B2-58B4-44CE-5FFF-400BBA2FE334}"/>
              </a:ext>
            </a:extLst>
          </p:cNvPr>
          <p:cNvGrpSpPr/>
          <p:nvPr/>
        </p:nvGrpSpPr>
        <p:grpSpPr>
          <a:xfrm>
            <a:off x="4966981" y="3333220"/>
            <a:ext cx="100925" cy="252002"/>
            <a:chOff x="3386850" y="2264625"/>
            <a:chExt cx="203950" cy="509250"/>
          </a:xfrm>
        </p:grpSpPr>
        <p:sp>
          <p:nvSpPr>
            <p:cNvPr id="126" name="Google Shape;818;p47">
              <a:extLst>
                <a:ext uri="{FF2B5EF4-FFF2-40B4-BE49-F238E27FC236}">
                  <a16:creationId xmlns:a16="http://schemas.microsoft.com/office/drawing/2014/main" xmlns="" id="{8AA44FB5-8D8C-E697-9028-6FED81D10B0C}"/>
                </a:ext>
              </a:extLst>
            </p:cNvPr>
            <p:cNvSpPr/>
            <p:nvPr/>
          </p:nvSpPr>
          <p:spPr>
            <a:xfrm>
              <a:off x="3386850" y="2370850"/>
              <a:ext cx="203950" cy="403025"/>
            </a:xfrm>
            <a:custGeom>
              <a:avLst/>
              <a:gdLst/>
              <a:ahLst/>
              <a:cxnLst/>
              <a:rect l="l" t="t" r="r" b="b"/>
              <a:pathLst>
                <a:path w="8158" h="16121" extrusionOk="0">
                  <a:moveTo>
                    <a:pt x="3249" y="1"/>
                  </a:moveTo>
                  <a:lnTo>
                    <a:pt x="3004" y="50"/>
                  </a:lnTo>
                  <a:lnTo>
                    <a:pt x="2785" y="99"/>
                  </a:lnTo>
                  <a:lnTo>
                    <a:pt x="2565" y="172"/>
                  </a:lnTo>
                  <a:lnTo>
                    <a:pt x="2369" y="269"/>
                  </a:lnTo>
                  <a:lnTo>
                    <a:pt x="2174" y="367"/>
                  </a:lnTo>
                  <a:lnTo>
                    <a:pt x="1979" y="465"/>
                  </a:lnTo>
                  <a:lnTo>
                    <a:pt x="1808" y="587"/>
                  </a:lnTo>
                  <a:lnTo>
                    <a:pt x="1637" y="734"/>
                  </a:lnTo>
                  <a:lnTo>
                    <a:pt x="1490" y="880"/>
                  </a:lnTo>
                  <a:lnTo>
                    <a:pt x="1344" y="1027"/>
                  </a:lnTo>
                  <a:lnTo>
                    <a:pt x="1075" y="1369"/>
                  </a:lnTo>
                  <a:lnTo>
                    <a:pt x="855" y="1784"/>
                  </a:lnTo>
                  <a:lnTo>
                    <a:pt x="660" y="2199"/>
                  </a:lnTo>
                  <a:lnTo>
                    <a:pt x="489" y="2687"/>
                  </a:lnTo>
                  <a:lnTo>
                    <a:pt x="342" y="3176"/>
                  </a:lnTo>
                  <a:lnTo>
                    <a:pt x="245" y="3738"/>
                  </a:lnTo>
                  <a:lnTo>
                    <a:pt x="147" y="4299"/>
                  </a:lnTo>
                  <a:lnTo>
                    <a:pt x="74" y="4910"/>
                  </a:lnTo>
                  <a:lnTo>
                    <a:pt x="49" y="5545"/>
                  </a:lnTo>
                  <a:lnTo>
                    <a:pt x="25" y="6204"/>
                  </a:lnTo>
                  <a:lnTo>
                    <a:pt x="0" y="6888"/>
                  </a:lnTo>
                  <a:lnTo>
                    <a:pt x="25" y="7035"/>
                  </a:lnTo>
                  <a:lnTo>
                    <a:pt x="49" y="7181"/>
                  </a:lnTo>
                  <a:lnTo>
                    <a:pt x="98" y="7328"/>
                  </a:lnTo>
                  <a:lnTo>
                    <a:pt x="171" y="7425"/>
                  </a:lnTo>
                  <a:lnTo>
                    <a:pt x="269" y="7523"/>
                  </a:lnTo>
                  <a:lnTo>
                    <a:pt x="391" y="7596"/>
                  </a:lnTo>
                  <a:lnTo>
                    <a:pt x="513" y="7645"/>
                  </a:lnTo>
                  <a:lnTo>
                    <a:pt x="660" y="7670"/>
                  </a:lnTo>
                  <a:lnTo>
                    <a:pt x="806" y="7645"/>
                  </a:lnTo>
                  <a:lnTo>
                    <a:pt x="928" y="7596"/>
                  </a:lnTo>
                  <a:lnTo>
                    <a:pt x="1051" y="7523"/>
                  </a:lnTo>
                  <a:lnTo>
                    <a:pt x="1148" y="7425"/>
                  </a:lnTo>
                  <a:lnTo>
                    <a:pt x="1222" y="7328"/>
                  </a:lnTo>
                  <a:lnTo>
                    <a:pt x="1270" y="7181"/>
                  </a:lnTo>
                  <a:lnTo>
                    <a:pt x="1295" y="7035"/>
                  </a:lnTo>
                  <a:lnTo>
                    <a:pt x="1319" y="6888"/>
                  </a:lnTo>
                  <a:lnTo>
                    <a:pt x="1344" y="6278"/>
                  </a:lnTo>
                  <a:lnTo>
                    <a:pt x="1417" y="5569"/>
                  </a:lnTo>
                  <a:lnTo>
                    <a:pt x="1515" y="4861"/>
                  </a:lnTo>
                  <a:lnTo>
                    <a:pt x="1637" y="4153"/>
                  </a:lnTo>
                  <a:lnTo>
                    <a:pt x="1759" y="3542"/>
                  </a:lnTo>
                  <a:lnTo>
                    <a:pt x="1881" y="3029"/>
                  </a:lnTo>
                  <a:lnTo>
                    <a:pt x="2003" y="2687"/>
                  </a:lnTo>
                  <a:lnTo>
                    <a:pt x="2052" y="2614"/>
                  </a:lnTo>
                  <a:lnTo>
                    <a:pt x="2101" y="2590"/>
                  </a:lnTo>
                  <a:lnTo>
                    <a:pt x="2101" y="2639"/>
                  </a:lnTo>
                  <a:lnTo>
                    <a:pt x="2125" y="2736"/>
                  </a:lnTo>
                  <a:lnTo>
                    <a:pt x="2125" y="3151"/>
                  </a:lnTo>
                  <a:lnTo>
                    <a:pt x="2076" y="4568"/>
                  </a:lnTo>
                  <a:lnTo>
                    <a:pt x="1954" y="6595"/>
                  </a:lnTo>
                  <a:lnTo>
                    <a:pt x="1832" y="8866"/>
                  </a:lnTo>
                  <a:lnTo>
                    <a:pt x="1539" y="13165"/>
                  </a:lnTo>
                  <a:lnTo>
                    <a:pt x="1392" y="15119"/>
                  </a:lnTo>
                  <a:lnTo>
                    <a:pt x="1392" y="15290"/>
                  </a:lnTo>
                  <a:lnTo>
                    <a:pt x="1417" y="15461"/>
                  </a:lnTo>
                  <a:lnTo>
                    <a:pt x="1466" y="15607"/>
                  </a:lnTo>
                  <a:lnTo>
                    <a:pt x="1563" y="15754"/>
                  </a:lnTo>
                  <a:lnTo>
                    <a:pt x="1661" y="15900"/>
                  </a:lnTo>
                  <a:lnTo>
                    <a:pt x="1783" y="15998"/>
                  </a:lnTo>
                  <a:lnTo>
                    <a:pt x="1930" y="16071"/>
                  </a:lnTo>
                  <a:lnTo>
                    <a:pt x="2101" y="16120"/>
                  </a:lnTo>
                  <a:lnTo>
                    <a:pt x="2394" y="16120"/>
                  </a:lnTo>
                  <a:lnTo>
                    <a:pt x="2516" y="16071"/>
                  </a:lnTo>
                  <a:lnTo>
                    <a:pt x="2662" y="15998"/>
                  </a:lnTo>
                  <a:lnTo>
                    <a:pt x="2785" y="15925"/>
                  </a:lnTo>
                  <a:lnTo>
                    <a:pt x="2882" y="15803"/>
                  </a:lnTo>
                  <a:lnTo>
                    <a:pt x="2956" y="15680"/>
                  </a:lnTo>
                  <a:lnTo>
                    <a:pt x="3029" y="15534"/>
                  </a:lnTo>
                  <a:lnTo>
                    <a:pt x="3053" y="15387"/>
                  </a:lnTo>
                  <a:lnTo>
                    <a:pt x="3713" y="8549"/>
                  </a:lnTo>
                  <a:lnTo>
                    <a:pt x="3737" y="8476"/>
                  </a:lnTo>
                  <a:lnTo>
                    <a:pt x="3786" y="8354"/>
                  </a:lnTo>
                  <a:lnTo>
                    <a:pt x="3835" y="8305"/>
                  </a:lnTo>
                  <a:lnTo>
                    <a:pt x="3884" y="8231"/>
                  </a:lnTo>
                  <a:lnTo>
                    <a:pt x="3981" y="8207"/>
                  </a:lnTo>
                  <a:lnTo>
                    <a:pt x="4079" y="8183"/>
                  </a:lnTo>
                  <a:lnTo>
                    <a:pt x="4177" y="8207"/>
                  </a:lnTo>
                  <a:lnTo>
                    <a:pt x="4274" y="8231"/>
                  </a:lnTo>
                  <a:lnTo>
                    <a:pt x="4323" y="8305"/>
                  </a:lnTo>
                  <a:lnTo>
                    <a:pt x="4372" y="8354"/>
                  </a:lnTo>
                  <a:lnTo>
                    <a:pt x="4421" y="8476"/>
                  </a:lnTo>
                  <a:lnTo>
                    <a:pt x="4445" y="8549"/>
                  </a:lnTo>
                  <a:lnTo>
                    <a:pt x="5105" y="15387"/>
                  </a:lnTo>
                  <a:lnTo>
                    <a:pt x="5129" y="15534"/>
                  </a:lnTo>
                  <a:lnTo>
                    <a:pt x="5202" y="15680"/>
                  </a:lnTo>
                  <a:lnTo>
                    <a:pt x="5276" y="15803"/>
                  </a:lnTo>
                  <a:lnTo>
                    <a:pt x="5373" y="15925"/>
                  </a:lnTo>
                  <a:lnTo>
                    <a:pt x="5496" y="15998"/>
                  </a:lnTo>
                  <a:lnTo>
                    <a:pt x="5642" y="16071"/>
                  </a:lnTo>
                  <a:lnTo>
                    <a:pt x="5764" y="16120"/>
                  </a:lnTo>
                  <a:lnTo>
                    <a:pt x="6057" y="16120"/>
                  </a:lnTo>
                  <a:lnTo>
                    <a:pt x="6228" y="16071"/>
                  </a:lnTo>
                  <a:lnTo>
                    <a:pt x="6375" y="15998"/>
                  </a:lnTo>
                  <a:lnTo>
                    <a:pt x="6497" y="15900"/>
                  </a:lnTo>
                  <a:lnTo>
                    <a:pt x="6595" y="15754"/>
                  </a:lnTo>
                  <a:lnTo>
                    <a:pt x="6692" y="15607"/>
                  </a:lnTo>
                  <a:lnTo>
                    <a:pt x="6741" y="15461"/>
                  </a:lnTo>
                  <a:lnTo>
                    <a:pt x="6766" y="15290"/>
                  </a:lnTo>
                  <a:lnTo>
                    <a:pt x="6766" y="15119"/>
                  </a:lnTo>
                  <a:lnTo>
                    <a:pt x="6619" y="13165"/>
                  </a:lnTo>
                  <a:lnTo>
                    <a:pt x="6350" y="8915"/>
                  </a:lnTo>
                  <a:lnTo>
                    <a:pt x="6204" y="6619"/>
                  </a:lnTo>
                  <a:lnTo>
                    <a:pt x="6106" y="4617"/>
                  </a:lnTo>
                  <a:lnTo>
                    <a:pt x="6057" y="3176"/>
                  </a:lnTo>
                  <a:lnTo>
                    <a:pt x="6057" y="2761"/>
                  </a:lnTo>
                  <a:lnTo>
                    <a:pt x="6057" y="2590"/>
                  </a:lnTo>
                  <a:lnTo>
                    <a:pt x="6106" y="2590"/>
                  </a:lnTo>
                  <a:lnTo>
                    <a:pt x="6155" y="2687"/>
                  </a:lnTo>
                  <a:lnTo>
                    <a:pt x="6253" y="3005"/>
                  </a:lnTo>
                  <a:lnTo>
                    <a:pt x="6399" y="3493"/>
                  </a:lnTo>
                  <a:lnTo>
                    <a:pt x="6521" y="4128"/>
                  </a:lnTo>
                  <a:lnTo>
                    <a:pt x="6643" y="4837"/>
                  </a:lnTo>
                  <a:lnTo>
                    <a:pt x="6741" y="5569"/>
                  </a:lnTo>
                  <a:lnTo>
                    <a:pt x="6814" y="6278"/>
                  </a:lnTo>
                  <a:lnTo>
                    <a:pt x="6839" y="6888"/>
                  </a:lnTo>
                  <a:lnTo>
                    <a:pt x="6863" y="7035"/>
                  </a:lnTo>
                  <a:lnTo>
                    <a:pt x="6888" y="7181"/>
                  </a:lnTo>
                  <a:lnTo>
                    <a:pt x="6936" y="7328"/>
                  </a:lnTo>
                  <a:lnTo>
                    <a:pt x="7010" y="7425"/>
                  </a:lnTo>
                  <a:lnTo>
                    <a:pt x="7107" y="7523"/>
                  </a:lnTo>
                  <a:lnTo>
                    <a:pt x="7230" y="7596"/>
                  </a:lnTo>
                  <a:lnTo>
                    <a:pt x="7352" y="7645"/>
                  </a:lnTo>
                  <a:lnTo>
                    <a:pt x="7498" y="7670"/>
                  </a:lnTo>
                  <a:lnTo>
                    <a:pt x="7645" y="7645"/>
                  </a:lnTo>
                  <a:lnTo>
                    <a:pt x="7767" y="7596"/>
                  </a:lnTo>
                  <a:lnTo>
                    <a:pt x="7889" y="7523"/>
                  </a:lnTo>
                  <a:lnTo>
                    <a:pt x="7987" y="7425"/>
                  </a:lnTo>
                  <a:lnTo>
                    <a:pt x="8060" y="7328"/>
                  </a:lnTo>
                  <a:lnTo>
                    <a:pt x="8109" y="7181"/>
                  </a:lnTo>
                  <a:lnTo>
                    <a:pt x="8133" y="7035"/>
                  </a:lnTo>
                  <a:lnTo>
                    <a:pt x="8158" y="6888"/>
                  </a:lnTo>
                  <a:lnTo>
                    <a:pt x="8133" y="5520"/>
                  </a:lnTo>
                  <a:lnTo>
                    <a:pt x="8109" y="4885"/>
                  </a:lnTo>
                  <a:lnTo>
                    <a:pt x="8060" y="4299"/>
                  </a:lnTo>
                  <a:lnTo>
                    <a:pt x="7987" y="3713"/>
                  </a:lnTo>
                  <a:lnTo>
                    <a:pt x="7889" y="3176"/>
                  </a:lnTo>
                  <a:lnTo>
                    <a:pt x="7767" y="2663"/>
                  </a:lnTo>
                  <a:lnTo>
                    <a:pt x="7620" y="2174"/>
                  </a:lnTo>
                  <a:lnTo>
                    <a:pt x="7425" y="1759"/>
                  </a:lnTo>
                  <a:lnTo>
                    <a:pt x="7205" y="1369"/>
                  </a:lnTo>
                  <a:lnTo>
                    <a:pt x="7083" y="1173"/>
                  </a:lnTo>
                  <a:lnTo>
                    <a:pt x="6936" y="1002"/>
                  </a:lnTo>
                  <a:lnTo>
                    <a:pt x="6790" y="856"/>
                  </a:lnTo>
                  <a:lnTo>
                    <a:pt x="6643" y="709"/>
                  </a:lnTo>
                  <a:lnTo>
                    <a:pt x="6472" y="563"/>
                  </a:lnTo>
                  <a:lnTo>
                    <a:pt x="6277" y="440"/>
                  </a:lnTo>
                  <a:lnTo>
                    <a:pt x="6082" y="343"/>
                  </a:lnTo>
                  <a:lnTo>
                    <a:pt x="5886" y="245"/>
                  </a:lnTo>
                  <a:lnTo>
                    <a:pt x="5666" y="172"/>
                  </a:lnTo>
                  <a:lnTo>
                    <a:pt x="5422" y="99"/>
                  </a:lnTo>
                  <a:lnTo>
                    <a:pt x="5178" y="50"/>
                  </a:lnTo>
                  <a:lnTo>
                    <a:pt x="4909" y="1"/>
                  </a:lnTo>
                  <a:lnTo>
                    <a:pt x="4714" y="74"/>
                  </a:lnTo>
                  <a:lnTo>
                    <a:pt x="4519" y="147"/>
                  </a:lnTo>
                  <a:lnTo>
                    <a:pt x="4299" y="196"/>
                  </a:lnTo>
                  <a:lnTo>
                    <a:pt x="3859" y="196"/>
                  </a:lnTo>
                  <a:lnTo>
                    <a:pt x="3664" y="147"/>
                  </a:lnTo>
                  <a:lnTo>
                    <a:pt x="3444" y="99"/>
                  </a:lnTo>
                  <a:lnTo>
                    <a:pt x="32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7" name="Google Shape;819;p47">
              <a:extLst>
                <a:ext uri="{FF2B5EF4-FFF2-40B4-BE49-F238E27FC236}">
                  <a16:creationId xmlns:a16="http://schemas.microsoft.com/office/drawing/2014/main" xmlns="" id="{A99D492E-CCC9-F01D-58D7-5B792EE8DE9C}"/>
                </a:ext>
              </a:extLst>
            </p:cNvPr>
            <p:cNvSpPr/>
            <p:nvPr/>
          </p:nvSpPr>
          <p:spPr>
            <a:xfrm>
              <a:off x="3446075" y="2264625"/>
              <a:ext cx="85500" cy="94050"/>
            </a:xfrm>
            <a:custGeom>
              <a:avLst/>
              <a:gdLst/>
              <a:ahLst/>
              <a:cxnLst/>
              <a:rect l="l" t="t" r="r" b="b"/>
              <a:pathLst>
                <a:path w="3420" h="3762" extrusionOk="0">
                  <a:moveTo>
                    <a:pt x="1539" y="0"/>
                  </a:moveTo>
                  <a:lnTo>
                    <a:pt x="1368" y="25"/>
                  </a:lnTo>
                  <a:lnTo>
                    <a:pt x="1197" y="49"/>
                  </a:lnTo>
                  <a:lnTo>
                    <a:pt x="1051" y="122"/>
                  </a:lnTo>
                  <a:lnTo>
                    <a:pt x="904" y="171"/>
                  </a:lnTo>
                  <a:lnTo>
                    <a:pt x="757" y="269"/>
                  </a:lnTo>
                  <a:lnTo>
                    <a:pt x="611" y="342"/>
                  </a:lnTo>
                  <a:lnTo>
                    <a:pt x="489" y="464"/>
                  </a:lnTo>
                  <a:lnTo>
                    <a:pt x="391" y="586"/>
                  </a:lnTo>
                  <a:lnTo>
                    <a:pt x="293" y="708"/>
                  </a:lnTo>
                  <a:lnTo>
                    <a:pt x="196" y="855"/>
                  </a:lnTo>
                  <a:lnTo>
                    <a:pt x="122" y="1002"/>
                  </a:lnTo>
                  <a:lnTo>
                    <a:pt x="74" y="1148"/>
                  </a:lnTo>
                  <a:lnTo>
                    <a:pt x="25" y="1319"/>
                  </a:lnTo>
                  <a:lnTo>
                    <a:pt x="0" y="1514"/>
                  </a:lnTo>
                  <a:lnTo>
                    <a:pt x="0" y="1710"/>
                  </a:lnTo>
                  <a:lnTo>
                    <a:pt x="0" y="1905"/>
                  </a:lnTo>
                  <a:lnTo>
                    <a:pt x="25" y="2101"/>
                  </a:lnTo>
                  <a:lnTo>
                    <a:pt x="74" y="2272"/>
                  </a:lnTo>
                  <a:lnTo>
                    <a:pt x="122" y="2467"/>
                  </a:lnTo>
                  <a:lnTo>
                    <a:pt x="196" y="2638"/>
                  </a:lnTo>
                  <a:lnTo>
                    <a:pt x="293" y="2809"/>
                  </a:lnTo>
                  <a:lnTo>
                    <a:pt x="391" y="2980"/>
                  </a:lnTo>
                  <a:lnTo>
                    <a:pt x="489" y="3126"/>
                  </a:lnTo>
                  <a:lnTo>
                    <a:pt x="611" y="3273"/>
                  </a:lnTo>
                  <a:lnTo>
                    <a:pt x="757" y="3395"/>
                  </a:lnTo>
                  <a:lnTo>
                    <a:pt x="904" y="3493"/>
                  </a:lnTo>
                  <a:lnTo>
                    <a:pt x="1051" y="3590"/>
                  </a:lnTo>
                  <a:lnTo>
                    <a:pt x="1197" y="3664"/>
                  </a:lnTo>
                  <a:lnTo>
                    <a:pt x="1368" y="3713"/>
                  </a:lnTo>
                  <a:lnTo>
                    <a:pt x="1539" y="3761"/>
                  </a:lnTo>
                  <a:lnTo>
                    <a:pt x="1881" y="3761"/>
                  </a:lnTo>
                  <a:lnTo>
                    <a:pt x="2052" y="3713"/>
                  </a:lnTo>
                  <a:lnTo>
                    <a:pt x="2223" y="3664"/>
                  </a:lnTo>
                  <a:lnTo>
                    <a:pt x="2369" y="3590"/>
                  </a:lnTo>
                  <a:lnTo>
                    <a:pt x="2516" y="3493"/>
                  </a:lnTo>
                  <a:lnTo>
                    <a:pt x="2662" y="3395"/>
                  </a:lnTo>
                  <a:lnTo>
                    <a:pt x="2809" y="3273"/>
                  </a:lnTo>
                  <a:lnTo>
                    <a:pt x="2931" y="3126"/>
                  </a:lnTo>
                  <a:lnTo>
                    <a:pt x="3029" y="2980"/>
                  </a:lnTo>
                  <a:lnTo>
                    <a:pt x="3127" y="2809"/>
                  </a:lnTo>
                  <a:lnTo>
                    <a:pt x="3224" y="2638"/>
                  </a:lnTo>
                  <a:lnTo>
                    <a:pt x="3297" y="2467"/>
                  </a:lnTo>
                  <a:lnTo>
                    <a:pt x="3346" y="2272"/>
                  </a:lnTo>
                  <a:lnTo>
                    <a:pt x="3395" y="2101"/>
                  </a:lnTo>
                  <a:lnTo>
                    <a:pt x="3420" y="1905"/>
                  </a:lnTo>
                  <a:lnTo>
                    <a:pt x="3420" y="1710"/>
                  </a:lnTo>
                  <a:lnTo>
                    <a:pt x="3420" y="1514"/>
                  </a:lnTo>
                  <a:lnTo>
                    <a:pt x="3395" y="1319"/>
                  </a:lnTo>
                  <a:lnTo>
                    <a:pt x="3346" y="1148"/>
                  </a:lnTo>
                  <a:lnTo>
                    <a:pt x="3297" y="1002"/>
                  </a:lnTo>
                  <a:lnTo>
                    <a:pt x="3224" y="855"/>
                  </a:lnTo>
                  <a:lnTo>
                    <a:pt x="3127" y="708"/>
                  </a:lnTo>
                  <a:lnTo>
                    <a:pt x="3029" y="586"/>
                  </a:lnTo>
                  <a:lnTo>
                    <a:pt x="2931" y="464"/>
                  </a:lnTo>
                  <a:lnTo>
                    <a:pt x="2809" y="342"/>
                  </a:lnTo>
                  <a:lnTo>
                    <a:pt x="2662" y="269"/>
                  </a:lnTo>
                  <a:lnTo>
                    <a:pt x="2516" y="171"/>
                  </a:lnTo>
                  <a:lnTo>
                    <a:pt x="2369" y="122"/>
                  </a:lnTo>
                  <a:lnTo>
                    <a:pt x="2223" y="49"/>
                  </a:lnTo>
                  <a:lnTo>
                    <a:pt x="2052" y="25"/>
                  </a:lnTo>
                  <a:lnTo>
                    <a:pt x="188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128" name="Google Shape;820;p47">
            <a:extLst>
              <a:ext uri="{FF2B5EF4-FFF2-40B4-BE49-F238E27FC236}">
                <a16:creationId xmlns:a16="http://schemas.microsoft.com/office/drawing/2014/main" xmlns="" id="{AC97D4C4-C1AC-7BDF-E7FC-4BEB2C467677}"/>
              </a:ext>
            </a:extLst>
          </p:cNvPr>
          <p:cNvGrpSpPr/>
          <p:nvPr/>
        </p:nvGrpSpPr>
        <p:grpSpPr>
          <a:xfrm>
            <a:off x="5643182" y="3365248"/>
            <a:ext cx="82789" cy="187944"/>
            <a:chOff x="4753325" y="2329350"/>
            <a:chExt cx="167300" cy="379800"/>
          </a:xfrm>
        </p:grpSpPr>
        <p:sp>
          <p:nvSpPr>
            <p:cNvPr id="129" name="Google Shape;821;p47">
              <a:extLst>
                <a:ext uri="{FF2B5EF4-FFF2-40B4-BE49-F238E27FC236}">
                  <a16:creationId xmlns:a16="http://schemas.microsoft.com/office/drawing/2014/main" xmlns="" id="{FC6DB3BA-B2A1-CDC4-D057-D7E20F605D1F}"/>
                </a:ext>
              </a:extLst>
            </p:cNvPr>
            <p:cNvSpPr/>
            <p:nvPr/>
          </p:nvSpPr>
          <p:spPr>
            <a:xfrm>
              <a:off x="4753325" y="2424600"/>
              <a:ext cx="167300" cy="284550"/>
            </a:xfrm>
            <a:custGeom>
              <a:avLst/>
              <a:gdLst/>
              <a:ahLst/>
              <a:cxnLst/>
              <a:rect l="l" t="t" r="r" b="b"/>
              <a:pathLst>
                <a:path w="6692" h="11382" extrusionOk="0">
                  <a:moveTo>
                    <a:pt x="4030" y="0"/>
                  </a:moveTo>
                  <a:lnTo>
                    <a:pt x="3883" y="73"/>
                  </a:lnTo>
                  <a:lnTo>
                    <a:pt x="3712" y="122"/>
                  </a:lnTo>
                  <a:lnTo>
                    <a:pt x="3517" y="171"/>
                  </a:lnTo>
                  <a:lnTo>
                    <a:pt x="3175" y="171"/>
                  </a:lnTo>
                  <a:lnTo>
                    <a:pt x="3004" y="147"/>
                  </a:lnTo>
                  <a:lnTo>
                    <a:pt x="2833" y="73"/>
                  </a:lnTo>
                  <a:lnTo>
                    <a:pt x="2662" y="24"/>
                  </a:lnTo>
                  <a:lnTo>
                    <a:pt x="2418" y="24"/>
                  </a:lnTo>
                  <a:lnTo>
                    <a:pt x="2174" y="98"/>
                  </a:lnTo>
                  <a:lnTo>
                    <a:pt x="1954" y="171"/>
                  </a:lnTo>
                  <a:lnTo>
                    <a:pt x="1710" y="318"/>
                  </a:lnTo>
                  <a:lnTo>
                    <a:pt x="1490" y="489"/>
                  </a:lnTo>
                  <a:lnTo>
                    <a:pt x="1246" y="684"/>
                  </a:lnTo>
                  <a:lnTo>
                    <a:pt x="1050" y="928"/>
                  </a:lnTo>
                  <a:lnTo>
                    <a:pt x="855" y="1197"/>
                  </a:lnTo>
                  <a:lnTo>
                    <a:pt x="660" y="1514"/>
                  </a:lnTo>
                  <a:lnTo>
                    <a:pt x="513" y="1856"/>
                  </a:lnTo>
                  <a:lnTo>
                    <a:pt x="366" y="2223"/>
                  </a:lnTo>
                  <a:lnTo>
                    <a:pt x="244" y="2638"/>
                  </a:lnTo>
                  <a:lnTo>
                    <a:pt x="122" y="3102"/>
                  </a:lnTo>
                  <a:lnTo>
                    <a:pt x="49" y="3590"/>
                  </a:lnTo>
                  <a:lnTo>
                    <a:pt x="0" y="4103"/>
                  </a:lnTo>
                  <a:lnTo>
                    <a:pt x="0" y="4665"/>
                  </a:lnTo>
                  <a:lnTo>
                    <a:pt x="0" y="4787"/>
                  </a:lnTo>
                  <a:lnTo>
                    <a:pt x="25" y="4909"/>
                  </a:lnTo>
                  <a:lnTo>
                    <a:pt x="73" y="5007"/>
                  </a:lnTo>
                  <a:lnTo>
                    <a:pt x="147" y="5104"/>
                  </a:lnTo>
                  <a:lnTo>
                    <a:pt x="220" y="5178"/>
                  </a:lnTo>
                  <a:lnTo>
                    <a:pt x="318" y="5251"/>
                  </a:lnTo>
                  <a:lnTo>
                    <a:pt x="415" y="5275"/>
                  </a:lnTo>
                  <a:lnTo>
                    <a:pt x="537" y="5300"/>
                  </a:lnTo>
                  <a:lnTo>
                    <a:pt x="660" y="5275"/>
                  </a:lnTo>
                  <a:lnTo>
                    <a:pt x="757" y="5251"/>
                  </a:lnTo>
                  <a:lnTo>
                    <a:pt x="855" y="5178"/>
                  </a:lnTo>
                  <a:lnTo>
                    <a:pt x="928" y="5104"/>
                  </a:lnTo>
                  <a:lnTo>
                    <a:pt x="1001" y="5007"/>
                  </a:lnTo>
                  <a:lnTo>
                    <a:pt x="1026" y="4909"/>
                  </a:lnTo>
                  <a:lnTo>
                    <a:pt x="1050" y="4787"/>
                  </a:lnTo>
                  <a:lnTo>
                    <a:pt x="1075" y="4665"/>
                  </a:lnTo>
                  <a:lnTo>
                    <a:pt x="1099" y="4201"/>
                  </a:lnTo>
                  <a:lnTo>
                    <a:pt x="1148" y="3737"/>
                  </a:lnTo>
                  <a:lnTo>
                    <a:pt x="1221" y="3322"/>
                  </a:lnTo>
                  <a:lnTo>
                    <a:pt x="1319" y="2931"/>
                  </a:lnTo>
                  <a:lnTo>
                    <a:pt x="1441" y="2589"/>
                  </a:lnTo>
                  <a:lnTo>
                    <a:pt x="1539" y="2345"/>
                  </a:lnTo>
                  <a:lnTo>
                    <a:pt x="1636" y="2174"/>
                  </a:lnTo>
                  <a:lnTo>
                    <a:pt x="1685" y="2149"/>
                  </a:lnTo>
                  <a:lnTo>
                    <a:pt x="1710" y="2149"/>
                  </a:lnTo>
                  <a:lnTo>
                    <a:pt x="1734" y="2247"/>
                  </a:lnTo>
                  <a:lnTo>
                    <a:pt x="1734" y="2516"/>
                  </a:lnTo>
                  <a:lnTo>
                    <a:pt x="1685" y="3493"/>
                  </a:lnTo>
                  <a:lnTo>
                    <a:pt x="1612" y="4836"/>
                  </a:lnTo>
                  <a:lnTo>
                    <a:pt x="1490" y="6374"/>
                  </a:lnTo>
                  <a:lnTo>
                    <a:pt x="1246" y="9256"/>
                  </a:lnTo>
                  <a:lnTo>
                    <a:pt x="1148" y="10551"/>
                  </a:lnTo>
                  <a:lnTo>
                    <a:pt x="1148" y="10697"/>
                  </a:lnTo>
                  <a:lnTo>
                    <a:pt x="1148" y="10844"/>
                  </a:lnTo>
                  <a:lnTo>
                    <a:pt x="1197" y="10966"/>
                  </a:lnTo>
                  <a:lnTo>
                    <a:pt x="1270" y="11088"/>
                  </a:lnTo>
                  <a:lnTo>
                    <a:pt x="1343" y="11186"/>
                  </a:lnTo>
                  <a:lnTo>
                    <a:pt x="1465" y="11284"/>
                  </a:lnTo>
                  <a:lnTo>
                    <a:pt x="1588" y="11357"/>
                  </a:lnTo>
                  <a:lnTo>
                    <a:pt x="1710" y="11381"/>
                  </a:lnTo>
                  <a:lnTo>
                    <a:pt x="1954" y="11381"/>
                  </a:lnTo>
                  <a:lnTo>
                    <a:pt x="2076" y="11357"/>
                  </a:lnTo>
                  <a:lnTo>
                    <a:pt x="2174" y="11284"/>
                  </a:lnTo>
                  <a:lnTo>
                    <a:pt x="2271" y="11210"/>
                  </a:lnTo>
                  <a:lnTo>
                    <a:pt x="2345" y="11137"/>
                  </a:lnTo>
                  <a:lnTo>
                    <a:pt x="2418" y="11039"/>
                  </a:lnTo>
                  <a:lnTo>
                    <a:pt x="2467" y="10917"/>
                  </a:lnTo>
                  <a:lnTo>
                    <a:pt x="2516" y="10795"/>
                  </a:lnTo>
                  <a:lnTo>
                    <a:pt x="3053" y="7034"/>
                  </a:lnTo>
                  <a:lnTo>
                    <a:pt x="3053" y="6985"/>
                  </a:lnTo>
                  <a:lnTo>
                    <a:pt x="3102" y="6887"/>
                  </a:lnTo>
                  <a:lnTo>
                    <a:pt x="3151" y="6839"/>
                  </a:lnTo>
                  <a:lnTo>
                    <a:pt x="3200" y="6790"/>
                  </a:lnTo>
                  <a:lnTo>
                    <a:pt x="3273" y="6765"/>
                  </a:lnTo>
                  <a:lnTo>
                    <a:pt x="3346" y="6741"/>
                  </a:lnTo>
                  <a:lnTo>
                    <a:pt x="3419" y="6765"/>
                  </a:lnTo>
                  <a:lnTo>
                    <a:pt x="3493" y="6790"/>
                  </a:lnTo>
                  <a:lnTo>
                    <a:pt x="3541" y="6839"/>
                  </a:lnTo>
                  <a:lnTo>
                    <a:pt x="3590" y="6887"/>
                  </a:lnTo>
                  <a:lnTo>
                    <a:pt x="3639" y="6985"/>
                  </a:lnTo>
                  <a:lnTo>
                    <a:pt x="3639" y="7034"/>
                  </a:lnTo>
                  <a:lnTo>
                    <a:pt x="4176" y="10795"/>
                  </a:lnTo>
                  <a:lnTo>
                    <a:pt x="4225" y="10917"/>
                  </a:lnTo>
                  <a:lnTo>
                    <a:pt x="4274" y="11039"/>
                  </a:lnTo>
                  <a:lnTo>
                    <a:pt x="4347" y="11137"/>
                  </a:lnTo>
                  <a:lnTo>
                    <a:pt x="4421" y="11210"/>
                  </a:lnTo>
                  <a:lnTo>
                    <a:pt x="4518" y="11284"/>
                  </a:lnTo>
                  <a:lnTo>
                    <a:pt x="4616" y="11357"/>
                  </a:lnTo>
                  <a:lnTo>
                    <a:pt x="4738" y="11381"/>
                  </a:lnTo>
                  <a:lnTo>
                    <a:pt x="4982" y="11381"/>
                  </a:lnTo>
                  <a:lnTo>
                    <a:pt x="5104" y="11357"/>
                  </a:lnTo>
                  <a:lnTo>
                    <a:pt x="5227" y="11284"/>
                  </a:lnTo>
                  <a:lnTo>
                    <a:pt x="5349" y="11186"/>
                  </a:lnTo>
                  <a:lnTo>
                    <a:pt x="5422" y="11088"/>
                  </a:lnTo>
                  <a:lnTo>
                    <a:pt x="5495" y="10966"/>
                  </a:lnTo>
                  <a:lnTo>
                    <a:pt x="5544" y="10844"/>
                  </a:lnTo>
                  <a:lnTo>
                    <a:pt x="5544" y="10697"/>
                  </a:lnTo>
                  <a:lnTo>
                    <a:pt x="5544" y="10551"/>
                  </a:lnTo>
                  <a:lnTo>
                    <a:pt x="5202" y="6399"/>
                  </a:lnTo>
                  <a:lnTo>
                    <a:pt x="5007" y="3517"/>
                  </a:lnTo>
                  <a:lnTo>
                    <a:pt x="4958" y="2540"/>
                  </a:lnTo>
                  <a:lnTo>
                    <a:pt x="4958" y="2247"/>
                  </a:lnTo>
                  <a:lnTo>
                    <a:pt x="4982" y="2149"/>
                  </a:lnTo>
                  <a:lnTo>
                    <a:pt x="5007" y="2149"/>
                  </a:lnTo>
                  <a:lnTo>
                    <a:pt x="5056" y="2174"/>
                  </a:lnTo>
                  <a:lnTo>
                    <a:pt x="5153" y="2320"/>
                  </a:lnTo>
                  <a:lnTo>
                    <a:pt x="5251" y="2564"/>
                  </a:lnTo>
                  <a:lnTo>
                    <a:pt x="5349" y="2906"/>
                  </a:lnTo>
                  <a:lnTo>
                    <a:pt x="5446" y="3297"/>
                  </a:lnTo>
                  <a:lnTo>
                    <a:pt x="5544" y="3737"/>
                  </a:lnTo>
                  <a:lnTo>
                    <a:pt x="5593" y="4201"/>
                  </a:lnTo>
                  <a:lnTo>
                    <a:pt x="5617" y="4665"/>
                  </a:lnTo>
                  <a:lnTo>
                    <a:pt x="5642" y="4787"/>
                  </a:lnTo>
                  <a:lnTo>
                    <a:pt x="5666" y="4909"/>
                  </a:lnTo>
                  <a:lnTo>
                    <a:pt x="5691" y="5007"/>
                  </a:lnTo>
                  <a:lnTo>
                    <a:pt x="5764" y="5104"/>
                  </a:lnTo>
                  <a:lnTo>
                    <a:pt x="5837" y="5178"/>
                  </a:lnTo>
                  <a:lnTo>
                    <a:pt x="5935" y="5251"/>
                  </a:lnTo>
                  <a:lnTo>
                    <a:pt x="6033" y="5275"/>
                  </a:lnTo>
                  <a:lnTo>
                    <a:pt x="6155" y="5300"/>
                  </a:lnTo>
                  <a:lnTo>
                    <a:pt x="6277" y="5275"/>
                  </a:lnTo>
                  <a:lnTo>
                    <a:pt x="6374" y="5251"/>
                  </a:lnTo>
                  <a:lnTo>
                    <a:pt x="6472" y="5178"/>
                  </a:lnTo>
                  <a:lnTo>
                    <a:pt x="6545" y="5104"/>
                  </a:lnTo>
                  <a:lnTo>
                    <a:pt x="6619" y="5007"/>
                  </a:lnTo>
                  <a:lnTo>
                    <a:pt x="6668" y="4909"/>
                  </a:lnTo>
                  <a:lnTo>
                    <a:pt x="6692" y="4787"/>
                  </a:lnTo>
                  <a:lnTo>
                    <a:pt x="6692" y="4665"/>
                  </a:lnTo>
                  <a:lnTo>
                    <a:pt x="6692" y="4103"/>
                  </a:lnTo>
                  <a:lnTo>
                    <a:pt x="6643" y="3566"/>
                  </a:lnTo>
                  <a:lnTo>
                    <a:pt x="6570" y="3077"/>
                  </a:lnTo>
                  <a:lnTo>
                    <a:pt x="6472" y="2638"/>
                  </a:lnTo>
                  <a:lnTo>
                    <a:pt x="6374" y="2223"/>
                  </a:lnTo>
                  <a:lnTo>
                    <a:pt x="6228" y="1832"/>
                  </a:lnTo>
                  <a:lnTo>
                    <a:pt x="6081" y="1490"/>
                  </a:lnTo>
                  <a:lnTo>
                    <a:pt x="5910" y="1172"/>
                  </a:lnTo>
                  <a:lnTo>
                    <a:pt x="5715" y="904"/>
                  </a:lnTo>
                  <a:lnTo>
                    <a:pt x="5520" y="659"/>
                  </a:lnTo>
                  <a:lnTo>
                    <a:pt x="5300" y="464"/>
                  </a:lnTo>
                  <a:lnTo>
                    <a:pt x="5056" y="293"/>
                  </a:lnTo>
                  <a:lnTo>
                    <a:pt x="4811" y="171"/>
                  </a:lnTo>
                  <a:lnTo>
                    <a:pt x="4567" y="73"/>
                  </a:lnTo>
                  <a:lnTo>
                    <a:pt x="4299" y="24"/>
                  </a:lnTo>
                  <a:lnTo>
                    <a:pt x="40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0" name="Google Shape;822;p47">
              <a:extLst>
                <a:ext uri="{FF2B5EF4-FFF2-40B4-BE49-F238E27FC236}">
                  <a16:creationId xmlns:a16="http://schemas.microsoft.com/office/drawing/2014/main" xmlns="" id="{973477F0-8226-9DAE-BF8B-796C8AFD8635}"/>
                </a:ext>
              </a:extLst>
            </p:cNvPr>
            <p:cNvSpPr/>
            <p:nvPr/>
          </p:nvSpPr>
          <p:spPr>
            <a:xfrm>
              <a:off x="4798500" y="2329350"/>
              <a:ext cx="76950" cy="84275"/>
            </a:xfrm>
            <a:custGeom>
              <a:avLst/>
              <a:gdLst/>
              <a:ahLst/>
              <a:cxnLst/>
              <a:rect l="l" t="t" r="r" b="b"/>
              <a:pathLst>
                <a:path w="3078" h="3371" extrusionOk="0">
                  <a:moveTo>
                    <a:pt x="1539" y="0"/>
                  </a:moveTo>
                  <a:lnTo>
                    <a:pt x="1222" y="24"/>
                  </a:lnTo>
                  <a:lnTo>
                    <a:pt x="953" y="98"/>
                  </a:lnTo>
                  <a:lnTo>
                    <a:pt x="684" y="220"/>
                  </a:lnTo>
                  <a:lnTo>
                    <a:pt x="464" y="415"/>
                  </a:lnTo>
                  <a:lnTo>
                    <a:pt x="367" y="513"/>
                  </a:lnTo>
                  <a:lnTo>
                    <a:pt x="269" y="635"/>
                  </a:lnTo>
                  <a:lnTo>
                    <a:pt x="196" y="757"/>
                  </a:lnTo>
                  <a:lnTo>
                    <a:pt x="123" y="879"/>
                  </a:lnTo>
                  <a:lnTo>
                    <a:pt x="74" y="1026"/>
                  </a:lnTo>
                  <a:lnTo>
                    <a:pt x="49" y="1172"/>
                  </a:lnTo>
                  <a:lnTo>
                    <a:pt x="25" y="1343"/>
                  </a:lnTo>
                  <a:lnTo>
                    <a:pt x="0" y="1514"/>
                  </a:lnTo>
                  <a:lnTo>
                    <a:pt x="25" y="1685"/>
                  </a:lnTo>
                  <a:lnTo>
                    <a:pt x="49" y="1856"/>
                  </a:lnTo>
                  <a:lnTo>
                    <a:pt x="123" y="2198"/>
                  </a:lnTo>
                  <a:lnTo>
                    <a:pt x="269" y="2516"/>
                  </a:lnTo>
                  <a:lnTo>
                    <a:pt x="464" y="2784"/>
                  </a:lnTo>
                  <a:lnTo>
                    <a:pt x="562" y="2906"/>
                  </a:lnTo>
                  <a:lnTo>
                    <a:pt x="684" y="3029"/>
                  </a:lnTo>
                  <a:lnTo>
                    <a:pt x="806" y="3126"/>
                  </a:lnTo>
                  <a:lnTo>
                    <a:pt x="953" y="3199"/>
                  </a:lnTo>
                  <a:lnTo>
                    <a:pt x="1075" y="3273"/>
                  </a:lnTo>
                  <a:lnTo>
                    <a:pt x="1222" y="3322"/>
                  </a:lnTo>
                  <a:lnTo>
                    <a:pt x="1393" y="3346"/>
                  </a:lnTo>
                  <a:lnTo>
                    <a:pt x="1539" y="3370"/>
                  </a:lnTo>
                  <a:lnTo>
                    <a:pt x="1686" y="3346"/>
                  </a:lnTo>
                  <a:lnTo>
                    <a:pt x="1857" y="3322"/>
                  </a:lnTo>
                  <a:lnTo>
                    <a:pt x="2003" y="3273"/>
                  </a:lnTo>
                  <a:lnTo>
                    <a:pt x="2125" y="3199"/>
                  </a:lnTo>
                  <a:lnTo>
                    <a:pt x="2272" y="3126"/>
                  </a:lnTo>
                  <a:lnTo>
                    <a:pt x="2394" y="3029"/>
                  </a:lnTo>
                  <a:lnTo>
                    <a:pt x="2516" y="2906"/>
                  </a:lnTo>
                  <a:lnTo>
                    <a:pt x="2614" y="2784"/>
                  </a:lnTo>
                  <a:lnTo>
                    <a:pt x="2809" y="2516"/>
                  </a:lnTo>
                  <a:lnTo>
                    <a:pt x="2956" y="2198"/>
                  </a:lnTo>
                  <a:lnTo>
                    <a:pt x="3029" y="1856"/>
                  </a:lnTo>
                  <a:lnTo>
                    <a:pt x="3053" y="1685"/>
                  </a:lnTo>
                  <a:lnTo>
                    <a:pt x="3078" y="1514"/>
                  </a:lnTo>
                  <a:lnTo>
                    <a:pt x="3053" y="1343"/>
                  </a:lnTo>
                  <a:lnTo>
                    <a:pt x="3029" y="1172"/>
                  </a:lnTo>
                  <a:lnTo>
                    <a:pt x="3004" y="1026"/>
                  </a:lnTo>
                  <a:lnTo>
                    <a:pt x="2956" y="879"/>
                  </a:lnTo>
                  <a:lnTo>
                    <a:pt x="2882" y="757"/>
                  </a:lnTo>
                  <a:lnTo>
                    <a:pt x="2809" y="635"/>
                  </a:lnTo>
                  <a:lnTo>
                    <a:pt x="2711" y="513"/>
                  </a:lnTo>
                  <a:lnTo>
                    <a:pt x="2614" y="415"/>
                  </a:lnTo>
                  <a:lnTo>
                    <a:pt x="2394" y="220"/>
                  </a:lnTo>
                  <a:lnTo>
                    <a:pt x="2125" y="98"/>
                  </a:lnTo>
                  <a:lnTo>
                    <a:pt x="1857" y="24"/>
                  </a:lnTo>
                  <a:lnTo>
                    <a:pt x="15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131" name="Google Shape;823;p47">
            <a:extLst>
              <a:ext uri="{FF2B5EF4-FFF2-40B4-BE49-F238E27FC236}">
                <a16:creationId xmlns:a16="http://schemas.microsoft.com/office/drawing/2014/main" xmlns="" id="{5FF92D1E-BF0F-25DD-9FA3-2D12901E9120}"/>
              </a:ext>
            </a:extLst>
          </p:cNvPr>
          <p:cNvGrpSpPr/>
          <p:nvPr/>
        </p:nvGrpSpPr>
        <p:grpSpPr>
          <a:xfrm>
            <a:off x="5308091" y="3334420"/>
            <a:ext cx="85832" cy="249590"/>
            <a:chOff x="4076175" y="2267050"/>
            <a:chExt cx="173450" cy="504375"/>
          </a:xfrm>
        </p:grpSpPr>
        <p:sp>
          <p:nvSpPr>
            <p:cNvPr id="132" name="Google Shape;824;p47">
              <a:extLst>
                <a:ext uri="{FF2B5EF4-FFF2-40B4-BE49-F238E27FC236}">
                  <a16:creationId xmlns:a16="http://schemas.microsoft.com/office/drawing/2014/main" xmlns="" id="{7F52C0B1-C8A1-4B4E-D33C-CF4F50BAF0D9}"/>
                </a:ext>
              </a:extLst>
            </p:cNvPr>
            <p:cNvSpPr/>
            <p:nvPr/>
          </p:nvSpPr>
          <p:spPr>
            <a:xfrm>
              <a:off x="4122600" y="2267050"/>
              <a:ext cx="80600" cy="91625"/>
            </a:xfrm>
            <a:custGeom>
              <a:avLst/>
              <a:gdLst/>
              <a:ahLst/>
              <a:cxnLst/>
              <a:rect l="l" t="t" r="r" b="b"/>
              <a:pathLst>
                <a:path w="3224" h="3665" extrusionOk="0">
                  <a:moveTo>
                    <a:pt x="1441" y="1"/>
                  </a:moveTo>
                  <a:lnTo>
                    <a:pt x="1295" y="25"/>
                  </a:lnTo>
                  <a:lnTo>
                    <a:pt x="1124" y="74"/>
                  </a:lnTo>
                  <a:lnTo>
                    <a:pt x="977" y="123"/>
                  </a:lnTo>
                  <a:lnTo>
                    <a:pt x="855" y="172"/>
                  </a:lnTo>
                  <a:lnTo>
                    <a:pt x="708" y="245"/>
                  </a:lnTo>
                  <a:lnTo>
                    <a:pt x="586" y="343"/>
                  </a:lnTo>
                  <a:lnTo>
                    <a:pt x="464" y="441"/>
                  </a:lnTo>
                  <a:lnTo>
                    <a:pt x="366" y="563"/>
                  </a:lnTo>
                  <a:lnTo>
                    <a:pt x="269" y="685"/>
                  </a:lnTo>
                  <a:lnTo>
                    <a:pt x="195" y="831"/>
                  </a:lnTo>
                  <a:lnTo>
                    <a:pt x="122" y="978"/>
                  </a:lnTo>
                  <a:lnTo>
                    <a:pt x="73" y="1124"/>
                  </a:lnTo>
                  <a:lnTo>
                    <a:pt x="25" y="1295"/>
                  </a:lnTo>
                  <a:lnTo>
                    <a:pt x="0" y="1466"/>
                  </a:lnTo>
                  <a:lnTo>
                    <a:pt x="0" y="1662"/>
                  </a:lnTo>
                  <a:lnTo>
                    <a:pt x="0" y="1833"/>
                  </a:lnTo>
                  <a:lnTo>
                    <a:pt x="25" y="2028"/>
                  </a:lnTo>
                  <a:lnTo>
                    <a:pt x="73" y="2223"/>
                  </a:lnTo>
                  <a:lnTo>
                    <a:pt x="122" y="2394"/>
                  </a:lnTo>
                  <a:lnTo>
                    <a:pt x="195" y="2565"/>
                  </a:lnTo>
                  <a:lnTo>
                    <a:pt x="269" y="2736"/>
                  </a:lnTo>
                  <a:lnTo>
                    <a:pt x="366" y="2883"/>
                  </a:lnTo>
                  <a:lnTo>
                    <a:pt x="464" y="3029"/>
                  </a:lnTo>
                  <a:lnTo>
                    <a:pt x="586" y="3176"/>
                  </a:lnTo>
                  <a:lnTo>
                    <a:pt x="708" y="3298"/>
                  </a:lnTo>
                  <a:lnTo>
                    <a:pt x="855" y="3396"/>
                  </a:lnTo>
                  <a:lnTo>
                    <a:pt x="977" y="3493"/>
                  </a:lnTo>
                  <a:lnTo>
                    <a:pt x="1124" y="3567"/>
                  </a:lnTo>
                  <a:lnTo>
                    <a:pt x="1295" y="3616"/>
                  </a:lnTo>
                  <a:lnTo>
                    <a:pt x="1441" y="3640"/>
                  </a:lnTo>
                  <a:lnTo>
                    <a:pt x="1612" y="3664"/>
                  </a:lnTo>
                  <a:lnTo>
                    <a:pt x="1783" y="3640"/>
                  </a:lnTo>
                  <a:lnTo>
                    <a:pt x="1930" y="3616"/>
                  </a:lnTo>
                  <a:lnTo>
                    <a:pt x="2100" y="3567"/>
                  </a:lnTo>
                  <a:lnTo>
                    <a:pt x="2247" y="3493"/>
                  </a:lnTo>
                  <a:lnTo>
                    <a:pt x="2369" y="3396"/>
                  </a:lnTo>
                  <a:lnTo>
                    <a:pt x="2516" y="3298"/>
                  </a:lnTo>
                  <a:lnTo>
                    <a:pt x="2638" y="3176"/>
                  </a:lnTo>
                  <a:lnTo>
                    <a:pt x="2760" y="3029"/>
                  </a:lnTo>
                  <a:lnTo>
                    <a:pt x="2858" y="2883"/>
                  </a:lnTo>
                  <a:lnTo>
                    <a:pt x="2955" y="2736"/>
                  </a:lnTo>
                  <a:lnTo>
                    <a:pt x="3029" y="2565"/>
                  </a:lnTo>
                  <a:lnTo>
                    <a:pt x="3102" y="2394"/>
                  </a:lnTo>
                  <a:lnTo>
                    <a:pt x="3151" y="2223"/>
                  </a:lnTo>
                  <a:lnTo>
                    <a:pt x="3200" y="2028"/>
                  </a:lnTo>
                  <a:lnTo>
                    <a:pt x="3224" y="1833"/>
                  </a:lnTo>
                  <a:lnTo>
                    <a:pt x="3224" y="1662"/>
                  </a:lnTo>
                  <a:lnTo>
                    <a:pt x="3224" y="1466"/>
                  </a:lnTo>
                  <a:lnTo>
                    <a:pt x="3200" y="1295"/>
                  </a:lnTo>
                  <a:lnTo>
                    <a:pt x="3151" y="1124"/>
                  </a:lnTo>
                  <a:lnTo>
                    <a:pt x="3102" y="978"/>
                  </a:lnTo>
                  <a:lnTo>
                    <a:pt x="3029" y="831"/>
                  </a:lnTo>
                  <a:lnTo>
                    <a:pt x="2955" y="685"/>
                  </a:lnTo>
                  <a:lnTo>
                    <a:pt x="2858" y="563"/>
                  </a:lnTo>
                  <a:lnTo>
                    <a:pt x="2760" y="441"/>
                  </a:lnTo>
                  <a:lnTo>
                    <a:pt x="2638" y="343"/>
                  </a:lnTo>
                  <a:lnTo>
                    <a:pt x="2516" y="245"/>
                  </a:lnTo>
                  <a:lnTo>
                    <a:pt x="2369" y="172"/>
                  </a:lnTo>
                  <a:lnTo>
                    <a:pt x="2247" y="123"/>
                  </a:lnTo>
                  <a:lnTo>
                    <a:pt x="2100" y="74"/>
                  </a:lnTo>
                  <a:lnTo>
                    <a:pt x="1930" y="25"/>
                  </a:lnTo>
                  <a:lnTo>
                    <a:pt x="178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3" name="Google Shape;825;p47">
              <a:extLst>
                <a:ext uri="{FF2B5EF4-FFF2-40B4-BE49-F238E27FC236}">
                  <a16:creationId xmlns:a16="http://schemas.microsoft.com/office/drawing/2014/main" xmlns="" id="{1DAE05F8-4050-AD1B-CC48-466205246293}"/>
                </a:ext>
              </a:extLst>
            </p:cNvPr>
            <p:cNvSpPr/>
            <p:nvPr/>
          </p:nvSpPr>
          <p:spPr>
            <a:xfrm>
              <a:off x="4076175" y="2370250"/>
              <a:ext cx="173450" cy="401175"/>
            </a:xfrm>
            <a:custGeom>
              <a:avLst/>
              <a:gdLst/>
              <a:ahLst/>
              <a:cxnLst/>
              <a:rect l="l" t="t" r="r" b="b"/>
              <a:pathLst>
                <a:path w="6938" h="16047" extrusionOk="0">
                  <a:moveTo>
                    <a:pt x="2736" y="0"/>
                  </a:moveTo>
                  <a:lnTo>
                    <a:pt x="2541" y="49"/>
                  </a:lnTo>
                  <a:lnTo>
                    <a:pt x="2346" y="123"/>
                  </a:lnTo>
                  <a:lnTo>
                    <a:pt x="2175" y="196"/>
                  </a:lnTo>
                  <a:lnTo>
                    <a:pt x="2028" y="293"/>
                  </a:lnTo>
                  <a:lnTo>
                    <a:pt x="1711" y="489"/>
                  </a:lnTo>
                  <a:lnTo>
                    <a:pt x="1442" y="758"/>
                  </a:lnTo>
                  <a:lnTo>
                    <a:pt x="1173" y="1075"/>
                  </a:lnTo>
                  <a:lnTo>
                    <a:pt x="953" y="1417"/>
                  </a:lnTo>
                  <a:lnTo>
                    <a:pt x="758" y="1808"/>
                  </a:lnTo>
                  <a:lnTo>
                    <a:pt x="587" y="2223"/>
                  </a:lnTo>
                  <a:lnTo>
                    <a:pt x="441" y="2711"/>
                  </a:lnTo>
                  <a:lnTo>
                    <a:pt x="318" y="3200"/>
                  </a:lnTo>
                  <a:lnTo>
                    <a:pt x="221" y="3737"/>
                  </a:lnTo>
                  <a:lnTo>
                    <a:pt x="147" y="4323"/>
                  </a:lnTo>
                  <a:lnTo>
                    <a:pt x="74" y="4909"/>
                  </a:lnTo>
                  <a:lnTo>
                    <a:pt x="25" y="5544"/>
                  </a:lnTo>
                  <a:lnTo>
                    <a:pt x="1" y="6204"/>
                  </a:lnTo>
                  <a:lnTo>
                    <a:pt x="1" y="6888"/>
                  </a:lnTo>
                  <a:lnTo>
                    <a:pt x="25" y="7034"/>
                  </a:lnTo>
                  <a:lnTo>
                    <a:pt x="50" y="7181"/>
                  </a:lnTo>
                  <a:lnTo>
                    <a:pt x="99" y="7327"/>
                  </a:lnTo>
                  <a:lnTo>
                    <a:pt x="172" y="7425"/>
                  </a:lnTo>
                  <a:lnTo>
                    <a:pt x="245" y="7523"/>
                  </a:lnTo>
                  <a:lnTo>
                    <a:pt x="318" y="7596"/>
                  </a:lnTo>
                  <a:lnTo>
                    <a:pt x="416" y="7645"/>
                  </a:lnTo>
                  <a:lnTo>
                    <a:pt x="636" y="7645"/>
                  </a:lnTo>
                  <a:lnTo>
                    <a:pt x="734" y="7596"/>
                  </a:lnTo>
                  <a:lnTo>
                    <a:pt x="807" y="7523"/>
                  </a:lnTo>
                  <a:lnTo>
                    <a:pt x="880" y="7425"/>
                  </a:lnTo>
                  <a:lnTo>
                    <a:pt x="929" y="7327"/>
                  </a:lnTo>
                  <a:lnTo>
                    <a:pt x="953" y="7181"/>
                  </a:lnTo>
                  <a:lnTo>
                    <a:pt x="978" y="6888"/>
                  </a:lnTo>
                  <a:lnTo>
                    <a:pt x="1002" y="6521"/>
                  </a:lnTo>
                  <a:lnTo>
                    <a:pt x="1027" y="6106"/>
                  </a:lnTo>
                  <a:lnTo>
                    <a:pt x="1149" y="5105"/>
                  </a:lnTo>
                  <a:lnTo>
                    <a:pt x="1295" y="4103"/>
                  </a:lnTo>
                  <a:lnTo>
                    <a:pt x="1369" y="3664"/>
                  </a:lnTo>
                  <a:lnTo>
                    <a:pt x="1466" y="3298"/>
                  </a:lnTo>
                  <a:lnTo>
                    <a:pt x="1417" y="3102"/>
                  </a:lnTo>
                  <a:lnTo>
                    <a:pt x="1393" y="2907"/>
                  </a:lnTo>
                  <a:lnTo>
                    <a:pt x="1393" y="2711"/>
                  </a:lnTo>
                  <a:lnTo>
                    <a:pt x="1417" y="2540"/>
                  </a:lnTo>
                  <a:lnTo>
                    <a:pt x="1442" y="2394"/>
                  </a:lnTo>
                  <a:lnTo>
                    <a:pt x="1515" y="2247"/>
                  </a:lnTo>
                  <a:lnTo>
                    <a:pt x="1588" y="2125"/>
                  </a:lnTo>
                  <a:lnTo>
                    <a:pt x="1662" y="2052"/>
                  </a:lnTo>
                  <a:lnTo>
                    <a:pt x="1588" y="2150"/>
                  </a:lnTo>
                  <a:lnTo>
                    <a:pt x="1540" y="2296"/>
                  </a:lnTo>
                  <a:lnTo>
                    <a:pt x="1491" y="2492"/>
                  </a:lnTo>
                  <a:lnTo>
                    <a:pt x="1491" y="2687"/>
                  </a:lnTo>
                  <a:lnTo>
                    <a:pt x="1515" y="2882"/>
                  </a:lnTo>
                  <a:lnTo>
                    <a:pt x="1564" y="3078"/>
                  </a:lnTo>
                  <a:lnTo>
                    <a:pt x="1613" y="3175"/>
                  </a:lnTo>
                  <a:lnTo>
                    <a:pt x="1686" y="3273"/>
                  </a:lnTo>
                  <a:lnTo>
                    <a:pt x="1759" y="3346"/>
                  </a:lnTo>
                  <a:lnTo>
                    <a:pt x="1857" y="3420"/>
                  </a:lnTo>
                  <a:lnTo>
                    <a:pt x="1906" y="3786"/>
                  </a:lnTo>
                  <a:lnTo>
                    <a:pt x="1930" y="3981"/>
                  </a:lnTo>
                  <a:lnTo>
                    <a:pt x="1955" y="4201"/>
                  </a:lnTo>
                  <a:lnTo>
                    <a:pt x="1930" y="4445"/>
                  </a:lnTo>
                  <a:lnTo>
                    <a:pt x="1906" y="4738"/>
                  </a:lnTo>
                  <a:lnTo>
                    <a:pt x="1833" y="5032"/>
                  </a:lnTo>
                  <a:lnTo>
                    <a:pt x="1711" y="5398"/>
                  </a:lnTo>
                  <a:lnTo>
                    <a:pt x="1515" y="5911"/>
                  </a:lnTo>
                  <a:lnTo>
                    <a:pt x="1369" y="6399"/>
                  </a:lnTo>
                  <a:lnTo>
                    <a:pt x="1271" y="6839"/>
                  </a:lnTo>
                  <a:lnTo>
                    <a:pt x="1222" y="7230"/>
                  </a:lnTo>
                  <a:lnTo>
                    <a:pt x="1173" y="7620"/>
                  </a:lnTo>
                  <a:lnTo>
                    <a:pt x="1173" y="8011"/>
                  </a:lnTo>
                  <a:lnTo>
                    <a:pt x="1198" y="8817"/>
                  </a:lnTo>
                  <a:lnTo>
                    <a:pt x="1247" y="9989"/>
                  </a:lnTo>
                  <a:lnTo>
                    <a:pt x="1295" y="11162"/>
                  </a:lnTo>
                  <a:lnTo>
                    <a:pt x="1320" y="13238"/>
                  </a:lnTo>
                  <a:lnTo>
                    <a:pt x="1344" y="14728"/>
                  </a:lnTo>
                  <a:lnTo>
                    <a:pt x="1344" y="15314"/>
                  </a:lnTo>
                  <a:lnTo>
                    <a:pt x="1369" y="15533"/>
                  </a:lnTo>
                  <a:lnTo>
                    <a:pt x="1417" y="15704"/>
                  </a:lnTo>
                  <a:lnTo>
                    <a:pt x="1491" y="15827"/>
                  </a:lnTo>
                  <a:lnTo>
                    <a:pt x="1588" y="15924"/>
                  </a:lnTo>
                  <a:lnTo>
                    <a:pt x="1662" y="15998"/>
                  </a:lnTo>
                  <a:lnTo>
                    <a:pt x="1735" y="16022"/>
                  </a:lnTo>
                  <a:lnTo>
                    <a:pt x="1833" y="16046"/>
                  </a:lnTo>
                  <a:lnTo>
                    <a:pt x="1955" y="16046"/>
                  </a:lnTo>
                  <a:lnTo>
                    <a:pt x="2077" y="15998"/>
                  </a:lnTo>
                  <a:lnTo>
                    <a:pt x="2175" y="15949"/>
                  </a:lnTo>
                  <a:lnTo>
                    <a:pt x="2248" y="15875"/>
                  </a:lnTo>
                  <a:lnTo>
                    <a:pt x="2321" y="15802"/>
                  </a:lnTo>
                  <a:lnTo>
                    <a:pt x="2394" y="15680"/>
                  </a:lnTo>
                  <a:lnTo>
                    <a:pt x="2419" y="15533"/>
                  </a:lnTo>
                  <a:lnTo>
                    <a:pt x="2468" y="15387"/>
                  </a:lnTo>
                  <a:lnTo>
                    <a:pt x="3152" y="8548"/>
                  </a:lnTo>
                  <a:lnTo>
                    <a:pt x="3152" y="8451"/>
                  </a:lnTo>
                  <a:lnTo>
                    <a:pt x="3200" y="8280"/>
                  </a:lnTo>
                  <a:lnTo>
                    <a:pt x="3249" y="8182"/>
                  </a:lnTo>
                  <a:lnTo>
                    <a:pt x="3298" y="8084"/>
                  </a:lnTo>
                  <a:lnTo>
                    <a:pt x="3371" y="8011"/>
                  </a:lnTo>
                  <a:lnTo>
                    <a:pt x="3469" y="7987"/>
                  </a:lnTo>
                  <a:lnTo>
                    <a:pt x="3567" y="8011"/>
                  </a:lnTo>
                  <a:lnTo>
                    <a:pt x="3640" y="8084"/>
                  </a:lnTo>
                  <a:lnTo>
                    <a:pt x="3689" y="8182"/>
                  </a:lnTo>
                  <a:lnTo>
                    <a:pt x="3738" y="8280"/>
                  </a:lnTo>
                  <a:lnTo>
                    <a:pt x="3787" y="8451"/>
                  </a:lnTo>
                  <a:lnTo>
                    <a:pt x="3787" y="8548"/>
                  </a:lnTo>
                  <a:lnTo>
                    <a:pt x="4470" y="15387"/>
                  </a:lnTo>
                  <a:lnTo>
                    <a:pt x="4519" y="15533"/>
                  </a:lnTo>
                  <a:lnTo>
                    <a:pt x="4544" y="15680"/>
                  </a:lnTo>
                  <a:lnTo>
                    <a:pt x="4617" y="15802"/>
                  </a:lnTo>
                  <a:lnTo>
                    <a:pt x="4690" y="15875"/>
                  </a:lnTo>
                  <a:lnTo>
                    <a:pt x="4763" y="15949"/>
                  </a:lnTo>
                  <a:lnTo>
                    <a:pt x="4861" y="15998"/>
                  </a:lnTo>
                  <a:lnTo>
                    <a:pt x="4983" y="16046"/>
                  </a:lnTo>
                  <a:lnTo>
                    <a:pt x="5105" y="16046"/>
                  </a:lnTo>
                  <a:lnTo>
                    <a:pt x="5203" y="16022"/>
                  </a:lnTo>
                  <a:lnTo>
                    <a:pt x="5276" y="15998"/>
                  </a:lnTo>
                  <a:lnTo>
                    <a:pt x="5350" y="15924"/>
                  </a:lnTo>
                  <a:lnTo>
                    <a:pt x="5447" y="15827"/>
                  </a:lnTo>
                  <a:lnTo>
                    <a:pt x="5521" y="15704"/>
                  </a:lnTo>
                  <a:lnTo>
                    <a:pt x="5569" y="15533"/>
                  </a:lnTo>
                  <a:lnTo>
                    <a:pt x="5594" y="15314"/>
                  </a:lnTo>
                  <a:lnTo>
                    <a:pt x="5594" y="14728"/>
                  </a:lnTo>
                  <a:lnTo>
                    <a:pt x="5618" y="13238"/>
                  </a:lnTo>
                  <a:lnTo>
                    <a:pt x="5643" y="11162"/>
                  </a:lnTo>
                  <a:lnTo>
                    <a:pt x="5692" y="9989"/>
                  </a:lnTo>
                  <a:lnTo>
                    <a:pt x="5740" y="8817"/>
                  </a:lnTo>
                  <a:lnTo>
                    <a:pt x="5765" y="8011"/>
                  </a:lnTo>
                  <a:lnTo>
                    <a:pt x="5765" y="7620"/>
                  </a:lnTo>
                  <a:lnTo>
                    <a:pt x="5716" y="7230"/>
                  </a:lnTo>
                  <a:lnTo>
                    <a:pt x="5667" y="6839"/>
                  </a:lnTo>
                  <a:lnTo>
                    <a:pt x="5569" y="6399"/>
                  </a:lnTo>
                  <a:lnTo>
                    <a:pt x="5423" y="5911"/>
                  </a:lnTo>
                  <a:lnTo>
                    <a:pt x="5227" y="5398"/>
                  </a:lnTo>
                  <a:lnTo>
                    <a:pt x="5105" y="5032"/>
                  </a:lnTo>
                  <a:lnTo>
                    <a:pt x="5032" y="4738"/>
                  </a:lnTo>
                  <a:lnTo>
                    <a:pt x="5008" y="4445"/>
                  </a:lnTo>
                  <a:lnTo>
                    <a:pt x="4983" y="4201"/>
                  </a:lnTo>
                  <a:lnTo>
                    <a:pt x="5008" y="3981"/>
                  </a:lnTo>
                  <a:lnTo>
                    <a:pt x="5032" y="3786"/>
                  </a:lnTo>
                  <a:lnTo>
                    <a:pt x="5081" y="3420"/>
                  </a:lnTo>
                  <a:lnTo>
                    <a:pt x="5179" y="3346"/>
                  </a:lnTo>
                  <a:lnTo>
                    <a:pt x="5252" y="3273"/>
                  </a:lnTo>
                  <a:lnTo>
                    <a:pt x="5325" y="3175"/>
                  </a:lnTo>
                  <a:lnTo>
                    <a:pt x="5374" y="3078"/>
                  </a:lnTo>
                  <a:lnTo>
                    <a:pt x="5423" y="2882"/>
                  </a:lnTo>
                  <a:lnTo>
                    <a:pt x="5447" y="2687"/>
                  </a:lnTo>
                  <a:lnTo>
                    <a:pt x="5447" y="2492"/>
                  </a:lnTo>
                  <a:lnTo>
                    <a:pt x="5398" y="2296"/>
                  </a:lnTo>
                  <a:lnTo>
                    <a:pt x="5350" y="2150"/>
                  </a:lnTo>
                  <a:lnTo>
                    <a:pt x="5276" y="2052"/>
                  </a:lnTo>
                  <a:lnTo>
                    <a:pt x="5350" y="2125"/>
                  </a:lnTo>
                  <a:lnTo>
                    <a:pt x="5423" y="2247"/>
                  </a:lnTo>
                  <a:lnTo>
                    <a:pt x="5496" y="2394"/>
                  </a:lnTo>
                  <a:lnTo>
                    <a:pt x="5521" y="2540"/>
                  </a:lnTo>
                  <a:lnTo>
                    <a:pt x="5545" y="2711"/>
                  </a:lnTo>
                  <a:lnTo>
                    <a:pt x="5545" y="2907"/>
                  </a:lnTo>
                  <a:lnTo>
                    <a:pt x="5521" y="3102"/>
                  </a:lnTo>
                  <a:lnTo>
                    <a:pt x="5472" y="3298"/>
                  </a:lnTo>
                  <a:lnTo>
                    <a:pt x="5569" y="3664"/>
                  </a:lnTo>
                  <a:lnTo>
                    <a:pt x="5643" y="4103"/>
                  </a:lnTo>
                  <a:lnTo>
                    <a:pt x="5789" y="5105"/>
                  </a:lnTo>
                  <a:lnTo>
                    <a:pt x="5911" y="6106"/>
                  </a:lnTo>
                  <a:lnTo>
                    <a:pt x="5936" y="6521"/>
                  </a:lnTo>
                  <a:lnTo>
                    <a:pt x="5960" y="6888"/>
                  </a:lnTo>
                  <a:lnTo>
                    <a:pt x="5985" y="7181"/>
                  </a:lnTo>
                  <a:lnTo>
                    <a:pt x="6009" y="7327"/>
                  </a:lnTo>
                  <a:lnTo>
                    <a:pt x="6058" y="7425"/>
                  </a:lnTo>
                  <a:lnTo>
                    <a:pt x="6131" y="7523"/>
                  </a:lnTo>
                  <a:lnTo>
                    <a:pt x="6204" y="7596"/>
                  </a:lnTo>
                  <a:lnTo>
                    <a:pt x="6302" y="7645"/>
                  </a:lnTo>
                  <a:lnTo>
                    <a:pt x="6522" y="7645"/>
                  </a:lnTo>
                  <a:lnTo>
                    <a:pt x="6620" y="7596"/>
                  </a:lnTo>
                  <a:lnTo>
                    <a:pt x="6693" y="7523"/>
                  </a:lnTo>
                  <a:lnTo>
                    <a:pt x="6766" y="7425"/>
                  </a:lnTo>
                  <a:lnTo>
                    <a:pt x="6839" y="7327"/>
                  </a:lnTo>
                  <a:lnTo>
                    <a:pt x="6888" y="7181"/>
                  </a:lnTo>
                  <a:lnTo>
                    <a:pt x="6913" y="7034"/>
                  </a:lnTo>
                  <a:lnTo>
                    <a:pt x="6937" y="6888"/>
                  </a:lnTo>
                  <a:lnTo>
                    <a:pt x="6937" y="6204"/>
                  </a:lnTo>
                  <a:lnTo>
                    <a:pt x="6913" y="5544"/>
                  </a:lnTo>
                  <a:lnTo>
                    <a:pt x="6864" y="4909"/>
                  </a:lnTo>
                  <a:lnTo>
                    <a:pt x="6791" y="4323"/>
                  </a:lnTo>
                  <a:lnTo>
                    <a:pt x="6717" y="3737"/>
                  </a:lnTo>
                  <a:lnTo>
                    <a:pt x="6620" y="3200"/>
                  </a:lnTo>
                  <a:lnTo>
                    <a:pt x="6497" y="2711"/>
                  </a:lnTo>
                  <a:lnTo>
                    <a:pt x="6351" y="2223"/>
                  </a:lnTo>
                  <a:lnTo>
                    <a:pt x="6180" y="1808"/>
                  </a:lnTo>
                  <a:lnTo>
                    <a:pt x="5985" y="1417"/>
                  </a:lnTo>
                  <a:lnTo>
                    <a:pt x="5765" y="1075"/>
                  </a:lnTo>
                  <a:lnTo>
                    <a:pt x="5496" y="758"/>
                  </a:lnTo>
                  <a:lnTo>
                    <a:pt x="5227" y="489"/>
                  </a:lnTo>
                  <a:lnTo>
                    <a:pt x="4910" y="293"/>
                  </a:lnTo>
                  <a:lnTo>
                    <a:pt x="4763" y="196"/>
                  </a:lnTo>
                  <a:lnTo>
                    <a:pt x="4592" y="123"/>
                  </a:lnTo>
                  <a:lnTo>
                    <a:pt x="4397" y="49"/>
                  </a:lnTo>
                  <a:lnTo>
                    <a:pt x="4202" y="0"/>
                  </a:lnTo>
                  <a:lnTo>
                    <a:pt x="4031" y="98"/>
                  </a:lnTo>
                  <a:lnTo>
                    <a:pt x="3860" y="147"/>
                  </a:lnTo>
                  <a:lnTo>
                    <a:pt x="3664" y="196"/>
                  </a:lnTo>
                  <a:lnTo>
                    <a:pt x="3469" y="220"/>
                  </a:lnTo>
                  <a:lnTo>
                    <a:pt x="3274" y="196"/>
                  </a:lnTo>
                  <a:lnTo>
                    <a:pt x="3078" y="147"/>
                  </a:lnTo>
                  <a:lnTo>
                    <a:pt x="2907" y="98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134" name="Google Shape;826;p47">
            <a:extLst>
              <a:ext uri="{FF2B5EF4-FFF2-40B4-BE49-F238E27FC236}">
                <a16:creationId xmlns:a16="http://schemas.microsoft.com/office/drawing/2014/main" xmlns="" id="{0D39346B-E018-ACDF-7C82-10E379C4B279}"/>
              </a:ext>
            </a:extLst>
          </p:cNvPr>
          <p:cNvSpPr/>
          <p:nvPr/>
        </p:nvSpPr>
        <p:spPr>
          <a:xfrm>
            <a:off x="5923580" y="3360720"/>
            <a:ext cx="189157" cy="199424"/>
          </a:xfrm>
          <a:custGeom>
            <a:avLst/>
            <a:gdLst/>
            <a:ahLst/>
            <a:cxnLst/>
            <a:rect l="l" t="t" r="r" b="b"/>
            <a:pathLst>
              <a:path w="15290" h="16120" extrusionOk="0">
                <a:moveTo>
                  <a:pt x="7645" y="1"/>
                </a:moveTo>
                <a:lnTo>
                  <a:pt x="7303" y="25"/>
                </a:lnTo>
                <a:lnTo>
                  <a:pt x="7010" y="98"/>
                </a:lnTo>
                <a:lnTo>
                  <a:pt x="6766" y="172"/>
                </a:lnTo>
                <a:lnTo>
                  <a:pt x="6546" y="294"/>
                </a:lnTo>
                <a:lnTo>
                  <a:pt x="6351" y="391"/>
                </a:lnTo>
                <a:lnTo>
                  <a:pt x="6204" y="538"/>
                </a:lnTo>
                <a:lnTo>
                  <a:pt x="6058" y="660"/>
                </a:lnTo>
                <a:lnTo>
                  <a:pt x="5960" y="782"/>
                </a:lnTo>
                <a:lnTo>
                  <a:pt x="5569" y="856"/>
                </a:lnTo>
                <a:lnTo>
                  <a:pt x="5203" y="978"/>
                </a:lnTo>
                <a:lnTo>
                  <a:pt x="4885" y="1149"/>
                </a:lnTo>
                <a:lnTo>
                  <a:pt x="4617" y="1320"/>
                </a:lnTo>
                <a:lnTo>
                  <a:pt x="4372" y="1539"/>
                </a:lnTo>
                <a:lnTo>
                  <a:pt x="4177" y="1759"/>
                </a:lnTo>
                <a:lnTo>
                  <a:pt x="4030" y="2028"/>
                </a:lnTo>
                <a:lnTo>
                  <a:pt x="3908" y="2296"/>
                </a:lnTo>
                <a:lnTo>
                  <a:pt x="3811" y="2565"/>
                </a:lnTo>
                <a:lnTo>
                  <a:pt x="3737" y="2834"/>
                </a:lnTo>
                <a:lnTo>
                  <a:pt x="3689" y="3127"/>
                </a:lnTo>
                <a:lnTo>
                  <a:pt x="3640" y="3420"/>
                </a:lnTo>
                <a:lnTo>
                  <a:pt x="3640" y="3713"/>
                </a:lnTo>
                <a:lnTo>
                  <a:pt x="3640" y="3982"/>
                </a:lnTo>
                <a:lnTo>
                  <a:pt x="3689" y="4495"/>
                </a:lnTo>
                <a:lnTo>
                  <a:pt x="3689" y="4519"/>
                </a:lnTo>
                <a:lnTo>
                  <a:pt x="3566" y="4568"/>
                </a:lnTo>
                <a:lnTo>
                  <a:pt x="3469" y="4666"/>
                </a:lnTo>
                <a:lnTo>
                  <a:pt x="3395" y="4812"/>
                </a:lnTo>
                <a:lnTo>
                  <a:pt x="3322" y="4983"/>
                </a:lnTo>
                <a:lnTo>
                  <a:pt x="3273" y="5178"/>
                </a:lnTo>
                <a:lnTo>
                  <a:pt x="3249" y="5398"/>
                </a:lnTo>
                <a:lnTo>
                  <a:pt x="3224" y="5642"/>
                </a:lnTo>
                <a:lnTo>
                  <a:pt x="3249" y="5887"/>
                </a:lnTo>
                <a:lnTo>
                  <a:pt x="3298" y="6155"/>
                </a:lnTo>
                <a:lnTo>
                  <a:pt x="3347" y="6400"/>
                </a:lnTo>
                <a:lnTo>
                  <a:pt x="3444" y="6619"/>
                </a:lnTo>
                <a:lnTo>
                  <a:pt x="3542" y="6790"/>
                </a:lnTo>
                <a:lnTo>
                  <a:pt x="3640" y="6961"/>
                </a:lnTo>
                <a:lnTo>
                  <a:pt x="3762" y="7059"/>
                </a:lnTo>
                <a:lnTo>
                  <a:pt x="3884" y="7132"/>
                </a:lnTo>
                <a:lnTo>
                  <a:pt x="4030" y="7132"/>
                </a:lnTo>
                <a:lnTo>
                  <a:pt x="4104" y="7108"/>
                </a:lnTo>
                <a:lnTo>
                  <a:pt x="4275" y="7523"/>
                </a:lnTo>
                <a:lnTo>
                  <a:pt x="4494" y="7889"/>
                </a:lnTo>
                <a:lnTo>
                  <a:pt x="4714" y="8256"/>
                </a:lnTo>
                <a:lnTo>
                  <a:pt x="4983" y="8598"/>
                </a:lnTo>
                <a:lnTo>
                  <a:pt x="5252" y="8891"/>
                </a:lnTo>
                <a:lnTo>
                  <a:pt x="5545" y="9159"/>
                </a:lnTo>
                <a:lnTo>
                  <a:pt x="5862" y="9404"/>
                </a:lnTo>
                <a:lnTo>
                  <a:pt x="6180" y="9623"/>
                </a:lnTo>
                <a:lnTo>
                  <a:pt x="6180" y="10698"/>
                </a:lnTo>
                <a:lnTo>
                  <a:pt x="5667" y="10747"/>
                </a:lnTo>
                <a:lnTo>
                  <a:pt x="5081" y="10845"/>
                </a:lnTo>
                <a:lnTo>
                  <a:pt x="4519" y="10967"/>
                </a:lnTo>
                <a:lnTo>
                  <a:pt x="3957" y="11089"/>
                </a:lnTo>
                <a:lnTo>
                  <a:pt x="3420" y="11260"/>
                </a:lnTo>
                <a:lnTo>
                  <a:pt x="2931" y="11455"/>
                </a:lnTo>
                <a:lnTo>
                  <a:pt x="2467" y="11675"/>
                </a:lnTo>
                <a:lnTo>
                  <a:pt x="2028" y="11919"/>
                </a:lnTo>
                <a:lnTo>
                  <a:pt x="1637" y="12188"/>
                </a:lnTo>
                <a:lnTo>
                  <a:pt x="1271" y="12456"/>
                </a:lnTo>
                <a:lnTo>
                  <a:pt x="953" y="12774"/>
                </a:lnTo>
                <a:lnTo>
                  <a:pt x="684" y="13116"/>
                </a:lnTo>
                <a:lnTo>
                  <a:pt x="440" y="13458"/>
                </a:lnTo>
                <a:lnTo>
                  <a:pt x="269" y="13849"/>
                </a:lnTo>
                <a:lnTo>
                  <a:pt x="123" y="14239"/>
                </a:lnTo>
                <a:lnTo>
                  <a:pt x="49" y="14679"/>
                </a:lnTo>
                <a:lnTo>
                  <a:pt x="1" y="15119"/>
                </a:lnTo>
                <a:lnTo>
                  <a:pt x="49" y="15167"/>
                </a:lnTo>
                <a:lnTo>
                  <a:pt x="245" y="15265"/>
                </a:lnTo>
                <a:lnTo>
                  <a:pt x="416" y="15338"/>
                </a:lnTo>
                <a:lnTo>
                  <a:pt x="636" y="15436"/>
                </a:lnTo>
                <a:lnTo>
                  <a:pt x="904" y="15534"/>
                </a:lnTo>
                <a:lnTo>
                  <a:pt x="1271" y="15607"/>
                </a:lnTo>
                <a:lnTo>
                  <a:pt x="1710" y="15705"/>
                </a:lnTo>
                <a:lnTo>
                  <a:pt x="2223" y="15802"/>
                </a:lnTo>
                <a:lnTo>
                  <a:pt x="2834" y="15876"/>
                </a:lnTo>
                <a:lnTo>
                  <a:pt x="3566" y="15973"/>
                </a:lnTo>
                <a:lnTo>
                  <a:pt x="4397" y="16022"/>
                </a:lnTo>
                <a:lnTo>
                  <a:pt x="5325" y="16071"/>
                </a:lnTo>
                <a:lnTo>
                  <a:pt x="6399" y="16096"/>
                </a:lnTo>
                <a:lnTo>
                  <a:pt x="7621" y="16120"/>
                </a:lnTo>
                <a:lnTo>
                  <a:pt x="8817" y="16096"/>
                </a:lnTo>
                <a:lnTo>
                  <a:pt x="9892" y="16071"/>
                </a:lnTo>
                <a:lnTo>
                  <a:pt x="10844" y="16022"/>
                </a:lnTo>
                <a:lnTo>
                  <a:pt x="11675" y="15973"/>
                </a:lnTo>
                <a:lnTo>
                  <a:pt x="12408" y="15876"/>
                </a:lnTo>
                <a:lnTo>
                  <a:pt x="13018" y="15802"/>
                </a:lnTo>
                <a:lnTo>
                  <a:pt x="13555" y="15705"/>
                </a:lnTo>
                <a:lnTo>
                  <a:pt x="13995" y="15607"/>
                </a:lnTo>
                <a:lnTo>
                  <a:pt x="14361" y="15534"/>
                </a:lnTo>
                <a:lnTo>
                  <a:pt x="14654" y="15436"/>
                </a:lnTo>
                <a:lnTo>
                  <a:pt x="14874" y="15338"/>
                </a:lnTo>
                <a:lnTo>
                  <a:pt x="15045" y="15265"/>
                </a:lnTo>
                <a:lnTo>
                  <a:pt x="15216" y="15167"/>
                </a:lnTo>
                <a:lnTo>
                  <a:pt x="15289" y="15119"/>
                </a:lnTo>
                <a:lnTo>
                  <a:pt x="15241" y="14655"/>
                </a:lnTo>
                <a:lnTo>
                  <a:pt x="15167" y="14215"/>
                </a:lnTo>
                <a:lnTo>
                  <a:pt x="15045" y="13800"/>
                </a:lnTo>
                <a:lnTo>
                  <a:pt x="14874" y="13409"/>
                </a:lnTo>
                <a:lnTo>
                  <a:pt x="14630" y="13043"/>
                </a:lnTo>
                <a:lnTo>
                  <a:pt x="14361" y="12701"/>
                </a:lnTo>
                <a:lnTo>
                  <a:pt x="14044" y="12408"/>
                </a:lnTo>
                <a:lnTo>
                  <a:pt x="13678" y="12115"/>
                </a:lnTo>
                <a:lnTo>
                  <a:pt x="13287" y="11846"/>
                </a:lnTo>
                <a:lnTo>
                  <a:pt x="12847" y="11626"/>
                </a:lnTo>
                <a:lnTo>
                  <a:pt x="12359" y="11406"/>
                </a:lnTo>
                <a:lnTo>
                  <a:pt x="11846" y="11235"/>
                </a:lnTo>
                <a:lnTo>
                  <a:pt x="11284" y="11064"/>
                </a:lnTo>
                <a:lnTo>
                  <a:pt x="10698" y="10942"/>
                </a:lnTo>
                <a:lnTo>
                  <a:pt x="10063" y="10820"/>
                </a:lnTo>
                <a:lnTo>
                  <a:pt x="9428" y="10747"/>
                </a:lnTo>
                <a:lnTo>
                  <a:pt x="9110" y="10722"/>
                </a:lnTo>
                <a:lnTo>
                  <a:pt x="9110" y="9623"/>
                </a:lnTo>
                <a:lnTo>
                  <a:pt x="9428" y="9404"/>
                </a:lnTo>
                <a:lnTo>
                  <a:pt x="9745" y="9159"/>
                </a:lnTo>
                <a:lnTo>
                  <a:pt x="10039" y="8891"/>
                </a:lnTo>
                <a:lnTo>
                  <a:pt x="10332" y="8598"/>
                </a:lnTo>
                <a:lnTo>
                  <a:pt x="10576" y="8256"/>
                </a:lnTo>
                <a:lnTo>
                  <a:pt x="10796" y="7889"/>
                </a:lnTo>
                <a:lnTo>
                  <a:pt x="11015" y="7523"/>
                </a:lnTo>
                <a:lnTo>
                  <a:pt x="11186" y="7108"/>
                </a:lnTo>
                <a:lnTo>
                  <a:pt x="11260" y="7132"/>
                </a:lnTo>
                <a:lnTo>
                  <a:pt x="11406" y="7132"/>
                </a:lnTo>
                <a:lnTo>
                  <a:pt x="11528" y="7059"/>
                </a:lnTo>
                <a:lnTo>
                  <a:pt x="11650" y="6961"/>
                </a:lnTo>
                <a:lnTo>
                  <a:pt x="11748" y="6790"/>
                </a:lnTo>
                <a:lnTo>
                  <a:pt x="11846" y="6619"/>
                </a:lnTo>
                <a:lnTo>
                  <a:pt x="11944" y="6400"/>
                </a:lnTo>
                <a:lnTo>
                  <a:pt x="11992" y="6155"/>
                </a:lnTo>
                <a:lnTo>
                  <a:pt x="12041" y="5887"/>
                </a:lnTo>
                <a:lnTo>
                  <a:pt x="12066" y="5642"/>
                </a:lnTo>
                <a:lnTo>
                  <a:pt x="12041" y="5398"/>
                </a:lnTo>
                <a:lnTo>
                  <a:pt x="12017" y="5203"/>
                </a:lnTo>
                <a:lnTo>
                  <a:pt x="11968" y="5007"/>
                </a:lnTo>
                <a:lnTo>
                  <a:pt x="11919" y="4836"/>
                </a:lnTo>
                <a:lnTo>
                  <a:pt x="11846" y="4690"/>
                </a:lnTo>
                <a:lnTo>
                  <a:pt x="11748" y="4592"/>
                </a:lnTo>
                <a:lnTo>
                  <a:pt x="11626" y="4519"/>
                </a:lnTo>
                <a:lnTo>
                  <a:pt x="11699" y="4153"/>
                </a:lnTo>
                <a:lnTo>
                  <a:pt x="11724" y="3811"/>
                </a:lnTo>
                <a:lnTo>
                  <a:pt x="11724" y="3493"/>
                </a:lnTo>
                <a:lnTo>
                  <a:pt x="11724" y="3200"/>
                </a:lnTo>
                <a:lnTo>
                  <a:pt x="11699" y="2907"/>
                </a:lnTo>
                <a:lnTo>
                  <a:pt x="11650" y="2638"/>
                </a:lnTo>
                <a:lnTo>
                  <a:pt x="11577" y="2394"/>
                </a:lnTo>
                <a:lnTo>
                  <a:pt x="11504" y="2150"/>
                </a:lnTo>
                <a:lnTo>
                  <a:pt x="11406" y="1930"/>
                </a:lnTo>
                <a:lnTo>
                  <a:pt x="11309" y="1710"/>
                </a:lnTo>
                <a:lnTo>
                  <a:pt x="11186" y="1515"/>
                </a:lnTo>
                <a:lnTo>
                  <a:pt x="11040" y="1344"/>
                </a:lnTo>
                <a:lnTo>
                  <a:pt x="10893" y="1173"/>
                </a:lnTo>
                <a:lnTo>
                  <a:pt x="10747" y="1026"/>
                </a:lnTo>
                <a:lnTo>
                  <a:pt x="10429" y="758"/>
                </a:lnTo>
                <a:lnTo>
                  <a:pt x="10063" y="562"/>
                </a:lnTo>
                <a:lnTo>
                  <a:pt x="9697" y="367"/>
                </a:lnTo>
                <a:lnTo>
                  <a:pt x="9330" y="245"/>
                </a:lnTo>
                <a:lnTo>
                  <a:pt x="8964" y="147"/>
                </a:lnTo>
                <a:lnTo>
                  <a:pt x="8598" y="74"/>
                </a:lnTo>
                <a:lnTo>
                  <a:pt x="8256" y="25"/>
                </a:lnTo>
                <a:lnTo>
                  <a:pt x="793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135" name="Google Shape;827;p47">
            <a:extLst>
              <a:ext uri="{FF2B5EF4-FFF2-40B4-BE49-F238E27FC236}">
                <a16:creationId xmlns:a16="http://schemas.microsoft.com/office/drawing/2014/main" xmlns="" id="{B66757B6-DC6C-F5B2-7776-C52AB6380D77}"/>
              </a:ext>
            </a:extLst>
          </p:cNvPr>
          <p:cNvGrpSpPr/>
          <p:nvPr/>
        </p:nvGrpSpPr>
        <p:grpSpPr>
          <a:xfrm>
            <a:off x="6247765" y="3364337"/>
            <a:ext cx="207887" cy="192175"/>
            <a:chOff x="5975075" y="2327500"/>
            <a:chExt cx="420100" cy="388350"/>
          </a:xfrm>
        </p:grpSpPr>
        <p:sp>
          <p:nvSpPr>
            <p:cNvPr id="136" name="Google Shape;828;p47">
              <a:extLst>
                <a:ext uri="{FF2B5EF4-FFF2-40B4-BE49-F238E27FC236}">
                  <a16:creationId xmlns:a16="http://schemas.microsoft.com/office/drawing/2014/main" xmlns="" id="{2537EDAF-D6C8-B9A4-FAF5-EB36F6F12654}"/>
                </a:ext>
              </a:extLst>
            </p:cNvPr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l" t="t" r="r" b="b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7" name="Google Shape;829;p47">
              <a:extLst>
                <a:ext uri="{FF2B5EF4-FFF2-40B4-BE49-F238E27FC236}">
                  <a16:creationId xmlns:a16="http://schemas.microsoft.com/office/drawing/2014/main" xmlns="" id="{FDEBB933-6305-E4C3-A3F0-7DFC98AF4EBE}"/>
                </a:ext>
              </a:extLst>
            </p:cNvPr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l" t="t" r="r" b="b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138" name="Google Shape;830;p47">
            <a:extLst>
              <a:ext uri="{FF2B5EF4-FFF2-40B4-BE49-F238E27FC236}">
                <a16:creationId xmlns:a16="http://schemas.microsoft.com/office/drawing/2014/main" xmlns="" id="{E1768780-9684-A319-FC27-25E27A92DECB}"/>
              </a:ext>
            </a:extLst>
          </p:cNvPr>
          <p:cNvGrpSpPr/>
          <p:nvPr/>
        </p:nvGrpSpPr>
        <p:grpSpPr>
          <a:xfrm>
            <a:off x="6621513" y="3358596"/>
            <a:ext cx="127523" cy="207887"/>
            <a:chOff x="6730350" y="2315900"/>
            <a:chExt cx="257700" cy="420100"/>
          </a:xfrm>
        </p:grpSpPr>
        <p:sp>
          <p:nvSpPr>
            <p:cNvPr id="139" name="Google Shape;831;p47">
              <a:extLst>
                <a:ext uri="{FF2B5EF4-FFF2-40B4-BE49-F238E27FC236}">
                  <a16:creationId xmlns:a16="http://schemas.microsoft.com/office/drawing/2014/main" xmlns="" id="{72796AD6-3B3C-468B-0CE6-FACF402BAF0B}"/>
                </a:ext>
              </a:extLst>
            </p:cNvPr>
            <p:cNvSpPr/>
            <p:nvPr/>
          </p:nvSpPr>
          <p:spPr>
            <a:xfrm>
              <a:off x="6807900" y="2671250"/>
              <a:ext cx="102600" cy="22625"/>
            </a:xfrm>
            <a:custGeom>
              <a:avLst/>
              <a:gdLst/>
              <a:ahLst/>
              <a:cxnLst/>
              <a:rect l="l" t="t" r="r" b="b"/>
              <a:pathLst>
                <a:path w="4104" h="905" extrusionOk="0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40" name="Google Shape;832;p47">
              <a:extLst>
                <a:ext uri="{FF2B5EF4-FFF2-40B4-BE49-F238E27FC236}">
                  <a16:creationId xmlns:a16="http://schemas.microsoft.com/office/drawing/2014/main" xmlns="" id="{164F5CB2-F97D-124A-F0C2-D8D1EBE080A0}"/>
                </a:ext>
              </a:extLst>
            </p:cNvPr>
            <p:cNvSpPr/>
            <p:nvPr/>
          </p:nvSpPr>
          <p:spPr>
            <a:xfrm>
              <a:off x="6807900" y="2636450"/>
              <a:ext cx="102600" cy="22625"/>
            </a:xfrm>
            <a:custGeom>
              <a:avLst/>
              <a:gdLst/>
              <a:ahLst/>
              <a:cxnLst/>
              <a:rect l="l" t="t" r="r" b="b"/>
              <a:pathLst>
                <a:path w="4104" h="905" extrusionOk="0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41" name="Google Shape;833;p47">
              <a:extLst>
                <a:ext uri="{FF2B5EF4-FFF2-40B4-BE49-F238E27FC236}">
                  <a16:creationId xmlns:a16="http://schemas.microsoft.com/office/drawing/2014/main" xmlns="" id="{7454404B-F830-A044-F688-AC308069A25D}"/>
                </a:ext>
              </a:extLst>
            </p:cNvPr>
            <p:cNvSpPr/>
            <p:nvPr/>
          </p:nvSpPr>
          <p:spPr>
            <a:xfrm>
              <a:off x="6807900" y="2706075"/>
              <a:ext cx="102600" cy="29925"/>
            </a:xfrm>
            <a:custGeom>
              <a:avLst/>
              <a:gdLst/>
              <a:ahLst/>
              <a:cxnLst/>
              <a:rect l="l" t="t" r="r" b="b"/>
              <a:pathLst>
                <a:path w="4104" h="1197" extrusionOk="0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42" name="Google Shape;834;p47">
              <a:extLst>
                <a:ext uri="{FF2B5EF4-FFF2-40B4-BE49-F238E27FC236}">
                  <a16:creationId xmlns:a16="http://schemas.microsoft.com/office/drawing/2014/main" xmlns="" id="{164C7680-419A-5D20-3293-942FF9A8B0E9}"/>
                </a:ext>
              </a:extLst>
            </p:cNvPr>
            <p:cNvSpPr/>
            <p:nvPr/>
          </p:nvSpPr>
          <p:spPr>
            <a:xfrm>
              <a:off x="6811575" y="2463675"/>
              <a:ext cx="95275" cy="160600"/>
            </a:xfrm>
            <a:custGeom>
              <a:avLst/>
              <a:gdLst/>
              <a:ahLst/>
              <a:cxnLst/>
              <a:rect l="l" t="t" r="r" b="b"/>
              <a:pathLst>
                <a:path w="3811" h="6424" extrusionOk="0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43" name="Google Shape;835;p47">
              <a:extLst>
                <a:ext uri="{FF2B5EF4-FFF2-40B4-BE49-F238E27FC236}">
                  <a16:creationId xmlns:a16="http://schemas.microsoft.com/office/drawing/2014/main" xmlns="" id="{68F2BAFF-D369-43CE-833D-86B412F4328B}"/>
                </a:ext>
              </a:extLst>
            </p:cNvPr>
            <p:cNvSpPr/>
            <p:nvPr/>
          </p:nvSpPr>
          <p:spPr>
            <a:xfrm>
              <a:off x="6730350" y="2315900"/>
              <a:ext cx="257700" cy="308375"/>
            </a:xfrm>
            <a:custGeom>
              <a:avLst/>
              <a:gdLst/>
              <a:ahLst/>
              <a:cxnLst/>
              <a:rect l="l" t="t" r="r" b="b"/>
              <a:pathLst>
                <a:path w="10308" h="12335" extrusionOk="0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144" name="Google Shape;836;p47">
            <a:extLst>
              <a:ext uri="{FF2B5EF4-FFF2-40B4-BE49-F238E27FC236}">
                <a16:creationId xmlns:a16="http://schemas.microsoft.com/office/drawing/2014/main" xmlns="" id="{EA9C2E79-4935-A2B7-4FA3-DF1CE823C764}"/>
              </a:ext>
            </a:extLst>
          </p:cNvPr>
          <p:cNvGrpSpPr/>
          <p:nvPr/>
        </p:nvGrpSpPr>
        <p:grpSpPr>
          <a:xfrm>
            <a:off x="3650842" y="3676154"/>
            <a:ext cx="64677" cy="235685"/>
            <a:chOff x="727175" y="2957625"/>
            <a:chExt cx="130700" cy="476275"/>
          </a:xfrm>
        </p:grpSpPr>
        <p:sp>
          <p:nvSpPr>
            <p:cNvPr id="145" name="Google Shape;837;p47">
              <a:extLst>
                <a:ext uri="{FF2B5EF4-FFF2-40B4-BE49-F238E27FC236}">
                  <a16:creationId xmlns:a16="http://schemas.microsoft.com/office/drawing/2014/main" xmlns="" id="{F94D213C-8236-FDEF-92ED-D635E84F79CE}"/>
                </a:ext>
              </a:extLst>
            </p:cNvPr>
            <p:cNvSpPr/>
            <p:nvPr/>
          </p:nvSpPr>
          <p:spPr>
            <a:xfrm>
              <a:off x="727175" y="2957625"/>
              <a:ext cx="130700" cy="476275"/>
            </a:xfrm>
            <a:custGeom>
              <a:avLst/>
              <a:gdLst/>
              <a:ahLst/>
              <a:cxnLst/>
              <a:rect l="l" t="t" r="r" b="b"/>
              <a:pathLst>
                <a:path w="5228" h="19051" extrusionOk="0">
                  <a:moveTo>
                    <a:pt x="2614" y="489"/>
                  </a:moveTo>
                  <a:lnTo>
                    <a:pt x="2858" y="538"/>
                  </a:lnTo>
                  <a:lnTo>
                    <a:pt x="3102" y="611"/>
                  </a:lnTo>
                  <a:lnTo>
                    <a:pt x="3322" y="709"/>
                  </a:lnTo>
                  <a:lnTo>
                    <a:pt x="3493" y="880"/>
                  </a:lnTo>
                  <a:lnTo>
                    <a:pt x="3664" y="1051"/>
                  </a:lnTo>
                  <a:lnTo>
                    <a:pt x="3762" y="1270"/>
                  </a:lnTo>
                  <a:lnTo>
                    <a:pt x="3835" y="1490"/>
                  </a:lnTo>
                  <a:lnTo>
                    <a:pt x="3859" y="1759"/>
                  </a:lnTo>
                  <a:lnTo>
                    <a:pt x="3859" y="14483"/>
                  </a:lnTo>
                  <a:lnTo>
                    <a:pt x="3884" y="14581"/>
                  </a:lnTo>
                  <a:lnTo>
                    <a:pt x="3908" y="14679"/>
                  </a:lnTo>
                  <a:lnTo>
                    <a:pt x="3957" y="14776"/>
                  </a:lnTo>
                  <a:lnTo>
                    <a:pt x="4030" y="14850"/>
                  </a:lnTo>
                  <a:lnTo>
                    <a:pt x="4177" y="14996"/>
                  </a:lnTo>
                  <a:lnTo>
                    <a:pt x="4324" y="15167"/>
                  </a:lnTo>
                  <a:lnTo>
                    <a:pt x="4446" y="15363"/>
                  </a:lnTo>
                  <a:lnTo>
                    <a:pt x="4543" y="15558"/>
                  </a:lnTo>
                  <a:lnTo>
                    <a:pt x="4641" y="15778"/>
                  </a:lnTo>
                  <a:lnTo>
                    <a:pt x="4690" y="15973"/>
                  </a:lnTo>
                  <a:lnTo>
                    <a:pt x="4714" y="16193"/>
                  </a:lnTo>
                  <a:lnTo>
                    <a:pt x="4739" y="16437"/>
                  </a:lnTo>
                  <a:lnTo>
                    <a:pt x="4714" y="16633"/>
                  </a:lnTo>
                  <a:lnTo>
                    <a:pt x="4690" y="16852"/>
                  </a:lnTo>
                  <a:lnTo>
                    <a:pt x="4641" y="17048"/>
                  </a:lnTo>
                  <a:lnTo>
                    <a:pt x="4568" y="17243"/>
                  </a:lnTo>
                  <a:lnTo>
                    <a:pt x="4470" y="17438"/>
                  </a:lnTo>
                  <a:lnTo>
                    <a:pt x="4372" y="17609"/>
                  </a:lnTo>
                  <a:lnTo>
                    <a:pt x="4250" y="17780"/>
                  </a:lnTo>
                  <a:lnTo>
                    <a:pt x="4104" y="17927"/>
                  </a:lnTo>
                  <a:lnTo>
                    <a:pt x="3957" y="18073"/>
                  </a:lnTo>
                  <a:lnTo>
                    <a:pt x="3811" y="18196"/>
                  </a:lnTo>
                  <a:lnTo>
                    <a:pt x="3615" y="18293"/>
                  </a:lnTo>
                  <a:lnTo>
                    <a:pt x="3444" y="18391"/>
                  </a:lnTo>
                  <a:lnTo>
                    <a:pt x="3249" y="18464"/>
                  </a:lnTo>
                  <a:lnTo>
                    <a:pt x="3029" y="18513"/>
                  </a:lnTo>
                  <a:lnTo>
                    <a:pt x="2834" y="18538"/>
                  </a:lnTo>
                  <a:lnTo>
                    <a:pt x="2614" y="18562"/>
                  </a:lnTo>
                  <a:lnTo>
                    <a:pt x="2394" y="18538"/>
                  </a:lnTo>
                  <a:lnTo>
                    <a:pt x="2174" y="18513"/>
                  </a:lnTo>
                  <a:lnTo>
                    <a:pt x="1979" y="18464"/>
                  </a:lnTo>
                  <a:lnTo>
                    <a:pt x="1784" y="18391"/>
                  </a:lnTo>
                  <a:lnTo>
                    <a:pt x="1613" y="18293"/>
                  </a:lnTo>
                  <a:lnTo>
                    <a:pt x="1417" y="18196"/>
                  </a:lnTo>
                  <a:lnTo>
                    <a:pt x="1271" y="18073"/>
                  </a:lnTo>
                  <a:lnTo>
                    <a:pt x="1124" y="17927"/>
                  </a:lnTo>
                  <a:lnTo>
                    <a:pt x="978" y="17780"/>
                  </a:lnTo>
                  <a:lnTo>
                    <a:pt x="855" y="17609"/>
                  </a:lnTo>
                  <a:lnTo>
                    <a:pt x="758" y="17438"/>
                  </a:lnTo>
                  <a:lnTo>
                    <a:pt x="660" y="17243"/>
                  </a:lnTo>
                  <a:lnTo>
                    <a:pt x="587" y="17048"/>
                  </a:lnTo>
                  <a:lnTo>
                    <a:pt x="538" y="16852"/>
                  </a:lnTo>
                  <a:lnTo>
                    <a:pt x="514" y="16633"/>
                  </a:lnTo>
                  <a:lnTo>
                    <a:pt x="489" y="16437"/>
                  </a:lnTo>
                  <a:lnTo>
                    <a:pt x="514" y="16193"/>
                  </a:lnTo>
                  <a:lnTo>
                    <a:pt x="538" y="15973"/>
                  </a:lnTo>
                  <a:lnTo>
                    <a:pt x="587" y="15778"/>
                  </a:lnTo>
                  <a:lnTo>
                    <a:pt x="684" y="15558"/>
                  </a:lnTo>
                  <a:lnTo>
                    <a:pt x="782" y="15363"/>
                  </a:lnTo>
                  <a:lnTo>
                    <a:pt x="904" y="15167"/>
                  </a:lnTo>
                  <a:lnTo>
                    <a:pt x="1051" y="14996"/>
                  </a:lnTo>
                  <a:lnTo>
                    <a:pt x="1197" y="14850"/>
                  </a:lnTo>
                  <a:lnTo>
                    <a:pt x="1271" y="14776"/>
                  </a:lnTo>
                  <a:lnTo>
                    <a:pt x="1319" y="14679"/>
                  </a:lnTo>
                  <a:lnTo>
                    <a:pt x="1344" y="14581"/>
                  </a:lnTo>
                  <a:lnTo>
                    <a:pt x="1368" y="14483"/>
                  </a:lnTo>
                  <a:lnTo>
                    <a:pt x="1368" y="1759"/>
                  </a:lnTo>
                  <a:lnTo>
                    <a:pt x="1393" y="1490"/>
                  </a:lnTo>
                  <a:lnTo>
                    <a:pt x="1466" y="1270"/>
                  </a:lnTo>
                  <a:lnTo>
                    <a:pt x="1564" y="1051"/>
                  </a:lnTo>
                  <a:lnTo>
                    <a:pt x="1735" y="880"/>
                  </a:lnTo>
                  <a:lnTo>
                    <a:pt x="1906" y="709"/>
                  </a:lnTo>
                  <a:lnTo>
                    <a:pt x="2125" y="611"/>
                  </a:lnTo>
                  <a:lnTo>
                    <a:pt x="2370" y="538"/>
                  </a:lnTo>
                  <a:lnTo>
                    <a:pt x="2614" y="489"/>
                  </a:lnTo>
                  <a:close/>
                  <a:moveTo>
                    <a:pt x="2614" y="0"/>
                  </a:moveTo>
                  <a:lnTo>
                    <a:pt x="2443" y="25"/>
                  </a:lnTo>
                  <a:lnTo>
                    <a:pt x="2272" y="49"/>
                  </a:lnTo>
                  <a:lnTo>
                    <a:pt x="2101" y="98"/>
                  </a:lnTo>
                  <a:lnTo>
                    <a:pt x="1930" y="147"/>
                  </a:lnTo>
                  <a:lnTo>
                    <a:pt x="1784" y="220"/>
                  </a:lnTo>
                  <a:lnTo>
                    <a:pt x="1637" y="318"/>
                  </a:lnTo>
                  <a:lnTo>
                    <a:pt x="1515" y="416"/>
                  </a:lnTo>
                  <a:lnTo>
                    <a:pt x="1393" y="513"/>
                  </a:lnTo>
                  <a:lnTo>
                    <a:pt x="1271" y="635"/>
                  </a:lnTo>
                  <a:lnTo>
                    <a:pt x="1173" y="782"/>
                  </a:lnTo>
                  <a:lnTo>
                    <a:pt x="1075" y="928"/>
                  </a:lnTo>
                  <a:lnTo>
                    <a:pt x="1002" y="1075"/>
                  </a:lnTo>
                  <a:lnTo>
                    <a:pt x="953" y="1246"/>
                  </a:lnTo>
                  <a:lnTo>
                    <a:pt x="904" y="1393"/>
                  </a:lnTo>
                  <a:lnTo>
                    <a:pt x="880" y="1588"/>
                  </a:lnTo>
                  <a:lnTo>
                    <a:pt x="880" y="1759"/>
                  </a:lnTo>
                  <a:lnTo>
                    <a:pt x="880" y="14483"/>
                  </a:lnTo>
                  <a:lnTo>
                    <a:pt x="684" y="14679"/>
                  </a:lnTo>
                  <a:lnTo>
                    <a:pt x="514" y="14874"/>
                  </a:lnTo>
                  <a:lnTo>
                    <a:pt x="367" y="15094"/>
                  </a:lnTo>
                  <a:lnTo>
                    <a:pt x="245" y="15338"/>
                  </a:lnTo>
                  <a:lnTo>
                    <a:pt x="147" y="15607"/>
                  </a:lnTo>
                  <a:lnTo>
                    <a:pt x="74" y="15875"/>
                  </a:lnTo>
                  <a:lnTo>
                    <a:pt x="25" y="16144"/>
                  </a:lnTo>
                  <a:lnTo>
                    <a:pt x="1" y="16437"/>
                  </a:lnTo>
                  <a:lnTo>
                    <a:pt x="25" y="16681"/>
                  </a:lnTo>
                  <a:lnTo>
                    <a:pt x="49" y="16950"/>
                  </a:lnTo>
                  <a:lnTo>
                    <a:pt x="123" y="17194"/>
                  </a:lnTo>
                  <a:lnTo>
                    <a:pt x="196" y="17438"/>
                  </a:lnTo>
                  <a:lnTo>
                    <a:pt x="318" y="17683"/>
                  </a:lnTo>
                  <a:lnTo>
                    <a:pt x="440" y="17878"/>
                  </a:lnTo>
                  <a:lnTo>
                    <a:pt x="611" y="18098"/>
                  </a:lnTo>
                  <a:lnTo>
                    <a:pt x="758" y="18269"/>
                  </a:lnTo>
                  <a:lnTo>
                    <a:pt x="953" y="18440"/>
                  </a:lnTo>
                  <a:lnTo>
                    <a:pt x="1149" y="18586"/>
                  </a:lnTo>
                  <a:lnTo>
                    <a:pt x="1368" y="18733"/>
                  </a:lnTo>
                  <a:lnTo>
                    <a:pt x="1588" y="18831"/>
                  </a:lnTo>
                  <a:lnTo>
                    <a:pt x="1832" y="18928"/>
                  </a:lnTo>
                  <a:lnTo>
                    <a:pt x="2077" y="18977"/>
                  </a:lnTo>
                  <a:lnTo>
                    <a:pt x="2345" y="19026"/>
                  </a:lnTo>
                  <a:lnTo>
                    <a:pt x="2614" y="19050"/>
                  </a:lnTo>
                  <a:lnTo>
                    <a:pt x="2883" y="19026"/>
                  </a:lnTo>
                  <a:lnTo>
                    <a:pt x="3151" y="18977"/>
                  </a:lnTo>
                  <a:lnTo>
                    <a:pt x="3395" y="18928"/>
                  </a:lnTo>
                  <a:lnTo>
                    <a:pt x="3640" y="18831"/>
                  </a:lnTo>
                  <a:lnTo>
                    <a:pt x="3859" y="18733"/>
                  </a:lnTo>
                  <a:lnTo>
                    <a:pt x="4079" y="18586"/>
                  </a:lnTo>
                  <a:lnTo>
                    <a:pt x="4275" y="18440"/>
                  </a:lnTo>
                  <a:lnTo>
                    <a:pt x="4470" y="18269"/>
                  </a:lnTo>
                  <a:lnTo>
                    <a:pt x="4617" y="18098"/>
                  </a:lnTo>
                  <a:lnTo>
                    <a:pt x="4788" y="17878"/>
                  </a:lnTo>
                  <a:lnTo>
                    <a:pt x="4910" y="17683"/>
                  </a:lnTo>
                  <a:lnTo>
                    <a:pt x="5032" y="17438"/>
                  </a:lnTo>
                  <a:lnTo>
                    <a:pt x="5105" y="17194"/>
                  </a:lnTo>
                  <a:lnTo>
                    <a:pt x="5178" y="16950"/>
                  </a:lnTo>
                  <a:lnTo>
                    <a:pt x="5203" y="16681"/>
                  </a:lnTo>
                  <a:lnTo>
                    <a:pt x="5227" y="16437"/>
                  </a:lnTo>
                  <a:lnTo>
                    <a:pt x="5203" y="16144"/>
                  </a:lnTo>
                  <a:lnTo>
                    <a:pt x="5154" y="15875"/>
                  </a:lnTo>
                  <a:lnTo>
                    <a:pt x="5081" y="15607"/>
                  </a:lnTo>
                  <a:lnTo>
                    <a:pt x="4983" y="15338"/>
                  </a:lnTo>
                  <a:lnTo>
                    <a:pt x="4861" y="15094"/>
                  </a:lnTo>
                  <a:lnTo>
                    <a:pt x="4714" y="14874"/>
                  </a:lnTo>
                  <a:lnTo>
                    <a:pt x="4543" y="14679"/>
                  </a:lnTo>
                  <a:lnTo>
                    <a:pt x="4348" y="14483"/>
                  </a:lnTo>
                  <a:lnTo>
                    <a:pt x="4348" y="1759"/>
                  </a:lnTo>
                  <a:lnTo>
                    <a:pt x="4348" y="1588"/>
                  </a:lnTo>
                  <a:lnTo>
                    <a:pt x="4324" y="1393"/>
                  </a:lnTo>
                  <a:lnTo>
                    <a:pt x="4275" y="1246"/>
                  </a:lnTo>
                  <a:lnTo>
                    <a:pt x="4226" y="1075"/>
                  </a:lnTo>
                  <a:lnTo>
                    <a:pt x="4153" y="928"/>
                  </a:lnTo>
                  <a:lnTo>
                    <a:pt x="4055" y="782"/>
                  </a:lnTo>
                  <a:lnTo>
                    <a:pt x="3957" y="635"/>
                  </a:lnTo>
                  <a:lnTo>
                    <a:pt x="3835" y="513"/>
                  </a:lnTo>
                  <a:lnTo>
                    <a:pt x="3713" y="416"/>
                  </a:lnTo>
                  <a:lnTo>
                    <a:pt x="3591" y="318"/>
                  </a:lnTo>
                  <a:lnTo>
                    <a:pt x="3444" y="220"/>
                  </a:lnTo>
                  <a:lnTo>
                    <a:pt x="3298" y="147"/>
                  </a:lnTo>
                  <a:lnTo>
                    <a:pt x="3127" y="98"/>
                  </a:lnTo>
                  <a:lnTo>
                    <a:pt x="2956" y="49"/>
                  </a:lnTo>
                  <a:lnTo>
                    <a:pt x="2785" y="25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46" name="Google Shape;838;p47">
              <a:extLst>
                <a:ext uri="{FF2B5EF4-FFF2-40B4-BE49-F238E27FC236}">
                  <a16:creationId xmlns:a16="http://schemas.microsoft.com/office/drawing/2014/main" xmlns="" id="{047E48C6-293F-65F1-9174-E366AE5F70D6}"/>
                </a:ext>
              </a:extLst>
            </p:cNvPr>
            <p:cNvSpPr/>
            <p:nvPr/>
          </p:nvSpPr>
          <p:spPr>
            <a:xfrm>
              <a:off x="751600" y="3090125"/>
              <a:ext cx="81850" cy="319350"/>
            </a:xfrm>
            <a:custGeom>
              <a:avLst/>
              <a:gdLst/>
              <a:ahLst/>
              <a:cxnLst/>
              <a:rect l="l" t="t" r="r" b="b"/>
              <a:pathLst>
                <a:path w="3274" h="12774" extrusionOk="0">
                  <a:moveTo>
                    <a:pt x="880" y="0"/>
                  </a:moveTo>
                  <a:lnTo>
                    <a:pt x="880" y="9183"/>
                  </a:lnTo>
                  <a:lnTo>
                    <a:pt x="855" y="9379"/>
                  </a:lnTo>
                  <a:lnTo>
                    <a:pt x="782" y="9574"/>
                  </a:lnTo>
                  <a:lnTo>
                    <a:pt x="684" y="9745"/>
                  </a:lnTo>
                  <a:lnTo>
                    <a:pt x="538" y="9916"/>
                  </a:lnTo>
                  <a:lnTo>
                    <a:pt x="416" y="10038"/>
                  </a:lnTo>
                  <a:lnTo>
                    <a:pt x="318" y="10160"/>
                  </a:lnTo>
                  <a:lnTo>
                    <a:pt x="220" y="10307"/>
                  </a:lnTo>
                  <a:lnTo>
                    <a:pt x="147" y="10453"/>
                  </a:lnTo>
                  <a:lnTo>
                    <a:pt x="74" y="10624"/>
                  </a:lnTo>
                  <a:lnTo>
                    <a:pt x="49" y="10795"/>
                  </a:lnTo>
                  <a:lnTo>
                    <a:pt x="1" y="10966"/>
                  </a:lnTo>
                  <a:lnTo>
                    <a:pt x="1" y="11137"/>
                  </a:lnTo>
                  <a:lnTo>
                    <a:pt x="1" y="11284"/>
                  </a:lnTo>
                  <a:lnTo>
                    <a:pt x="25" y="11455"/>
                  </a:lnTo>
                  <a:lnTo>
                    <a:pt x="74" y="11601"/>
                  </a:lnTo>
                  <a:lnTo>
                    <a:pt x="123" y="11772"/>
                  </a:lnTo>
                  <a:lnTo>
                    <a:pt x="196" y="11894"/>
                  </a:lnTo>
                  <a:lnTo>
                    <a:pt x="294" y="12041"/>
                  </a:lnTo>
                  <a:lnTo>
                    <a:pt x="367" y="12163"/>
                  </a:lnTo>
                  <a:lnTo>
                    <a:pt x="489" y="12285"/>
                  </a:lnTo>
                  <a:lnTo>
                    <a:pt x="587" y="12383"/>
                  </a:lnTo>
                  <a:lnTo>
                    <a:pt x="733" y="12480"/>
                  </a:lnTo>
                  <a:lnTo>
                    <a:pt x="855" y="12554"/>
                  </a:lnTo>
                  <a:lnTo>
                    <a:pt x="1002" y="12627"/>
                  </a:lnTo>
                  <a:lnTo>
                    <a:pt x="1148" y="12700"/>
                  </a:lnTo>
                  <a:lnTo>
                    <a:pt x="1319" y="12725"/>
                  </a:lnTo>
                  <a:lnTo>
                    <a:pt x="1466" y="12749"/>
                  </a:lnTo>
                  <a:lnTo>
                    <a:pt x="1637" y="12773"/>
                  </a:lnTo>
                  <a:lnTo>
                    <a:pt x="1808" y="12749"/>
                  </a:lnTo>
                  <a:lnTo>
                    <a:pt x="1954" y="12725"/>
                  </a:lnTo>
                  <a:lnTo>
                    <a:pt x="2125" y="12700"/>
                  </a:lnTo>
                  <a:lnTo>
                    <a:pt x="2272" y="12627"/>
                  </a:lnTo>
                  <a:lnTo>
                    <a:pt x="2418" y="12554"/>
                  </a:lnTo>
                  <a:lnTo>
                    <a:pt x="2541" y="12480"/>
                  </a:lnTo>
                  <a:lnTo>
                    <a:pt x="2687" y="12383"/>
                  </a:lnTo>
                  <a:lnTo>
                    <a:pt x="2785" y="12285"/>
                  </a:lnTo>
                  <a:lnTo>
                    <a:pt x="2907" y="12163"/>
                  </a:lnTo>
                  <a:lnTo>
                    <a:pt x="2980" y="12041"/>
                  </a:lnTo>
                  <a:lnTo>
                    <a:pt x="3078" y="11894"/>
                  </a:lnTo>
                  <a:lnTo>
                    <a:pt x="3151" y="11772"/>
                  </a:lnTo>
                  <a:lnTo>
                    <a:pt x="3200" y="11601"/>
                  </a:lnTo>
                  <a:lnTo>
                    <a:pt x="3249" y="11455"/>
                  </a:lnTo>
                  <a:lnTo>
                    <a:pt x="3273" y="11284"/>
                  </a:lnTo>
                  <a:lnTo>
                    <a:pt x="3273" y="11137"/>
                  </a:lnTo>
                  <a:lnTo>
                    <a:pt x="3273" y="10966"/>
                  </a:lnTo>
                  <a:lnTo>
                    <a:pt x="3224" y="10795"/>
                  </a:lnTo>
                  <a:lnTo>
                    <a:pt x="3200" y="10624"/>
                  </a:lnTo>
                  <a:lnTo>
                    <a:pt x="3127" y="10453"/>
                  </a:lnTo>
                  <a:lnTo>
                    <a:pt x="3053" y="10307"/>
                  </a:lnTo>
                  <a:lnTo>
                    <a:pt x="2956" y="10160"/>
                  </a:lnTo>
                  <a:lnTo>
                    <a:pt x="2858" y="10038"/>
                  </a:lnTo>
                  <a:lnTo>
                    <a:pt x="2736" y="9916"/>
                  </a:lnTo>
                  <a:lnTo>
                    <a:pt x="2589" y="9745"/>
                  </a:lnTo>
                  <a:lnTo>
                    <a:pt x="2492" y="9574"/>
                  </a:lnTo>
                  <a:lnTo>
                    <a:pt x="2418" y="9379"/>
                  </a:lnTo>
                  <a:lnTo>
                    <a:pt x="2394" y="9183"/>
                  </a:lnTo>
                  <a:lnTo>
                    <a:pt x="2394" y="8255"/>
                  </a:lnTo>
                  <a:lnTo>
                    <a:pt x="2052" y="8255"/>
                  </a:lnTo>
                  <a:lnTo>
                    <a:pt x="1954" y="8231"/>
                  </a:lnTo>
                  <a:lnTo>
                    <a:pt x="1881" y="8182"/>
                  </a:lnTo>
                  <a:lnTo>
                    <a:pt x="1832" y="8109"/>
                  </a:lnTo>
                  <a:lnTo>
                    <a:pt x="1808" y="8011"/>
                  </a:lnTo>
                  <a:lnTo>
                    <a:pt x="1832" y="7913"/>
                  </a:lnTo>
                  <a:lnTo>
                    <a:pt x="1881" y="7840"/>
                  </a:lnTo>
                  <a:lnTo>
                    <a:pt x="1954" y="7791"/>
                  </a:lnTo>
                  <a:lnTo>
                    <a:pt x="2052" y="7767"/>
                  </a:lnTo>
                  <a:lnTo>
                    <a:pt x="2394" y="7767"/>
                  </a:lnTo>
                  <a:lnTo>
                    <a:pt x="2394" y="6912"/>
                  </a:lnTo>
                  <a:lnTo>
                    <a:pt x="2052" y="6912"/>
                  </a:lnTo>
                  <a:lnTo>
                    <a:pt x="1954" y="6888"/>
                  </a:lnTo>
                  <a:lnTo>
                    <a:pt x="1881" y="6839"/>
                  </a:lnTo>
                  <a:lnTo>
                    <a:pt x="1832" y="6765"/>
                  </a:lnTo>
                  <a:lnTo>
                    <a:pt x="1808" y="6668"/>
                  </a:lnTo>
                  <a:lnTo>
                    <a:pt x="1832" y="6570"/>
                  </a:lnTo>
                  <a:lnTo>
                    <a:pt x="1881" y="6497"/>
                  </a:lnTo>
                  <a:lnTo>
                    <a:pt x="1954" y="6448"/>
                  </a:lnTo>
                  <a:lnTo>
                    <a:pt x="2052" y="6423"/>
                  </a:lnTo>
                  <a:lnTo>
                    <a:pt x="2394" y="6423"/>
                  </a:lnTo>
                  <a:lnTo>
                    <a:pt x="2394" y="5569"/>
                  </a:lnTo>
                  <a:lnTo>
                    <a:pt x="2052" y="5569"/>
                  </a:lnTo>
                  <a:lnTo>
                    <a:pt x="1954" y="5544"/>
                  </a:lnTo>
                  <a:lnTo>
                    <a:pt x="1881" y="5495"/>
                  </a:lnTo>
                  <a:lnTo>
                    <a:pt x="1832" y="5422"/>
                  </a:lnTo>
                  <a:lnTo>
                    <a:pt x="1808" y="5324"/>
                  </a:lnTo>
                  <a:lnTo>
                    <a:pt x="1832" y="5227"/>
                  </a:lnTo>
                  <a:lnTo>
                    <a:pt x="1881" y="5153"/>
                  </a:lnTo>
                  <a:lnTo>
                    <a:pt x="1954" y="5105"/>
                  </a:lnTo>
                  <a:lnTo>
                    <a:pt x="2052" y="5080"/>
                  </a:lnTo>
                  <a:lnTo>
                    <a:pt x="2394" y="5080"/>
                  </a:lnTo>
                  <a:lnTo>
                    <a:pt x="2394" y="4225"/>
                  </a:lnTo>
                  <a:lnTo>
                    <a:pt x="2052" y="4225"/>
                  </a:lnTo>
                  <a:lnTo>
                    <a:pt x="1954" y="4201"/>
                  </a:lnTo>
                  <a:lnTo>
                    <a:pt x="1881" y="4152"/>
                  </a:lnTo>
                  <a:lnTo>
                    <a:pt x="1832" y="4079"/>
                  </a:lnTo>
                  <a:lnTo>
                    <a:pt x="1808" y="3981"/>
                  </a:lnTo>
                  <a:lnTo>
                    <a:pt x="1832" y="3883"/>
                  </a:lnTo>
                  <a:lnTo>
                    <a:pt x="1881" y="3810"/>
                  </a:lnTo>
                  <a:lnTo>
                    <a:pt x="1954" y="3761"/>
                  </a:lnTo>
                  <a:lnTo>
                    <a:pt x="2052" y="3737"/>
                  </a:lnTo>
                  <a:lnTo>
                    <a:pt x="2394" y="3737"/>
                  </a:lnTo>
                  <a:lnTo>
                    <a:pt x="2394" y="2882"/>
                  </a:lnTo>
                  <a:lnTo>
                    <a:pt x="2052" y="2882"/>
                  </a:lnTo>
                  <a:lnTo>
                    <a:pt x="1954" y="2858"/>
                  </a:lnTo>
                  <a:lnTo>
                    <a:pt x="1881" y="2809"/>
                  </a:lnTo>
                  <a:lnTo>
                    <a:pt x="1832" y="2736"/>
                  </a:lnTo>
                  <a:lnTo>
                    <a:pt x="1808" y="2638"/>
                  </a:lnTo>
                  <a:lnTo>
                    <a:pt x="1832" y="2540"/>
                  </a:lnTo>
                  <a:lnTo>
                    <a:pt x="1881" y="2467"/>
                  </a:lnTo>
                  <a:lnTo>
                    <a:pt x="1954" y="2418"/>
                  </a:lnTo>
                  <a:lnTo>
                    <a:pt x="2052" y="2394"/>
                  </a:lnTo>
                  <a:lnTo>
                    <a:pt x="2394" y="2394"/>
                  </a:lnTo>
                  <a:lnTo>
                    <a:pt x="2394" y="1539"/>
                  </a:lnTo>
                  <a:lnTo>
                    <a:pt x="2052" y="1539"/>
                  </a:lnTo>
                  <a:lnTo>
                    <a:pt x="1954" y="1514"/>
                  </a:lnTo>
                  <a:lnTo>
                    <a:pt x="1881" y="1466"/>
                  </a:lnTo>
                  <a:lnTo>
                    <a:pt x="1832" y="1392"/>
                  </a:lnTo>
                  <a:lnTo>
                    <a:pt x="1808" y="1295"/>
                  </a:lnTo>
                  <a:lnTo>
                    <a:pt x="1832" y="1197"/>
                  </a:lnTo>
                  <a:lnTo>
                    <a:pt x="1881" y="1124"/>
                  </a:lnTo>
                  <a:lnTo>
                    <a:pt x="1954" y="1075"/>
                  </a:lnTo>
                  <a:lnTo>
                    <a:pt x="2052" y="1050"/>
                  </a:lnTo>
                  <a:lnTo>
                    <a:pt x="2394" y="1050"/>
                  </a:lnTo>
                  <a:lnTo>
                    <a:pt x="239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147" name="Google Shape;839;p47">
            <a:extLst>
              <a:ext uri="{FF2B5EF4-FFF2-40B4-BE49-F238E27FC236}">
                <a16:creationId xmlns:a16="http://schemas.microsoft.com/office/drawing/2014/main" xmlns="" id="{9D7D9EF5-B1B0-E4CB-40DF-763B46264591}"/>
              </a:ext>
            </a:extLst>
          </p:cNvPr>
          <p:cNvSpPr/>
          <p:nvPr/>
        </p:nvSpPr>
        <p:spPr>
          <a:xfrm>
            <a:off x="4251209" y="3666803"/>
            <a:ext cx="198212" cy="254415"/>
          </a:xfrm>
          <a:custGeom>
            <a:avLst/>
            <a:gdLst/>
            <a:ahLst/>
            <a:cxnLst/>
            <a:rect l="l" t="t" r="r" b="b"/>
            <a:pathLst>
              <a:path w="16022" h="20565" extrusionOk="0">
                <a:moveTo>
                  <a:pt x="14434" y="1588"/>
                </a:moveTo>
                <a:lnTo>
                  <a:pt x="14434" y="17683"/>
                </a:lnTo>
                <a:lnTo>
                  <a:pt x="1588" y="17683"/>
                </a:lnTo>
                <a:lnTo>
                  <a:pt x="1588" y="1588"/>
                </a:lnTo>
                <a:close/>
                <a:moveTo>
                  <a:pt x="8011" y="18293"/>
                </a:moveTo>
                <a:lnTo>
                  <a:pt x="8182" y="18318"/>
                </a:lnTo>
                <a:lnTo>
                  <a:pt x="8328" y="18366"/>
                </a:lnTo>
                <a:lnTo>
                  <a:pt x="8475" y="18440"/>
                </a:lnTo>
                <a:lnTo>
                  <a:pt x="8597" y="18537"/>
                </a:lnTo>
                <a:lnTo>
                  <a:pt x="8695" y="18660"/>
                </a:lnTo>
                <a:lnTo>
                  <a:pt x="8768" y="18806"/>
                </a:lnTo>
                <a:lnTo>
                  <a:pt x="8817" y="18953"/>
                </a:lnTo>
                <a:lnTo>
                  <a:pt x="8841" y="19124"/>
                </a:lnTo>
                <a:lnTo>
                  <a:pt x="8817" y="19295"/>
                </a:lnTo>
                <a:lnTo>
                  <a:pt x="8768" y="19441"/>
                </a:lnTo>
                <a:lnTo>
                  <a:pt x="8695" y="19588"/>
                </a:lnTo>
                <a:lnTo>
                  <a:pt x="8597" y="19710"/>
                </a:lnTo>
                <a:lnTo>
                  <a:pt x="8475" y="19807"/>
                </a:lnTo>
                <a:lnTo>
                  <a:pt x="8328" y="19881"/>
                </a:lnTo>
                <a:lnTo>
                  <a:pt x="8182" y="19930"/>
                </a:lnTo>
                <a:lnTo>
                  <a:pt x="8011" y="19954"/>
                </a:lnTo>
                <a:lnTo>
                  <a:pt x="7840" y="19930"/>
                </a:lnTo>
                <a:lnTo>
                  <a:pt x="7693" y="19881"/>
                </a:lnTo>
                <a:lnTo>
                  <a:pt x="7547" y="19807"/>
                </a:lnTo>
                <a:lnTo>
                  <a:pt x="7425" y="19710"/>
                </a:lnTo>
                <a:lnTo>
                  <a:pt x="7327" y="19588"/>
                </a:lnTo>
                <a:lnTo>
                  <a:pt x="7254" y="19441"/>
                </a:lnTo>
                <a:lnTo>
                  <a:pt x="7205" y="19295"/>
                </a:lnTo>
                <a:lnTo>
                  <a:pt x="7181" y="19124"/>
                </a:lnTo>
                <a:lnTo>
                  <a:pt x="7205" y="18953"/>
                </a:lnTo>
                <a:lnTo>
                  <a:pt x="7254" y="18806"/>
                </a:lnTo>
                <a:lnTo>
                  <a:pt x="7327" y="18660"/>
                </a:lnTo>
                <a:lnTo>
                  <a:pt x="7425" y="18537"/>
                </a:lnTo>
                <a:lnTo>
                  <a:pt x="7547" y="18440"/>
                </a:lnTo>
                <a:lnTo>
                  <a:pt x="7693" y="18366"/>
                </a:lnTo>
                <a:lnTo>
                  <a:pt x="7840" y="18318"/>
                </a:lnTo>
                <a:lnTo>
                  <a:pt x="8011" y="18293"/>
                </a:lnTo>
                <a:close/>
                <a:moveTo>
                  <a:pt x="1270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7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7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70" y="20565"/>
                </a:lnTo>
                <a:lnTo>
                  <a:pt x="14752" y="20565"/>
                </a:lnTo>
                <a:lnTo>
                  <a:pt x="14996" y="20540"/>
                </a:lnTo>
                <a:lnTo>
                  <a:pt x="15240" y="20467"/>
                </a:lnTo>
                <a:lnTo>
                  <a:pt x="15460" y="20345"/>
                </a:lnTo>
                <a:lnTo>
                  <a:pt x="15655" y="20198"/>
                </a:lnTo>
                <a:lnTo>
                  <a:pt x="15802" y="20003"/>
                </a:lnTo>
                <a:lnTo>
                  <a:pt x="15924" y="19783"/>
                </a:lnTo>
                <a:lnTo>
                  <a:pt x="15997" y="19539"/>
                </a:lnTo>
                <a:lnTo>
                  <a:pt x="16022" y="19270"/>
                </a:lnTo>
                <a:lnTo>
                  <a:pt x="16022" y="1295"/>
                </a:lnTo>
                <a:lnTo>
                  <a:pt x="15997" y="1026"/>
                </a:lnTo>
                <a:lnTo>
                  <a:pt x="15924" y="782"/>
                </a:lnTo>
                <a:lnTo>
                  <a:pt x="15802" y="562"/>
                </a:lnTo>
                <a:lnTo>
                  <a:pt x="15655" y="367"/>
                </a:lnTo>
                <a:lnTo>
                  <a:pt x="15460" y="220"/>
                </a:lnTo>
                <a:lnTo>
                  <a:pt x="15240" y="98"/>
                </a:lnTo>
                <a:lnTo>
                  <a:pt x="14996" y="25"/>
                </a:lnTo>
                <a:lnTo>
                  <a:pt x="1475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48" name="Google Shape;840;p47">
            <a:extLst>
              <a:ext uri="{FF2B5EF4-FFF2-40B4-BE49-F238E27FC236}">
                <a16:creationId xmlns:a16="http://schemas.microsoft.com/office/drawing/2014/main" xmlns="" id="{2F303B3C-5DFC-BDAC-CC37-413824AECB33}"/>
              </a:ext>
            </a:extLst>
          </p:cNvPr>
          <p:cNvSpPr/>
          <p:nvPr/>
        </p:nvSpPr>
        <p:spPr>
          <a:xfrm>
            <a:off x="3943327" y="3666803"/>
            <a:ext cx="146847" cy="254415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149" name="Google Shape;841;p47">
            <a:extLst>
              <a:ext uri="{FF2B5EF4-FFF2-40B4-BE49-F238E27FC236}">
                <a16:creationId xmlns:a16="http://schemas.microsoft.com/office/drawing/2014/main" xmlns="" id="{C5A2186E-86EB-8746-094E-FB3D8275AD00}"/>
              </a:ext>
            </a:extLst>
          </p:cNvPr>
          <p:cNvGrpSpPr/>
          <p:nvPr/>
        </p:nvGrpSpPr>
        <p:grpSpPr>
          <a:xfrm>
            <a:off x="4569357" y="3683697"/>
            <a:ext cx="229041" cy="220580"/>
            <a:chOff x="2583325" y="2972875"/>
            <a:chExt cx="462850" cy="445750"/>
          </a:xfrm>
        </p:grpSpPr>
        <p:sp>
          <p:nvSpPr>
            <p:cNvPr id="150" name="Google Shape;842;p47">
              <a:extLst>
                <a:ext uri="{FF2B5EF4-FFF2-40B4-BE49-F238E27FC236}">
                  <a16:creationId xmlns:a16="http://schemas.microsoft.com/office/drawing/2014/main" xmlns="" id="{D2CEEBE9-4454-F515-A62D-9A44A1D7C116}"/>
                </a:ext>
              </a:extLst>
            </p:cNvPr>
            <p:cNvSpPr/>
            <p:nvPr/>
          </p:nvSpPr>
          <p:spPr>
            <a:xfrm>
              <a:off x="2701775" y="3323350"/>
              <a:ext cx="225950" cy="95275"/>
            </a:xfrm>
            <a:custGeom>
              <a:avLst/>
              <a:gdLst/>
              <a:ahLst/>
              <a:cxnLst/>
              <a:rect l="l" t="t" r="r" b="b"/>
              <a:pathLst>
                <a:path w="9038" h="3811" extrusionOk="0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51" name="Google Shape;843;p47">
              <a:extLst>
                <a:ext uri="{FF2B5EF4-FFF2-40B4-BE49-F238E27FC236}">
                  <a16:creationId xmlns:a16="http://schemas.microsoft.com/office/drawing/2014/main" xmlns="" id="{F9642621-29E3-204F-C464-0EB535483320}"/>
                </a:ext>
              </a:extLst>
            </p:cNvPr>
            <p:cNvSpPr/>
            <p:nvPr/>
          </p:nvSpPr>
          <p:spPr>
            <a:xfrm>
              <a:off x="2583325" y="2972875"/>
              <a:ext cx="462850" cy="337075"/>
            </a:xfrm>
            <a:custGeom>
              <a:avLst/>
              <a:gdLst/>
              <a:ahLst/>
              <a:cxnLst/>
              <a:rect l="l" t="t" r="r" b="b"/>
              <a:pathLst>
                <a:path w="18514" h="13483" extrusionOk="0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152" name="Google Shape;844;p47">
            <a:extLst>
              <a:ext uri="{FF2B5EF4-FFF2-40B4-BE49-F238E27FC236}">
                <a16:creationId xmlns:a16="http://schemas.microsoft.com/office/drawing/2014/main" xmlns="" id="{11DE911C-28F1-7F19-FD27-677D6DB5E579}"/>
              </a:ext>
            </a:extLst>
          </p:cNvPr>
          <p:cNvGrpSpPr/>
          <p:nvPr/>
        </p:nvGrpSpPr>
        <p:grpSpPr>
          <a:xfrm>
            <a:off x="4895068" y="3716645"/>
            <a:ext cx="244753" cy="154703"/>
            <a:chOff x="3241525" y="3039450"/>
            <a:chExt cx="494600" cy="312625"/>
          </a:xfrm>
        </p:grpSpPr>
        <p:sp>
          <p:nvSpPr>
            <p:cNvPr id="153" name="Google Shape;845;p47">
              <a:extLst>
                <a:ext uri="{FF2B5EF4-FFF2-40B4-BE49-F238E27FC236}">
                  <a16:creationId xmlns:a16="http://schemas.microsoft.com/office/drawing/2014/main" xmlns="" id="{00F778D4-80A9-11CF-1EAF-EF53E903D930}"/>
                </a:ext>
              </a:extLst>
            </p:cNvPr>
            <p:cNvSpPr/>
            <p:nvPr/>
          </p:nvSpPr>
          <p:spPr>
            <a:xfrm>
              <a:off x="3241525" y="3039450"/>
              <a:ext cx="494600" cy="312625"/>
            </a:xfrm>
            <a:custGeom>
              <a:avLst/>
              <a:gdLst/>
              <a:ahLst/>
              <a:cxnLst/>
              <a:rect l="l" t="t" r="r" b="b"/>
              <a:pathLst>
                <a:path w="19784" h="12505" extrusionOk="0">
                  <a:moveTo>
                    <a:pt x="9892" y="977"/>
                  </a:moveTo>
                  <a:lnTo>
                    <a:pt x="10356" y="1001"/>
                  </a:lnTo>
                  <a:lnTo>
                    <a:pt x="10796" y="1050"/>
                  </a:lnTo>
                  <a:lnTo>
                    <a:pt x="11235" y="1124"/>
                  </a:lnTo>
                  <a:lnTo>
                    <a:pt x="11675" y="1221"/>
                  </a:lnTo>
                  <a:lnTo>
                    <a:pt x="12090" y="1343"/>
                  </a:lnTo>
                  <a:lnTo>
                    <a:pt x="12505" y="1490"/>
                  </a:lnTo>
                  <a:lnTo>
                    <a:pt x="12920" y="1661"/>
                  </a:lnTo>
                  <a:lnTo>
                    <a:pt x="13311" y="1832"/>
                  </a:lnTo>
                  <a:lnTo>
                    <a:pt x="13702" y="2027"/>
                  </a:lnTo>
                  <a:lnTo>
                    <a:pt x="14068" y="2223"/>
                  </a:lnTo>
                  <a:lnTo>
                    <a:pt x="14752" y="2662"/>
                  </a:lnTo>
                  <a:lnTo>
                    <a:pt x="15412" y="3126"/>
                  </a:lnTo>
                  <a:lnTo>
                    <a:pt x="15973" y="3590"/>
                  </a:lnTo>
                  <a:lnTo>
                    <a:pt x="16462" y="4005"/>
                  </a:lnTo>
                  <a:lnTo>
                    <a:pt x="16901" y="4421"/>
                  </a:lnTo>
                  <a:lnTo>
                    <a:pt x="17292" y="4811"/>
                  </a:lnTo>
                  <a:lnTo>
                    <a:pt x="17634" y="5178"/>
                  </a:lnTo>
                  <a:lnTo>
                    <a:pt x="18196" y="5813"/>
                  </a:lnTo>
                  <a:lnTo>
                    <a:pt x="18562" y="6252"/>
                  </a:lnTo>
                  <a:lnTo>
                    <a:pt x="18196" y="6692"/>
                  </a:lnTo>
                  <a:lnTo>
                    <a:pt x="17634" y="7327"/>
                  </a:lnTo>
                  <a:lnTo>
                    <a:pt x="17292" y="7693"/>
                  </a:lnTo>
                  <a:lnTo>
                    <a:pt x="16901" y="8084"/>
                  </a:lnTo>
                  <a:lnTo>
                    <a:pt x="16462" y="8499"/>
                  </a:lnTo>
                  <a:lnTo>
                    <a:pt x="15973" y="8915"/>
                  </a:lnTo>
                  <a:lnTo>
                    <a:pt x="15412" y="9379"/>
                  </a:lnTo>
                  <a:lnTo>
                    <a:pt x="14752" y="9843"/>
                  </a:lnTo>
                  <a:lnTo>
                    <a:pt x="14068" y="10282"/>
                  </a:lnTo>
                  <a:lnTo>
                    <a:pt x="13702" y="10478"/>
                  </a:lnTo>
                  <a:lnTo>
                    <a:pt x="13311" y="10673"/>
                  </a:lnTo>
                  <a:lnTo>
                    <a:pt x="12920" y="10844"/>
                  </a:lnTo>
                  <a:lnTo>
                    <a:pt x="12505" y="11015"/>
                  </a:lnTo>
                  <a:lnTo>
                    <a:pt x="12090" y="11161"/>
                  </a:lnTo>
                  <a:lnTo>
                    <a:pt x="11675" y="11284"/>
                  </a:lnTo>
                  <a:lnTo>
                    <a:pt x="11235" y="11381"/>
                  </a:lnTo>
                  <a:lnTo>
                    <a:pt x="10796" y="11455"/>
                  </a:lnTo>
                  <a:lnTo>
                    <a:pt x="10356" y="11503"/>
                  </a:lnTo>
                  <a:lnTo>
                    <a:pt x="9892" y="11528"/>
                  </a:lnTo>
                  <a:lnTo>
                    <a:pt x="9477" y="11528"/>
                  </a:lnTo>
                  <a:lnTo>
                    <a:pt x="9086" y="11479"/>
                  </a:lnTo>
                  <a:lnTo>
                    <a:pt x="8695" y="11430"/>
                  </a:lnTo>
                  <a:lnTo>
                    <a:pt x="8304" y="11332"/>
                  </a:lnTo>
                  <a:lnTo>
                    <a:pt x="7914" y="11235"/>
                  </a:lnTo>
                  <a:lnTo>
                    <a:pt x="7523" y="11113"/>
                  </a:lnTo>
                  <a:lnTo>
                    <a:pt x="7157" y="10990"/>
                  </a:lnTo>
                  <a:lnTo>
                    <a:pt x="6790" y="10844"/>
                  </a:lnTo>
                  <a:lnTo>
                    <a:pt x="6448" y="10673"/>
                  </a:lnTo>
                  <a:lnTo>
                    <a:pt x="6082" y="10502"/>
                  </a:lnTo>
                  <a:lnTo>
                    <a:pt x="5423" y="10111"/>
                  </a:lnTo>
                  <a:lnTo>
                    <a:pt x="4788" y="9696"/>
                  </a:lnTo>
                  <a:lnTo>
                    <a:pt x="4201" y="9232"/>
                  </a:lnTo>
                  <a:lnTo>
                    <a:pt x="3640" y="8792"/>
                  </a:lnTo>
                  <a:lnTo>
                    <a:pt x="3127" y="8328"/>
                  </a:lnTo>
                  <a:lnTo>
                    <a:pt x="2663" y="7889"/>
                  </a:lnTo>
                  <a:lnTo>
                    <a:pt x="2272" y="7474"/>
                  </a:lnTo>
                  <a:lnTo>
                    <a:pt x="1613" y="6741"/>
                  </a:lnTo>
                  <a:lnTo>
                    <a:pt x="1222" y="6252"/>
                  </a:lnTo>
                  <a:lnTo>
                    <a:pt x="1613" y="5764"/>
                  </a:lnTo>
                  <a:lnTo>
                    <a:pt x="2272" y="5031"/>
                  </a:lnTo>
                  <a:lnTo>
                    <a:pt x="2663" y="4616"/>
                  </a:lnTo>
                  <a:lnTo>
                    <a:pt x="3127" y="4176"/>
                  </a:lnTo>
                  <a:lnTo>
                    <a:pt x="3640" y="3712"/>
                  </a:lnTo>
                  <a:lnTo>
                    <a:pt x="4201" y="3273"/>
                  </a:lnTo>
                  <a:lnTo>
                    <a:pt x="4788" y="2833"/>
                  </a:lnTo>
                  <a:lnTo>
                    <a:pt x="5423" y="2394"/>
                  </a:lnTo>
                  <a:lnTo>
                    <a:pt x="6082" y="2003"/>
                  </a:lnTo>
                  <a:lnTo>
                    <a:pt x="6448" y="1832"/>
                  </a:lnTo>
                  <a:lnTo>
                    <a:pt x="6790" y="1661"/>
                  </a:lnTo>
                  <a:lnTo>
                    <a:pt x="7157" y="1514"/>
                  </a:lnTo>
                  <a:lnTo>
                    <a:pt x="7523" y="1392"/>
                  </a:lnTo>
                  <a:lnTo>
                    <a:pt x="7914" y="1270"/>
                  </a:lnTo>
                  <a:lnTo>
                    <a:pt x="8304" y="1172"/>
                  </a:lnTo>
                  <a:lnTo>
                    <a:pt x="8695" y="1075"/>
                  </a:lnTo>
                  <a:lnTo>
                    <a:pt x="9086" y="1026"/>
                  </a:lnTo>
                  <a:lnTo>
                    <a:pt x="9477" y="977"/>
                  </a:lnTo>
                  <a:close/>
                  <a:moveTo>
                    <a:pt x="9892" y="0"/>
                  </a:moveTo>
                  <a:lnTo>
                    <a:pt x="9404" y="25"/>
                  </a:lnTo>
                  <a:lnTo>
                    <a:pt x="8915" y="73"/>
                  </a:lnTo>
                  <a:lnTo>
                    <a:pt x="8451" y="147"/>
                  </a:lnTo>
                  <a:lnTo>
                    <a:pt x="7963" y="244"/>
                  </a:lnTo>
                  <a:lnTo>
                    <a:pt x="7523" y="366"/>
                  </a:lnTo>
                  <a:lnTo>
                    <a:pt x="7059" y="513"/>
                  </a:lnTo>
                  <a:lnTo>
                    <a:pt x="6619" y="684"/>
                  </a:lnTo>
                  <a:lnTo>
                    <a:pt x="6204" y="879"/>
                  </a:lnTo>
                  <a:lnTo>
                    <a:pt x="5765" y="1075"/>
                  </a:lnTo>
                  <a:lnTo>
                    <a:pt x="5374" y="1295"/>
                  </a:lnTo>
                  <a:lnTo>
                    <a:pt x="4959" y="1539"/>
                  </a:lnTo>
                  <a:lnTo>
                    <a:pt x="4592" y="1783"/>
                  </a:lnTo>
                  <a:lnTo>
                    <a:pt x="3860" y="2296"/>
                  </a:lnTo>
                  <a:lnTo>
                    <a:pt x="3176" y="2833"/>
                  </a:lnTo>
                  <a:lnTo>
                    <a:pt x="2565" y="3370"/>
                  </a:lnTo>
                  <a:lnTo>
                    <a:pt x="2028" y="3883"/>
                  </a:lnTo>
                  <a:lnTo>
                    <a:pt x="1539" y="4372"/>
                  </a:lnTo>
                  <a:lnTo>
                    <a:pt x="1149" y="4836"/>
                  </a:lnTo>
                  <a:lnTo>
                    <a:pt x="562" y="5520"/>
                  </a:lnTo>
                  <a:lnTo>
                    <a:pt x="318" y="5837"/>
                  </a:lnTo>
                  <a:lnTo>
                    <a:pt x="1" y="6252"/>
                  </a:lnTo>
                  <a:lnTo>
                    <a:pt x="318" y="6668"/>
                  </a:lnTo>
                  <a:lnTo>
                    <a:pt x="562" y="6985"/>
                  </a:lnTo>
                  <a:lnTo>
                    <a:pt x="1149" y="7669"/>
                  </a:lnTo>
                  <a:lnTo>
                    <a:pt x="1539" y="8133"/>
                  </a:lnTo>
                  <a:lnTo>
                    <a:pt x="2028" y="8621"/>
                  </a:lnTo>
                  <a:lnTo>
                    <a:pt x="2565" y="9134"/>
                  </a:lnTo>
                  <a:lnTo>
                    <a:pt x="3176" y="9672"/>
                  </a:lnTo>
                  <a:lnTo>
                    <a:pt x="3860" y="10209"/>
                  </a:lnTo>
                  <a:lnTo>
                    <a:pt x="4592" y="10722"/>
                  </a:lnTo>
                  <a:lnTo>
                    <a:pt x="4959" y="10966"/>
                  </a:lnTo>
                  <a:lnTo>
                    <a:pt x="5374" y="11210"/>
                  </a:lnTo>
                  <a:lnTo>
                    <a:pt x="5765" y="11430"/>
                  </a:lnTo>
                  <a:lnTo>
                    <a:pt x="6204" y="11625"/>
                  </a:lnTo>
                  <a:lnTo>
                    <a:pt x="6619" y="11821"/>
                  </a:lnTo>
                  <a:lnTo>
                    <a:pt x="7059" y="11992"/>
                  </a:lnTo>
                  <a:lnTo>
                    <a:pt x="7523" y="12138"/>
                  </a:lnTo>
                  <a:lnTo>
                    <a:pt x="7963" y="12260"/>
                  </a:lnTo>
                  <a:lnTo>
                    <a:pt x="8451" y="12358"/>
                  </a:lnTo>
                  <a:lnTo>
                    <a:pt x="8915" y="12431"/>
                  </a:lnTo>
                  <a:lnTo>
                    <a:pt x="9404" y="12480"/>
                  </a:lnTo>
                  <a:lnTo>
                    <a:pt x="9892" y="12505"/>
                  </a:lnTo>
                  <a:lnTo>
                    <a:pt x="10380" y="12480"/>
                  </a:lnTo>
                  <a:lnTo>
                    <a:pt x="10869" y="12431"/>
                  </a:lnTo>
                  <a:lnTo>
                    <a:pt x="11333" y="12358"/>
                  </a:lnTo>
                  <a:lnTo>
                    <a:pt x="11821" y="12260"/>
                  </a:lnTo>
                  <a:lnTo>
                    <a:pt x="12261" y="12138"/>
                  </a:lnTo>
                  <a:lnTo>
                    <a:pt x="12725" y="11992"/>
                  </a:lnTo>
                  <a:lnTo>
                    <a:pt x="13165" y="11821"/>
                  </a:lnTo>
                  <a:lnTo>
                    <a:pt x="13580" y="11625"/>
                  </a:lnTo>
                  <a:lnTo>
                    <a:pt x="14019" y="11430"/>
                  </a:lnTo>
                  <a:lnTo>
                    <a:pt x="14410" y="11210"/>
                  </a:lnTo>
                  <a:lnTo>
                    <a:pt x="14825" y="10966"/>
                  </a:lnTo>
                  <a:lnTo>
                    <a:pt x="15192" y="10722"/>
                  </a:lnTo>
                  <a:lnTo>
                    <a:pt x="15924" y="10209"/>
                  </a:lnTo>
                  <a:lnTo>
                    <a:pt x="16608" y="9672"/>
                  </a:lnTo>
                  <a:lnTo>
                    <a:pt x="17219" y="9134"/>
                  </a:lnTo>
                  <a:lnTo>
                    <a:pt x="17756" y="8621"/>
                  </a:lnTo>
                  <a:lnTo>
                    <a:pt x="18245" y="8133"/>
                  </a:lnTo>
                  <a:lnTo>
                    <a:pt x="18635" y="7669"/>
                  </a:lnTo>
                  <a:lnTo>
                    <a:pt x="19222" y="6985"/>
                  </a:lnTo>
                  <a:lnTo>
                    <a:pt x="19466" y="6668"/>
                  </a:lnTo>
                  <a:lnTo>
                    <a:pt x="19783" y="6252"/>
                  </a:lnTo>
                  <a:lnTo>
                    <a:pt x="19466" y="5837"/>
                  </a:lnTo>
                  <a:lnTo>
                    <a:pt x="19222" y="5520"/>
                  </a:lnTo>
                  <a:lnTo>
                    <a:pt x="18635" y="4836"/>
                  </a:lnTo>
                  <a:lnTo>
                    <a:pt x="18245" y="4372"/>
                  </a:lnTo>
                  <a:lnTo>
                    <a:pt x="17756" y="3883"/>
                  </a:lnTo>
                  <a:lnTo>
                    <a:pt x="17219" y="3370"/>
                  </a:lnTo>
                  <a:lnTo>
                    <a:pt x="16608" y="2833"/>
                  </a:lnTo>
                  <a:lnTo>
                    <a:pt x="15924" y="2296"/>
                  </a:lnTo>
                  <a:lnTo>
                    <a:pt x="15192" y="1783"/>
                  </a:lnTo>
                  <a:lnTo>
                    <a:pt x="14825" y="1539"/>
                  </a:lnTo>
                  <a:lnTo>
                    <a:pt x="14410" y="1295"/>
                  </a:lnTo>
                  <a:lnTo>
                    <a:pt x="14019" y="1075"/>
                  </a:lnTo>
                  <a:lnTo>
                    <a:pt x="13580" y="879"/>
                  </a:lnTo>
                  <a:lnTo>
                    <a:pt x="13165" y="684"/>
                  </a:lnTo>
                  <a:lnTo>
                    <a:pt x="12725" y="513"/>
                  </a:lnTo>
                  <a:lnTo>
                    <a:pt x="12261" y="366"/>
                  </a:lnTo>
                  <a:lnTo>
                    <a:pt x="11821" y="244"/>
                  </a:lnTo>
                  <a:lnTo>
                    <a:pt x="11333" y="147"/>
                  </a:lnTo>
                  <a:lnTo>
                    <a:pt x="10869" y="73"/>
                  </a:lnTo>
                  <a:lnTo>
                    <a:pt x="10380" y="25"/>
                  </a:lnTo>
                  <a:lnTo>
                    <a:pt x="98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54" name="Google Shape;846;p47">
              <a:extLst>
                <a:ext uri="{FF2B5EF4-FFF2-40B4-BE49-F238E27FC236}">
                  <a16:creationId xmlns:a16="http://schemas.microsoft.com/office/drawing/2014/main" xmlns="" id="{AA99FB87-CC34-6B54-6B0B-EBC718812EC2}"/>
                </a:ext>
              </a:extLst>
            </p:cNvPr>
            <p:cNvSpPr/>
            <p:nvPr/>
          </p:nvSpPr>
          <p:spPr>
            <a:xfrm>
              <a:off x="3384400" y="3091350"/>
              <a:ext cx="208850" cy="208825"/>
            </a:xfrm>
            <a:custGeom>
              <a:avLst/>
              <a:gdLst/>
              <a:ahLst/>
              <a:cxnLst/>
              <a:rect l="l" t="t" r="r" b="b"/>
              <a:pathLst>
                <a:path w="8354" h="8353" extrusionOk="0">
                  <a:moveTo>
                    <a:pt x="4177" y="0"/>
                  </a:moveTo>
                  <a:lnTo>
                    <a:pt x="3762" y="24"/>
                  </a:lnTo>
                  <a:lnTo>
                    <a:pt x="3347" y="73"/>
                  </a:lnTo>
                  <a:lnTo>
                    <a:pt x="2931" y="195"/>
                  </a:lnTo>
                  <a:lnTo>
                    <a:pt x="2541" y="318"/>
                  </a:lnTo>
                  <a:lnTo>
                    <a:pt x="2174" y="513"/>
                  </a:lnTo>
                  <a:lnTo>
                    <a:pt x="1832" y="708"/>
                  </a:lnTo>
                  <a:lnTo>
                    <a:pt x="1515" y="953"/>
                  </a:lnTo>
                  <a:lnTo>
                    <a:pt x="1222" y="1221"/>
                  </a:lnTo>
                  <a:lnTo>
                    <a:pt x="953" y="1514"/>
                  </a:lnTo>
                  <a:lnTo>
                    <a:pt x="709" y="1832"/>
                  </a:lnTo>
                  <a:lnTo>
                    <a:pt x="514" y="2174"/>
                  </a:lnTo>
                  <a:lnTo>
                    <a:pt x="318" y="2540"/>
                  </a:lnTo>
                  <a:lnTo>
                    <a:pt x="196" y="2931"/>
                  </a:lnTo>
                  <a:lnTo>
                    <a:pt x="74" y="3346"/>
                  </a:lnTo>
                  <a:lnTo>
                    <a:pt x="25" y="3761"/>
                  </a:lnTo>
                  <a:lnTo>
                    <a:pt x="1" y="4176"/>
                  </a:lnTo>
                  <a:lnTo>
                    <a:pt x="25" y="4592"/>
                  </a:lnTo>
                  <a:lnTo>
                    <a:pt x="74" y="5007"/>
                  </a:lnTo>
                  <a:lnTo>
                    <a:pt x="196" y="5422"/>
                  </a:lnTo>
                  <a:lnTo>
                    <a:pt x="318" y="5813"/>
                  </a:lnTo>
                  <a:lnTo>
                    <a:pt x="514" y="6179"/>
                  </a:lnTo>
                  <a:lnTo>
                    <a:pt x="709" y="6521"/>
                  </a:lnTo>
                  <a:lnTo>
                    <a:pt x="953" y="6839"/>
                  </a:lnTo>
                  <a:lnTo>
                    <a:pt x="1222" y="7132"/>
                  </a:lnTo>
                  <a:lnTo>
                    <a:pt x="1515" y="7400"/>
                  </a:lnTo>
                  <a:lnTo>
                    <a:pt x="1832" y="7644"/>
                  </a:lnTo>
                  <a:lnTo>
                    <a:pt x="2174" y="7840"/>
                  </a:lnTo>
                  <a:lnTo>
                    <a:pt x="2541" y="8035"/>
                  </a:lnTo>
                  <a:lnTo>
                    <a:pt x="2931" y="8157"/>
                  </a:lnTo>
                  <a:lnTo>
                    <a:pt x="3347" y="8279"/>
                  </a:lnTo>
                  <a:lnTo>
                    <a:pt x="3762" y="8328"/>
                  </a:lnTo>
                  <a:lnTo>
                    <a:pt x="4177" y="8353"/>
                  </a:lnTo>
                  <a:lnTo>
                    <a:pt x="4592" y="8328"/>
                  </a:lnTo>
                  <a:lnTo>
                    <a:pt x="5007" y="8279"/>
                  </a:lnTo>
                  <a:lnTo>
                    <a:pt x="5423" y="8157"/>
                  </a:lnTo>
                  <a:lnTo>
                    <a:pt x="5813" y="8035"/>
                  </a:lnTo>
                  <a:lnTo>
                    <a:pt x="6180" y="7840"/>
                  </a:lnTo>
                  <a:lnTo>
                    <a:pt x="6522" y="7644"/>
                  </a:lnTo>
                  <a:lnTo>
                    <a:pt x="6839" y="7400"/>
                  </a:lnTo>
                  <a:lnTo>
                    <a:pt x="7132" y="7132"/>
                  </a:lnTo>
                  <a:lnTo>
                    <a:pt x="7401" y="6839"/>
                  </a:lnTo>
                  <a:lnTo>
                    <a:pt x="7645" y="6521"/>
                  </a:lnTo>
                  <a:lnTo>
                    <a:pt x="7840" y="6179"/>
                  </a:lnTo>
                  <a:lnTo>
                    <a:pt x="8036" y="5813"/>
                  </a:lnTo>
                  <a:lnTo>
                    <a:pt x="8158" y="5422"/>
                  </a:lnTo>
                  <a:lnTo>
                    <a:pt x="8280" y="5007"/>
                  </a:lnTo>
                  <a:lnTo>
                    <a:pt x="8329" y="4592"/>
                  </a:lnTo>
                  <a:lnTo>
                    <a:pt x="8353" y="4176"/>
                  </a:lnTo>
                  <a:lnTo>
                    <a:pt x="8329" y="3737"/>
                  </a:lnTo>
                  <a:lnTo>
                    <a:pt x="8256" y="3297"/>
                  </a:lnTo>
                  <a:lnTo>
                    <a:pt x="8134" y="3517"/>
                  </a:lnTo>
                  <a:lnTo>
                    <a:pt x="8011" y="3688"/>
                  </a:lnTo>
                  <a:lnTo>
                    <a:pt x="7840" y="3859"/>
                  </a:lnTo>
                  <a:lnTo>
                    <a:pt x="7645" y="4005"/>
                  </a:lnTo>
                  <a:lnTo>
                    <a:pt x="7425" y="4128"/>
                  </a:lnTo>
                  <a:lnTo>
                    <a:pt x="7205" y="4201"/>
                  </a:lnTo>
                  <a:lnTo>
                    <a:pt x="6961" y="4250"/>
                  </a:lnTo>
                  <a:lnTo>
                    <a:pt x="6717" y="4274"/>
                  </a:lnTo>
                  <a:lnTo>
                    <a:pt x="6546" y="4274"/>
                  </a:lnTo>
                  <a:lnTo>
                    <a:pt x="6375" y="4250"/>
                  </a:lnTo>
                  <a:lnTo>
                    <a:pt x="6204" y="4201"/>
                  </a:lnTo>
                  <a:lnTo>
                    <a:pt x="6058" y="4152"/>
                  </a:lnTo>
                  <a:lnTo>
                    <a:pt x="5887" y="4079"/>
                  </a:lnTo>
                  <a:lnTo>
                    <a:pt x="5764" y="3981"/>
                  </a:lnTo>
                  <a:lnTo>
                    <a:pt x="5618" y="3883"/>
                  </a:lnTo>
                  <a:lnTo>
                    <a:pt x="5496" y="3786"/>
                  </a:lnTo>
                  <a:lnTo>
                    <a:pt x="5398" y="3664"/>
                  </a:lnTo>
                  <a:lnTo>
                    <a:pt x="5300" y="3517"/>
                  </a:lnTo>
                  <a:lnTo>
                    <a:pt x="5203" y="3395"/>
                  </a:lnTo>
                  <a:lnTo>
                    <a:pt x="5129" y="3224"/>
                  </a:lnTo>
                  <a:lnTo>
                    <a:pt x="5081" y="3077"/>
                  </a:lnTo>
                  <a:lnTo>
                    <a:pt x="5032" y="2906"/>
                  </a:lnTo>
                  <a:lnTo>
                    <a:pt x="5007" y="2735"/>
                  </a:lnTo>
                  <a:lnTo>
                    <a:pt x="5007" y="2564"/>
                  </a:lnTo>
                  <a:lnTo>
                    <a:pt x="5007" y="2394"/>
                  </a:lnTo>
                  <a:lnTo>
                    <a:pt x="5032" y="2223"/>
                  </a:lnTo>
                  <a:lnTo>
                    <a:pt x="5081" y="2052"/>
                  </a:lnTo>
                  <a:lnTo>
                    <a:pt x="5129" y="1905"/>
                  </a:lnTo>
                  <a:lnTo>
                    <a:pt x="5203" y="1759"/>
                  </a:lnTo>
                  <a:lnTo>
                    <a:pt x="5300" y="1612"/>
                  </a:lnTo>
                  <a:lnTo>
                    <a:pt x="5398" y="1490"/>
                  </a:lnTo>
                  <a:lnTo>
                    <a:pt x="5496" y="1368"/>
                  </a:lnTo>
                  <a:lnTo>
                    <a:pt x="5618" y="1246"/>
                  </a:lnTo>
                  <a:lnTo>
                    <a:pt x="5764" y="1148"/>
                  </a:lnTo>
                  <a:lnTo>
                    <a:pt x="5887" y="1075"/>
                  </a:lnTo>
                  <a:lnTo>
                    <a:pt x="6033" y="1001"/>
                  </a:lnTo>
                  <a:lnTo>
                    <a:pt x="6204" y="928"/>
                  </a:lnTo>
                  <a:lnTo>
                    <a:pt x="6375" y="879"/>
                  </a:lnTo>
                  <a:lnTo>
                    <a:pt x="6522" y="855"/>
                  </a:lnTo>
                  <a:lnTo>
                    <a:pt x="6717" y="855"/>
                  </a:lnTo>
                  <a:lnTo>
                    <a:pt x="6448" y="659"/>
                  </a:lnTo>
                  <a:lnTo>
                    <a:pt x="6155" y="489"/>
                  </a:lnTo>
                  <a:lnTo>
                    <a:pt x="5838" y="342"/>
                  </a:lnTo>
                  <a:lnTo>
                    <a:pt x="5545" y="220"/>
                  </a:lnTo>
                  <a:lnTo>
                    <a:pt x="5203" y="122"/>
                  </a:lnTo>
                  <a:lnTo>
                    <a:pt x="4885" y="49"/>
                  </a:lnTo>
                  <a:lnTo>
                    <a:pt x="4519" y="24"/>
                  </a:lnTo>
                  <a:lnTo>
                    <a:pt x="41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155" name="Google Shape;847;p47">
            <a:extLst>
              <a:ext uri="{FF2B5EF4-FFF2-40B4-BE49-F238E27FC236}">
                <a16:creationId xmlns:a16="http://schemas.microsoft.com/office/drawing/2014/main" xmlns="" id="{13E7BCAE-133A-4A0B-0D06-D7CBFF7E50CF}"/>
              </a:ext>
            </a:extLst>
          </p:cNvPr>
          <p:cNvSpPr/>
          <p:nvPr/>
        </p:nvSpPr>
        <p:spPr>
          <a:xfrm>
            <a:off x="5579435" y="3688861"/>
            <a:ext cx="210311" cy="210299"/>
          </a:xfrm>
          <a:custGeom>
            <a:avLst/>
            <a:gdLst/>
            <a:ahLst/>
            <a:cxnLst/>
            <a:rect l="l" t="t" r="r" b="b"/>
            <a:pathLst>
              <a:path w="17000" h="16999" extrusionOk="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156" name="Google Shape;848;p47">
            <a:extLst>
              <a:ext uri="{FF2B5EF4-FFF2-40B4-BE49-F238E27FC236}">
                <a16:creationId xmlns:a16="http://schemas.microsoft.com/office/drawing/2014/main" xmlns="" id="{5B8DF643-5677-0FAE-B8EE-B9D05B07BDDD}"/>
              </a:ext>
            </a:extLst>
          </p:cNvPr>
          <p:cNvGrpSpPr/>
          <p:nvPr/>
        </p:nvGrpSpPr>
        <p:grpSpPr>
          <a:xfrm>
            <a:off x="5891535" y="3700324"/>
            <a:ext cx="253215" cy="187338"/>
            <a:chOff x="5255200" y="3006475"/>
            <a:chExt cx="511700" cy="378575"/>
          </a:xfrm>
        </p:grpSpPr>
        <p:sp>
          <p:nvSpPr>
            <p:cNvPr id="157" name="Google Shape;849;p47">
              <a:extLst>
                <a:ext uri="{FF2B5EF4-FFF2-40B4-BE49-F238E27FC236}">
                  <a16:creationId xmlns:a16="http://schemas.microsoft.com/office/drawing/2014/main" xmlns="" id="{FEA7EA1B-D6E7-7A81-6C4E-5FDB3A7576DC}"/>
                </a:ext>
              </a:extLst>
            </p:cNvPr>
            <p:cNvSpPr/>
            <p:nvPr/>
          </p:nvSpPr>
          <p:spPr>
            <a:xfrm>
              <a:off x="5255200" y="3006475"/>
              <a:ext cx="349900" cy="349875"/>
            </a:xfrm>
            <a:custGeom>
              <a:avLst/>
              <a:gdLst/>
              <a:ahLst/>
              <a:cxnLst/>
              <a:rect l="l" t="t" r="r" b="b"/>
              <a:pathLst>
                <a:path w="13996" h="13995" extrusionOk="0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58" name="Google Shape;850;p47">
              <a:extLst>
                <a:ext uri="{FF2B5EF4-FFF2-40B4-BE49-F238E27FC236}">
                  <a16:creationId xmlns:a16="http://schemas.microsoft.com/office/drawing/2014/main" xmlns="" id="{1BE6E608-65C9-09E8-9987-443E84B1F941}"/>
                </a:ext>
              </a:extLst>
            </p:cNvPr>
            <p:cNvSpPr/>
            <p:nvPr/>
          </p:nvSpPr>
          <p:spPr>
            <a:xfrm>
              <a:off x="5567825" y="3185975"/>
              <a:ext cx="199075" cy="199075"/>
            </a:xfrm>
            <a:custGeom>
              <a:avLst/>
              <a:gdLst/>
              <a:ahLst/>
              <a:cxnLst/>
              <a:rect l="l" t="t" r="r" b="b"/>
              <a:pathLst>
                <a:path w="7963" h="7963" extrusionOk="0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159" name="Google Shape;851;p47">
            <a:extLst>
              <a:ext uri="{FF2B5EF4-FFF2-40B4-BE49-F238E27FC236}">
                <a16:creationId xmlns:a16="http://schemas.microsoft.com/office/drawing/2014/main" xmlns="" id="{CF4EDC48-4B21-5FAF-EBBD-648F92D545FB}"/>
              </a:ext>
            </a:extLst>
          </p:cNvPr>
          <p:cNvGrpSpPr/>
          <p:nvPr/>
        </p:nvGrpSpPr>
        <p:grpSpPr>
          <a:xfrm>
            <a:off x="5248573" y="3689453"/>
            <a:ext cx="204868" cy="209087"/>
            <a:chOff x="3955900" y="2984500"/>
            <a:chExt cx="414000" cy="422525"/>
          </a:xfrm>
        </p:grpSpPr>
        <p:sp>
          <p:nvSpPr>
            <p:cNvPr id="160" name="Google Shape;852;p47">
              <a:extLst>
                <a:ext uri="{FF2B5EF4-FFF2-40B4-BE49-F238E27FC236}">
                  <a16:creationId xmlns:a16="http://schemas.microsoft.com/office/drawing/2014/main" xmlns="" id="{92FA12DE-88CF-8C5E-7905-B9E342856BF8}"/>
                </a:ext>
              </a:extLst>
            </p:cNvPr>
            <p:cNvSpPr/>
            <p:nvPr/>
          </p:nvSpPr>
          <p:spPr>
            <a:xfrm>
              <a:off x="3955900" y="2984500"/>
              <a:ext cx="315700" cy="315675"/>
            </a:xfrm>
            <a:custGeom>
              <a:avLst/>
              <a:gdLst/>
              <a:ahLst/>
              <a:cxnLst/>
              <a:rect l="l" t="t" r="r" b="b"/>
              <a:pathLst>
                <a:path w="12628" h="12627" extrusionOk="0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1" name="Google Shape;853;p47">
              <a:extLst>
                <a:ext uri="{FF2B5EF4-FFF2-40B4-BE49-F238E27FC236}">
                  <a16:creationId xmlns:a16="http://schemas.microsoft.com/office/drawing/2014/main" xmlns="" id="{6D677032-8776-BF73-F74E-85D1AA51810C}"/>
                </a:ext>
              </a:extLst>
            </p:cNvPr>
            <p:cNvSpPr/>
            <p:nvPr/>
          </p:nvSpPr>
          <p:spPr>
            <a:xfrm>
              <a:off x="3992525" y="3021125"/>
              <a:ext cx="242425" cy="242425"/>
            </a:xfrm>
            <a:custGeom>
              <a:avLst/>
              <a:gdLst/>
              <a:ahLst/>
              <a:cxnLst/>
              <a:rect l="l" t="t" r="r" b="b"/>
              <a:pathLst>
                <a:path w="9697" h="9697" extrusionOk="0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2" name="Google Shape;854;p47">
              <a:extLst>
                <a:ext uri="{FF2B5EF4-FFF2-40B4-BE49-F238E27FC236}">
                  <a16:creationId xmlns:a16="http://schemas.microsoft.com/office/drawing/2014/main" xmlns="" id="{4AA625D8-BA80-52B8-4783-29E89BED3B7B}"/>
                </a:ext>
              </a:extLst>
            </p:cNvPr>
            <p:cNvSpPr/>
            <p:nvPr/>
          </p:nvSpPr>
          <p:spPr>
            <a:xfrm>
              <a:off x="4215400" y="3253150"/>
              <a:ext cx="154500" cy="153875"/>
            </a:xfrm>
            <a:custGeom>
              <a:avLst/>
              <a:gdLst/>
              <a:ahLst/>
              <a:cxnLst/>
              <a:rect l="l" t="t" r="r" b="b"/>
              <a:pathLst>
                <a:path w="6180" h="6155" extrusionOk="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163" name="Google Shape;855;p47">
            <a:extLst>
              <a:ext uri="{FF2B5EF4-FFF2-40B4-BE49-F238E27FC236}">
                <a16:creationId xmlns:a16="http://schemas.microsoft.com/office/drawing/2014/main" xmlns="" id="{7472E074-E084-CE32-4CC2-ED77CED3FDEB}"/>
              </a:ext>
            </a:extLst>
          </p:cNvPr>
          <p:cNvSpPr/>
          <p:nvPr/>
        </p:nvSpPr>
        <p:spPr>
          <a:xfrm>
            <a:off x="3569872" y="4037535"/>
            <a:ext cx="229029" cy="180089"/>
          </a:xfrm>
          <a:custGeom>
            <a:avLst/>
            <a:gdLst/>
            <a:ahLst/>
            <a:cxnLst/>
            <a:rect l="l" t="t" r="r" b="b"/>
            <a:pathLst>
              <a:path w="18513" h="14557" extrusionOk="0">
                <a:moveTo>
                  <a:pt x="9159" y="2125"/>
                </a:moveTo>
                <a:lnTo>
                  <a:pt x="9403" y="2150"/>
                </a:lnTo>
                <a:lnTo>
                  <a:pt x="9672" y="2198"/>
                </a:lnTo>
                <a:lnTo>
                  <a:pt x="9916" y="2272"/>
                </a:lnTo>
                <a:lnTo>
                  <a:pt x="10160" y="2345"/>
                </a:lnTo>
                <a:lnTo>
                  <a:pt x="10404" y="2443"/>
                </a:lnTo>
                <a:lnTo>
                  <a:pt x="10624" y="2565"/>
                </a:lnTo>
                <a:lnTo>
                  <a:pt x="10820" y="2687"/>
                </a:lnTo>
                <a:lnTo>
                  <a:pt x="10893" y="2760"/>
                </a:lnTo>
                <a:lnTo>
                  <a:pt x="10942" y="2858"/>
                </a:lnTo>
                <a:lnTo>
                  <a:pt x="10942" y="2956"/>
                </a:lnTo>
                <a:lnTo>
                  <a:pt x="10917" y="3078"/>
                </a:lnTo>
                <a:lnTo>
                  <a:pt x="10844" y="3151"/>
                </a:lnTo>
                <a:lnTo>
                  <a:pt x="10771" y="3200"/>
                </a:lnTo>
                <a:lnTo>
                  <a:pt x="10698" y="3224"/>
                </a:lnTo>
                <a:lnTo>
                  <a:pt x="10600" y="3175"/>
                </a:lnTo>
                <a:lnTo>
                  <a:pt x="10404" y="3053"/>
                </a:lnTo>
                <a:lnTo>
                  <a:pt x="10209" y="2956"/>
                </a:lnTo>
                <a:lnTo>
                  <a:pt x="10014" y="2882"/>
                </a:lnTo>
                <a:lnTo>
                  <a:pt x="9794" y="2809"/>
                </a:lnTo>
                <a:lnTo>
                  <a:pt x="9574" y="2760"/>
                </a:lnTo>
                <a:lnTo>
                  <a:pt x="9354" y="2711"/>
                </a:lnTo>
                <a:lnTo>
                  <a:pt x="9110" y="2687"/>
                </a:lnTo>
                <a:lnTo>
                  <a:pt x="8646" y="2687"/>
                </a:lnTo>
                <a:lnTo>
                  <a:pt x="8426" y="2711"/>
                </a:lnTo>
                <a:lnTo>
                  <a:pt x="8206" y="2760"/>
                </a:lnTo>
                <a:lnTo>
                  <a:pt x="7987" y="2809"/>
                </a:lnTo>
                <a:lnTo>
                  <a:pt x="7767" y="2882"/>
                </a:lnTo>
                <a:lnTo>
                  <a:pt x="7547" y="2956"/>
                </a:lnTo>
                <a:lnTo>
                  <a:pt x="7352" y="3053"/>
                </a:lnTo>
                <a:lnTo>
                  <a:pt x="7181" y="3175"/>
                </a:lnTo>
                <a:lnTo>
                  <a:pt x="7107" y="3200"/>
                </a:lnTo>
                <a:lnTo>
                  <a:pt x="7059" y="3224"/>
                </a:lnTo>
                <a:lnTo>
                  <a:pt x="7010" y="3200"/>
                </a:lnTo>
                <a:lnTo>
                  <a:pt x="6936" y="3175"/>
                </a:lnTo>
                <a:lnTo>
                  <a:pt x="6888" y="3127"/>
                </a:lnTo>
                <a:lnTo>
                  <a:pt x="6863" y="3078"/>
                </a:lnTo>
                <a:lnTo>
                  <a:pt x="6839" y="2956"/>
                </a:lnTo>
                <a:lnTo>
                  <a:pt x="6839" y="2858"/>
                </a:lnTo>
                <a:lnTo>
                  <a:pt x="6888" y="2760"/>
                </a:lnTo>
                <a:lnTo>
                  <a:pt x="6936" y="2687"/>
                </a:lnTo>
                <a:lnTo>
                  <a:pt x="7156" y="2565"/>
                </a:lnTo>
                <a:lnTo>
                  <a:pt x="7376" y="2443"/>
                </a:lnTo>
                <a:lnTo>
                  <a:pt x="7620" y="2345"/>
                </a:lnTo>
                <a:lnTo>
                  <a:pt x="7864" y="2272"/>
                </a:lnTo>
                <a:lnTo>
                  <a:pt x="8109" y="2198"/>
                </a:lnTo>
                <a:lnTo>
                  <a:pt x="8377" y="2150"/>
                </a:lnTo>
                <a:lnTo>
                  <a:pt x="8622" y="2125"/>
                </a:lnTo>
                <a:close/>
                <a:moveTo>
                  <a:pt x="3761" y="5373"/>
                </a:moveTo>
                <a:lnTo>
                  <a:pt x="3884" y="5398"/>
                </a:lnTo>
                <a:lnTo>
                  <a:pt x="4030" y="5447"/>
                </a:lnTo>
                <a:lnTo>
                  <a:pt x="4128" y="5496"/>
                </a:lnTo>
                <a:lnTo>
                  <a:pt x="4250" y="5569"/>
                </a:lnTo>
                <a:lnTo>
                  <a:pt x="4323" y="5691"/>
                </a:lnTo>
                <a:lnTo>
                  <a:pt x="4372" y="5789"/>
                </a:lnTo>
                <a:lnTo>
                  <a:pt x="4421" y="5911"/>
                </a:lnTo>
                <a:lnTo>
                  <a:pt x="4445" y="6057"/>
                </a:lnTo>
                <a:lnTo>
                  <a:pt x="4421" y="6204"/>
                </a:lnTo>
                <a:lnTo>
                  <a:pt x="4372" y="6326"/>
                </a:lnTo>
                <a:lnTo>
                  <a:pt x="4323" y="6448"/>
                </a:lnTo>
                <a:lnTo>
                  <a:pt x="4250" y="6546"/>
                </a:lnTo>
                <a:lnTo>
                  <a:pt x="4128" y="6619"/>
                </a:lnTo>
                <a:lnTo>
                  <a:pt x="4030" y="6692"/>
                </a:lnTo>
                <a:lnTo>
                  <a:pt x="3884" y="6717"/>
                </a:lnTo>
                <a:lnTo>
                  <a:pt x="3761" y="6741"/>
                </a:lnTo>
                <a:lnTo>
                  <a:pt x="3615" y="6717"/>
                </a:lnTo>
                <a:lnTo>
                  <a:pt x="3493" y="6692"/>
                </a:lnTo>
                <a:lnTo>
                  <a:pt x="3371" y="6619"/>
                </a:lnTo>
                <a:lnTo>
                  <a:pt x="3273" y="6546"/>
                </a:lnTo>
                <a:lnTo>
                  <a:pt x="3200" y="6448"/>
                </a:lnTo>
                <a:lnTo>
                  <a:pt x="3126" y="6326"/>
                </a:lnTo>
                <a:lnTo>
                  <a:pt x="3102" y="6204"/>
                </a:lnTo>
                <a:lnTo>
                  <a:pt x="3078" y="6057"/>
                </a:lnTo>
                <a:lnTo>
                  <a:pt x="3102" y="5911"/>
                </a:lnTo>
                <a:lnTo>
                  <a:pt x="3126" y="5789"/>
                </a:lnTo>
                <a:lnTo>
                  <a:pt x="3200" y="5691"/>
                </a:lnTo>
                <a:lnTo>
                  <a:pt x="3273" y="5569"/>
                </a:lnTo>
                <a:lnTo>
                  <a:pt x="3371" y="5496"/>
                </a:lnTo>
                <a:lnTo>
                  <a:pt x="3493" y="5447"/>
                </a:lnTo>
                <a:lnTo>
                  <a:pt x="3615" y="5398"/>
                </a:lnTo>
                <a:lnTo>
                  <a:pt x="3761" y="5373"/>
                </a:lnTo>
                <a:close/>
                <a:moveTo>
                  <a:pt x="17609" y="6741"/>
                </a:moveTo>
                <a:lnTo>
                  <a:pt x="17609" y="6790"/>
                </a:lnTo>
                <a:lnTo>
                  <a:pt x="17585" y="6888"/>
                </a:lnTo>
                <a:lnTo>
                  <a:pt x="17560" y="6937"/>
                </a:lnTo>
                <a:lnTo>
                  <a:pt x="17512" y="7010"/>
                </a:lnTo>
                <a:lnTo>
                  <a:pt x="17365" y="7132"/>
                </a:lnTo>
                <a:lnTo>
                  <a:pt x="17365" y="7132"/>
                </a:lnTo>
                <a:lnTo>
                  <a:pt x="17389" y="7010"/>
                </a:lnTo>
                <a:lnTo>
                  <a:pt x="17414" y="6863"/>
                </a:lnTo>
                <a:lnTo>
                  <a:pt x="17463" y="6790"/>
                </a:lnTo>
                <a:lnTo>
                  <a:pt x="17512" y="6766"/>
                </a:lnTo>
                <a:lnTo>
                  <a:pt x="17560" y="6741"/>
                </a:lnTo>
                <a:close/>
                <a:moveTo>
                  <a:pt x="4836" y="0"/>
                </a:moveTo>
                <a:lnTo>
                  <a:pt x="4738" y="196"/>
                </a:lnTo>
                <a:lnTo>
                  <a:pt x="4641" y="391"/>
                </a:lnTo>
                <a:lnTo>
                  <a:pt x="4543" y="684"/>
                </a:lnTo>
                <a:lnTo>
                  <a:pt x="4445" y="1002"/>
                </a:lnTo>
                <a:lnTo>
                  <a:pt x="4396" y="1393"/>
                </a:lnTo>
                <a:lnTo>
                  <a:pt x="4372" y="1783"/>
                </a:lnTo>
                <a:lnTo>
                  <a:pt x="4372" y="2003"/>
                </a:lnTo>
                <a:lnTo>
                  <a:pt x="4421" y="2223"/>
                </a:lnTo>
                <a:lnTo>
                  <a:pt x="4079" y="2443"/>
                </a:lnTo>
                <a:lnTo>
                  <a:pt x="3688" y="2736"/>
                </a:lnTo>
                <a:lnTo>
                  <a:pt x="3273" y="3151"/>
                </a:lnTo>
                <a:lnTo>
                  <a:pt x="2833" y="3615"/>
                </a:lnTo>
                <a:lnTo>
                  <a:pt x="2418" y="4128"/>
                </a:lnTo>
                <a:lnTo>
                  <a:pt x="2027" y="4665"/>
                </a:lnTo>
                <a:lnTo>
                  <a:pt x="1856" y="4958"/>
                </a:lnTo>
                <a:lnTo>
                  <a:pt x="1710" y="5251"/>
                </a:lnTo>
                <a:lnTo>
                  <a:pt x="1563" y="5544"/>
                </a:lnTo>
                <a:lnTo>
                  <a:pt x="1466" y="5813"/>
                </a:lnTo>
                <a:lnTo>
                  <a:pt x="562" y="5813"/>
                </a:lnTo>
                <a:lnTo>
                  <a:pt x="464" y="5838"/>
                </a:lnTo>
                <a:lnTo>
                  <a:pt x="342" y="5862"/>
                </a:lnTo>
                <a:lnTo>
                  <a:pt x="244" y="5911"/>
                </a:lnTo>
                <a:lnTo>
                  <a:pt x="171" y="5984"/>
                </a:lnTo>
                <a:lnTo>
                  <a:pt x="98" y="6057"/>
                </a:lnTo>
                <a:lnTo>
                  <a:pt x="49" y="6155"/>
                </a:lnTo>
                <a:lnTo>
                  <a:pt x="25" y="6277"/>
                </a:lnTo>
                <a:lnTo>
                  <a:pt x="0" y="6375"/>
                </a:lnTo>
                <a:lnTo>
                  <a:pt x="0" y="8622"/>
                </a:lnTo>
                <a:lnTo>
                  <a:pt x="25" y="8744"/>
                </a:lnTo>
                <a:lnTo>
                  <a:pt x="49" y="8842"/>
                </a:lnTo>
                <a:lnTo>
                  <a:pt x="98" y="8939"/>
                </a:lnTo>
                <a:lnTo>
                  <a:pt x="171" y="9013"/>
                </a:lnTo>
                <a:lnTo>
                  <a:pt x="244" y="9086"/>
                </a:lnTo>
                <a:lnTo>
                  <a:pt x="342" y="9135"/>
                </a:lnTo>
                <a:lnTo>
                  <a:pt x="464" y="9183"/>
                </a:lnTo>
                <a:lnTo>
                  <a:pt x="1514" y="9183"/>
                </a:lnTo>
                <a:lnTo>
                  <a:pt x="1588" y="9379"/>
                </a:lnTo>
                <a:lnTo>
                  <a:pt x="1685" y="9599"/>
                </a:lnTo>
                <a:lnTo>
                  <a:pt x="1930" y="10014"/>
                </a:lnTo>
                <a:lnTo>
                  <a:pt x="2223" y="10405"/>
                </a:lnTo>
                <a:lnTo>
                  <a:pt x="2589" y="10795"/>
                </a:lnTo>
                <a:lnTo>
                  <a:pt x="2980" y="11162"/>
                </a:lnTo>
                <a:lnTo>
                  <a:pt x="3419" y="11504"/>
                </a:lnTo>
                <a:lnTo>
                  <a:pt x="3908" y="11821"/>
                </a:lnTo>
                <a:lnTo>
                  <a:pt x="4421" y="12065"/>
                </a:lnTo>
                <a:lnTo>
                  <a:pt x="4421" y="14557"/>
                </a:lnTo>
                <a:lnTo>
                  <a:pt x="5105" y="14557"/>
                </a:lnTo>
                <a:lnTo>
                  <a:pt x="6326" y="12896"/>
                </a:lnTo>
                <a:lnTo>
                  <a:pt x="6936" y="13067"/>
                </a:lnTo>
                <a:lnTo>
                  <a:pt x="7571" y="13164"/>
                </a:lnTo>
                <a:lnTo>
                  <a:pt x="8231" y="13238"/>
                </a:lnTo>
                <a:lnTo>
                  <a:pt x="8890" y="13262"/>
                </a:lnTo>
                <a:lnTo>
                  <a:pt x="9550" y="13238"/>
                </a:lnTo>
                <a:lnTo>
                  <a:pt x="10209" y="13164"/>
                </a:lnTo>
                <a:lnTo>
                  <a:pt x="10844" y="13067"/>
                </a:lnTo>
                <a:lnTo>
                  <a:pt x="11455" y="12896"/>
                </a:lnTo>
                <a:lnTo>
                  <a:pt x="12627" y="14557"/>
                </a:lnTo>
                <a:lnTo>
                  <a:pt x="13384" y="14557"/>
                </a:lnTo>
                <a:lnTo>
                  <a:pt x="13384" y="12065"/>
                </a:lnTo>
                <a:lnTo>
                  <a:pt x="13726" y="11919"/>
                </a:lnTo>
                <a:lnTo>
                  <a:pt x="14044" y="11748"/>
                </a:lnTo>
                <a:lnTo>
                  <a:pt x="14337" y="11577"/>
                </a:lnTo>
                <a:lnTo>
                  <a:pt x="14630" y="11382"/>
                </a:lnTo>
                <a:lnTo>
                  <a:pt x="14898" y="11162"/>
                </a:lnTo>
                <a:lnTo>
                  <a:pt x="15143" y="10942"/>
                </a:lnTo>
                <a:lnTo>
                  <a:pt x="15387" y="10698"/>
                </a:lnTo>
                <a:lnTo>
                  <a:pt x="15607" y="10429"/>
                </a:lnTo>
                <a:lnTo>
                  <a:pt x="15778" y="10160"/>
                </a:lnTo>
                <a:lnTo>
                  <a:pt x="15949" y="9892"/>
                </a:lnTo>
                <a:lnTo>
                  <a:pt x="16119" y="9599"/>
                </a:lnTo>
                <a:lnTo>
                  <a:pt x="16242" y="9281"/>
                </a:lnTo>
                <a:lnTo>
                  <a:pt x="16364" y="8964"/>
                </a:lnTo>
                <a:lnTo>
                  <a:pt x="16437" y="8622"/>
                </a:lnTo>
                <a:lnTo>
                  <a:pt x="16510" y="8280"/>
                </a:lnTo>
                <a:lnTo>
                  <a:pt x="16559" y="7938"/>
                </a:lnTo>
                <a:lnTo>
                  <a:pt x="16974" y="7938"/>
                </a:lnTo>
                <a:lnTo>
                  <a:pt x="17096" y="7913"/>
                </a:lnTo>
                <a:lnTo>
                  <a:pt x="17316" y="8109"/>
                </a:lnTo>
                <a:lnTo>
                  <a:pt x="17536" y="8231"/>
                </a:lnTo>
                <a:lnTo>
                  <a:pt x="17780" y="8329"/>
                </a:lnTo>
                <a:lnTo>
                  <a:pt x="18024" y="8353"/>
                </a:lnTo>
                <a:lnTo>
                  <a:pt x="18171" y="8353"/>
                </a:lnTo>
                <a:lnTo>
                  <a:pt x="18318" y="8304"/>
                </a:lnTo>
                <a:lnTo>
                  <a:pt x="18415" y="8255"/>
                </a:lnTo>
                <a:lnTo>
                  <a:pt x="18464" y="8158"/>
                </a:lnTo>
                <a:lnTo>
                  <a:pt x="18513" y="8060"/>
                </a:lnTo>
                <a:lnTo>
                  <a:pt x="18488" y="7962"/>
                </a:lnTo>
                <a:lnTo>
                  <a:pt x="18440" y="7865"/>
                </a:lnTo>
                <a:lnTo>
                  <a:pt x="18342" y="7791"/>
                </a:lnTo>
                <a:lnTo>
                  <a:pt x="18244" y="7767"/>
                </a:lnTo>
                <a:lnTo>
                  <a:pt x="18147" y="7767"/>
                </a:lnTo>
                <a:lnTo>
                  <a:pt x="18024" y="7791"/>
                </a:lnTo>
                <a:lnTo>
                  <a:pt x="17902" y="7767"/>
                </a:lnTo>
                <a:lnTo>
                  <a:pt x="17756" y="7718"/>
                </a:lnTo>
                <a:lnTo>
                  <a:pt x="17634" y="7645"/>
                </a:lnTo>
                <a:lnTo>
                  <a:pt x="17780" y="7523"/>
                </a:lnTo>
                <a:lnTo>
                  <a:pt x="17927" y="7376"/>
                </a:lnTo>
                <a:lnTo>
                  <a:pt x="18049" y="7230"/>
                </a:lnTo>
                <a:lnTo>
                  <a:pt x="18122" y="7059"/>
                </a:lnTo>
                <a:lnTo>
                  <a:pt x="18171" y="6888"/>
                </a:lnTo>
                <a:lnTo>
                  <a:pt x="18171" y="6717"/>
                </a:lnTo>
                <a:lnTo>
                  <a:pt x="18147" y="6546"/>
                </a:lnTo>
                <a:lnTo>
                  <a:pt x="18073" y="6424"/>
                </a:lnTo>
                <a:lnTo>
                  <a:pt x="18000" y="6326"/>
                </a:lnTo>
                <a:lnTo>
                  <a:pt x="17902" y="6253"/>
                </a:lnTo>
                <a:lnTo>
                  <a:pt x="17805" y="6204"/>
                </a:lnTo>
                <a:lnTo>
                  <a:pt x="17683" y="6179"/>
                </a:lnTo>
                <a:lnTo>
                  <a:pt x="17560" y="6179"/>
                </a:lnTo>
                <a:lnTo>
                  <a:pt x="17438" y="6204"/>
                </a:lnTo>
                <a:lnTo>
                  <a:pt x="17341" y="6228"/>
                </a:lnTo>
                <a:lnTo>
                  <a:pt x="17243" y="6277"/>
                </a:lnTo>
                <a:lnTo>
                  <a:pt x="17145" y="6326"/>
                </a:lnTo>
                <a:lnTo>
                  <a:pt x="17048" y="6424"/>
                </a:lnTo>
                <a:lnTo>
                  <a:pt x="16974" y="6497"/>
                </a:lnTo>
                <a:lnTo>
                  <a:pt x="16925" y="6619"/>
                </a:lnTo>
                <a:lnTo>
                  <a:pt x="16852" y="6790"/>
                </a:lnTo>
                <a:lnTo>
                  <a:pt x="16803" y="6985"/>
                </a:lnTo>
                <a:lnTo>
                  <a:pt x="16803" y="7181"/>
                </a:lnTo>
                <a:lnTo>
                  <a:pt x="16828" y="7376"/>
                </a:lnTo>
                <a:lnTo>
                  <a:pt x="16706" y="7376"/>
                </a:lnTo>
                <a:lnTo>
                  <a:pt x="16584" y="7352"/>
                </a:lnTo>
                <a:lnTo>
                  <a:pt x="16559" y="7034"/>
                </a:lnTo>
                <a:lnTo>
                  <a:pt x="16535" y="6717"/>
                </a:lnTo>
                <a:lnTo>
                  <a:pt x="16486" y="6399"/>
                </a:lnTo>
                <a:lnTo>
                  <a:pt x="16413" y="6082"/>
                </a:lnTo>
                <a:lnTo>
                  <a:pt x="16315" y="5764"/>
                </a:lnTo>
                <a:lnTo>
                  <a:pt x="16217" y="5471"/>
                </a:lnTo>
                <a:lnTo>
                  <a:pt x="16095" y="5178"/>
                </a:lnTo>
                <a:lnTo>
                  <a:pt x="15949" y="4885"/>
                </a:lnTo>
                <a:lnTo>
                  <a:pt x="15802" y="4616"/>
                </a:lnTo>
                <a:lnTo>
                  <a:pt x="15631" y="4323"/>
                </a:lnTo>
                <a:lnTo>
                  <a:pt x="15436" y="4079"/>
                </a:lnTo>
                <a:lnTo>
                  <a:pt x="15240" y="3810"/>
                </a:lnTo>
                <a:lnTo>
                  <a:pt x="15020" y="3566"/>
                </a:lnTo>
                <a:lnTo>
                  <a:pt x="14801" y="3322"/>
                </a:lnTo>
                <a:lnTo>
                  <a:pt x="14556" y="3102"/>
                </a:lnTo>
                <a:lnTo>
                  <a:pt x="14312" y="2882"/>
                </a:lnTo>
                <a:lnTo>
                  <a:pt x="14044" y="2663"/>
                </a:lnTo>
                <a:lnTo>
                  <a:pt x="13750" y="2467"/>
                </a:lnTo>
                <a:lnTo>
                  <a:pt x="13457" y="2272"/>
                </a:lnTo>
                <a:lnTo>
                  <a:pt x="13164" y="2101"/>
                </a:lnTo>
                <a:lnTo>
                  <a:pt x="12847" y="1930"/>
                </a:lnTo>
                <a:lnTo>
                  <a:pt x="12529" y="1783"/>
                </a:lnTo>
                <a:lnTo>
                  <a:pt x="12212" y="1637"/>
                </a:lnTo>
                <a:lnTo>
                  <a:pt x="11870" y="1515"/>
                </a:lnTo>
                <a:lnTo>
                  <a:pt x="11528" y="1393"/>
                </a:lnTo>
                <a:lnTo>
                  <a:pt x="11162" y="1295"/>
                </a:lnTo>
                <a:lnTo>
                  <a:pt x="10795" y="1222"/>
                </a:lnTo>
                <a:lnTo>
                  <a:pt x="10429" y="1148"/>
                </a:lnTo>
                <a:lnTo>
                  <a:pt x="10063" y="1099"/>
                </a:lnTo>
                <a:lnTo>
                  <a:pt x="9672" y="1051"/>
                </a:lnTo>
                <a:lnTo>
                  <a:pt x="9281" y="1026"/>
                </a:lnTo>
                <a:lnTo>
                  <a:pt x="8353" y="1026"/>
                </a:lnTo>
                <a:lnTo>
                  <a:pt x="7816" y="1075"/>
                </a:lnTo>
                <a:lnTo>
                  <a:pt x="7278" y="1148"/>
                </a:lnTo>
                <a:lnTo>
                  <a:pt x="6765" y="1270"/>
                </a:lnTo>
                <a:lnTo>
                  <a:pt x="6619" y="1051"/>
                </a:lnTo>
                <a:lnTo>
                  <a:pt x="6472" y="880"/>
                </a:lnTo>
                <a:lnTo>
                  <a:pt x="6301" y="709"/>
                </a:lnTo>
                <a:lnTo>
                  <a:pt x="6155" y="562"/>
                </a:lnTo>
                <a:lnTo>
                  <a:pt x="5984" y="440"/>
                </a:lnTo>
                <a:lnTo>
                  <a:pt x="5837" y="342"/>
                </a:lnTo>
                <a:lnTo>
                  <a:pt x="5520" y="196"/>
                </a:lnTo>
                <a:lnTo>
                  <a:pt x="5251" y="98"/>
                </a:lnTo>
                <a:lnTo>
                  <a:pt x="5031" y="49"/>
                </a:lnTo>
                <a:lnTo>
                  <a:pt x="483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64" name="Google Shape;856;p47">
            <a:extLst>
              <a:ext uri="{FF2B5EF4-FFF2-40B4-BE49-F238E27FC236}">
                <a16:creationId xmlns:a16="http://schemas.microsoft.com/office/drawing/2014/main" xmlns="" id="{A29D393E-0B92-06B0-F3D7-494B7C60E3A0}"/>
              </a:ext>
            </a:extLst>
          </p:cNvPr>
          <p:cNvSpPr/>
          <p:nvPr/>
        </p:nvSpPr>
        <p:spPr>
          <a:xfrm>
            <a:off x="6271952" y="3679182"/>
            <a:ext cx="159540" cy="229648"/>
          </a:xfrm>
          <a:custGeom>
            <a:avLst/>
            <a:gdLst/>
            <a:ahLst/>
            <a:cxnLst/>
            <a:rect l="l" t="t" r="r" b="b"/>
            <a:pathLst>
              <a:path w="12896" h="18563" extrusionOk="0">
                <a:moveTo>
                  <a:pt x="6448" y="1564"/>
                </a:moveTo>
                <a:lnTo>
                  <a:pt x="6814" y="1588"/>
                </a:lnTo>
                <a:lnTo>
                  <a:pt x="7181" y="1637"/>
                </a:lnTo>
                <a:lnTo>
                  <a:pt x="7523" y="1735"/>
                </a:lnTo>
                <a:lnTo>
                  <a:pt x="7865" y="1857"/>
                </a:lnTo>
                <a:lnTo>
                  <a:pt x="8182" y="2003"/>
                </a:lnTo>
                <a:lnTo>
                  <a:pt x="8475" y="2199"/>
                </a:lnTo>
                <a:lnTo>
                  <a:pt x="8768" y="2394"/>
                </a:lnTo>
                <a:lnTo>
                  <a:pt x="9013" y="2638"/>
                </a:lnTo>
                <a:lnTo>
                  <a:pt x="9257" y="2883"/>
                </a:lnTo>
                <a:lnTo>
                  <a:pt x="9477" y="3176"/>
                </a:lnTo>
                <a:lnTo>
                  <a:pt x="9647" y="3469"/>
                </a:lnTo>
                <a:lnTo>
                  <a:pt x="9794" y="3786"/>
                </a:lnTo>
                <a:lnTo>
                  <a:pt x="9916" y="4128"/>
                </a:lnTo>
                <a:lnTo>
                  <a:pt x="10014" y="4470"/>
                </a:lnTo>
                <a:lnTo>
                  <a:pt x="10063" y="4836"/>
                </a:lnTo>
                <a:lnTo>
                  <a:pt x="10087" y="5203"/>
                </a:lnTo>
                <a:lnTo>
                  <a:pt x="10087" y="7547"/>
                </a:lnTo>
                <a:lnTo>
                  <a:pt x="2809" y="7547"/>
                </a:lnTo>
                <a:lnTo>
                  <a:pt x="2809" y="5203"/>
                </a:lnTo>
                <a:lnTo>
                  <a:pt x="2833" y="4836"/>
                </a:lnTo>
                <a:lnTo>
                  <a:pt x="2882" y="4470"/>
                </a:lnTo>
                <a:lnTo>
                  <a:pt x="2980" y="4128"/>
                </a:lnTo>
                <a:lnTo>
                  <a:pt x="3102" y="3786"/>
                </a:lnTo>
                <a:lnTo>
                  <a:pt x="3249" y="3469"/>
                </a:lnTo>
                <a:lnTo>
                  <a:pt x="3420" y="3176"/>
                </a:lnTo>
                <a:lnTo>
                  <a:pt x="3639" y="2883"/>
                </a:lnTo>
                <a:lnTo>
                  <a:pt x="3884" y="2638"/>
                </a:lnTo>
                <a:lnTo>
                  <a:pt x="4128" y="2394"/>
                </a:lnTo>
                <a:lnTo>
                  <a:pt x="4421" y="2199"/>
                </a:lnTo>
                <a:lnTo>
                  <a:pt x="4714" y="2003"/>
                </a:lnTo>
                <a:lnTo>
                  <a:pt x="5032" y="1857"/>
                </a:lnTo>
                <a:lnTo>
                  <a:pt x="5373" y="1735"/>
                </a:lnTo>
                <a:lnTo>
                  <a:pt x="5715" y="1637"/>
                </a:lnTo>
                <a:lnTo>
                  <a:pt x="6082" y="1588"/>
                </a:lnTo>
                <a:lnTo>
                  <a:pt x="6448" y="1564"/>
                </a:lnTo>
                <a:close/>
                <a:moveTo>
                  <a:pt x="6448" y="10991"/>
                </a:moveTo>
                <a:lnTo>
                  <a:pt x="6692" y="11015"/>
                </a:lnTo>
                <a:lnTo>
                  <a:pt x="6937" y="11089"/>
                </a:lnTo>
                <a:lnTo>
                  <a:pt x="7132" y="11211"/>
                </a:lnTo>
                <a:lnTo>
                  <a:pt x="7327" y="11357"/>
                </a:lnTo>
                <a:lnTo>
                  <a:pt x="7474" y="11528"/>
                </a:lnTo>
                <a:lnTo>
                  <a:pt x="7572" y="11748"/>
                </a:lnTo>
                <a:lnTo>
                  <a:pt x="7645" y="11968"/>
                </a:lnTo>
                <a:lnTo>
                  <a:pt x="7669" y="12212"/>
                </a:lnTo>
                <a:lnTo>
                  <a:pt x="7669" y="12383"/>
                </a:lnTo>
                <a:lnTo>
                  <a:pt x="7645" y="12530"/>
                </a:lnTo>
                <a:lnTo>
                  <a:pt x="7596" y="12701"/>
                </a:lnTo>
                <a:lnTo>
                  <a:pt x="7523" y="12823"/>
                </a:lnTo>
                <a:lnTo>
                  <a:pt x="7425" y="12969"/>
                </a:lnTo>
                <a:lnTo>
                  <a:pt x="7327" y="13067"/>
                </a:lnTo>
                <a:lnTo>
                  <a:pt x="7205" y="13189"/>
                </a:lnTo>
                <a:lnTo>
                  <a:pt x="7083" y="13262"/>
                </a:lnTo>
                <a:lnTo>
                  <a:pt x="7230" y="15094"/>
                </a:lnTo>
                <a:lnTo>
                  <a:pt x="5667" y="15094"/>
                </a:lnTo>
                <a:lnTo>
                  <a:pt x="5813" y="13262"/>
                </a:lnTo>
                <a:lnTo>
                  <a:pt x="5691" y="13189"/>
                </a:lnTo>
                <a:lnTo>
                  <a:pt x="5569" y="13067"/>
                </a:lnTo>
                <a:lnTo>
                  <a:pt x="5471" y="12969"/>
                </a:lnTo>
                <a:lnTo>
                  <a:pt x="5373" y="12823"/>
                </a:lnTo>
                <a:lnTo>
                  <a:pt x="5300" y="12701"/>
                </a:lnTo>
                <a:lnTo>
                  <a:pt x="5251" y="12530"/>
                </a:lnTo>
                <a:lnTo>
                  <a:pt x="5227" y="12383"/>
                </a:lnTo>
                <a:lnTo>
                  <a:pt x="5227" y="12212"/>
                </a:lnTo>
                <a:lnTo>
                  <a:pt x="5251" y="11968"/>
                </a:lnTo>
                <a:lnTo>
                  <a:pt x="5325" y="11748"/>
                </a:lnTo>
                <a:lnTo>
                  <a:pt x="5422" y="11528"/>
                </a:lnTo>
                <a:lnTo>
                  <a:pt x="5569" y="11357"/>
                </a:lnTo>
                <a:lnTo>
                  <a:pt x="5764" y="11211"/>
                </a:lnTo>
                <a:lnTo>
                  <a:pt x="5960" y="11089"/>
                </a:lnTo>
                <a:lnTo>
                  <a:pt x="6204" y="11015"/>
                </a:lnTo>
                <a:lnTo>
                  <a:pt x="6448" y="10991"/>
                </a:lnTo>
                <a:close/>
                <a:moveTo>
                  <a:pt x="6448" y="1"/>
                </a:moveTo>
                <a:lnTo>
                  <a:pt x="5911" y="25"/>
                </a:lnTo>
                <a:lnTo>
                  <a:pt x="5398" y="123"/>
                </a:lnTo>
                <a:lnTo>
                  <a:pt x="4909" y="245"/>
                </a:lnTo>
                <a:lnTo>
                  <a:pt x="4421" y="416"/>
                </a:lnTo>
                <a:lnTo>
                  <a:pt x="3981" y="636"/>
                </a:lnTo>
                <a:lnTo>
                  <a:pt x="3542" y="904"/>
                </a:lnTo>
                <a:lnTo>
                  <a:pt x="3151" y="1197"/>
                </a:lnTo>
                <a:lnTo>
                  <a:pt x="2760" y="1539"/>
                </a:lnTo>
                <a:lnTo>
                  <a:pt x="2443" y="1906"/>
                </a:lnTo>
                <a:lnTo>
                  <a:pt x="2125" y="2296"/>
                </a:lnTo>
                <a:lnTo>
                  <a:pt x="1881" y="2736"/>
                </a:lnTo>
                <a:lnTo>
                  <a:pt x="1661" y="3176"/>
                </a:lnTo>
                <a:lnTo>
                  <a:pt x="1466" y="3664"/>
                </a:lnTo>
                <a:lnTo>
                  <a:pt x="1344" y="4153"/>
                </a:lnTo>
                <a:lnTo>
                  <a:pt x="1270" y="4690"/>
                </a:lnTo>
                <a:lnTo>
                  <a:pt x="1246" y="5203"/>
                </a:lnTo>
                <a:lnTo>
                  <a:pt x="1246" y="7547"/>
                </a:lnTo>
                <a:lnTo>
                  <a:pt x="391" y="7547"/>
                </a:lnTo>
                <a:lnTo>
                  <a:pt x="293" y="7572"/>
                </a:lnTo>
                <a:lnTo>
                  <a:pt x="220" y="7621"/>
                </a:lnTo>
                <a:lnTo>
                  <a:pt x="147" y="7669"/>
                </a:lnTo>
                <a:lnTo>
                  <a:pt x="74" y="7743"/>
                </a:lnTo>
                <a:lnTo>
                  <a:pt x="49" y="7840"/>
                </a:lnTo>
                <a:lnTo>
                  <a:pt x="0" y="7914"/>
                </a:lnTo>
                <a:lnTo>
                  <a:pt x="0" y="8036"/>
                </a:lnTo>
                <a:lnTo>
                  <a:pt x="0" y="18074"/>
                </a:lnTo>
                <a:lnTo>
                  <a:pt x="0" y="18171"/>
                </a:lnTo>
                <a:lnTo>
                  <a:pt x="49" y="18269"/>
                </a:lnTo>
                <a:lnTo>
                  <a:pt x="74" y="18342"/>
                </a:lnTo>
                <a:lnTo>
                  <a:pt x="147" y="18416"/>
                </a:lnTo>
                <a:lnTo>
                  <a:pt x="220" y="18464"/>
                </a:lnTo>
                <a:lnTo>
                  <a:pt x="293" y="18513"/>
                </a:lnTo>
                <a:lnTo>
                  <a:pt x="391" y="18538"/>
                </a:lnTo>
                <a:lnTo>
                  <a:pt x="489" y="18562"/>
                </a:lnTo>
                <a:lnTo>
                  <a:pt x="12407" y="18562"/>
                </a:lnTo>
                <a:lnTo>
                  <a:pt x="12505" y="18538"/>
                </a:lnTo>
                <a:lnTo>
                  <a:pt x="12603" y="18513"/>
                </a:lnTo>
                <a:lnTo>
                  <a:pt x="12676" y="18464"/>
                </a:lnTo>
                <a:lnTo>
                  <a:pt x="12749" y="18416"/>
                </a:lnTo>
                <a:lnTo>
                  <a:pt x="12822" y="18342"/>
                </a:lnTo>
                <a:lnTo>
                  <a:pt x="12847" y="18269"/>
                </a:lnTo>
                <a:lnTo>
                  <a:pt x="12896" y="18171"/>
                </a:lnTo>
                <a:lnTo>
                  <a:pt x="12896" y="18074"/>
                </a:lnTo>
                <a:lnTo>
                  <a:pt x="12896" y="8036"/>
                </a:lnTo>
                <a:lnTo>
                  <a:pt x="12896" y="7914"/>
                </a:lnTo>
                <a:lnTo>
                  <a:pt x="12847" y="7840"/>
                </a:lnTo>
                <a:lnTo>
                  <a:pt x="12822" y="7743"/>
                </a:lnTo>
                <a:lnTo>
                  <a:pt x="12749" y="7669"/>
                </a:lnTo>
                <a:lnTo>
                  <a:pt x="12676" y="7621"/>
                </a:lnTo>
                <a:lnTo>
                  <a:pt x="12603" y="7572"/>
                </a:lnTo>
                <a:lnTo>
                  <a:pt x="12505" y="7547"/>
                </a:lnTo>
                <a:lnTo>
                  <a:pt x="11650" y="7547"/>
                </a:lnTo>
                <a:lnTo>
                  <a:pt x="11650" y="5203"/>
                </a:lnTo>
                <a:lnTo>
                  <a:pt x="11626" y="4690"/>
                </a:lnTo>
                <a:lnTo>
                  <a:pt x="11552" y="4153"/>
                </a:lnTo>
                <a:lnTo>
                  <a:pt x="11430" y="3664"/>
                </a:lnTo>
                <a:lnTo>
                  <a:pt x="11235" y="3176"/>
                </a:lnTo>
                <a:lnTo>
                  <a:pt x="11015" y="2736"/>
                </a:lnTo>
                <a:lnTo>
                  <a:pt x="10771" y="2296"/>
                </a:lnTo>
                <a:lnTo>
                  <a:pt x="10453" y="1906"/>
                </a:lnTo>
                <a:lnTo>
                  <a:pt x="10136" y="1539"/>
                </a:lnTo>
                <a:lnTo>
                  <a:pt x="9745" y="1197"/>
                </a:lnTo>
                <a:lnTo>
                  <a:pt x="9354" y="904"/>
                </a:lnTo>
                <a:lnTo>
                  <a:pt x="8939" y="636"/>
                </a:lnTo>
                <a:lnTo>
                  <a:pt x="8475" y="416"/>
                </a:lnTo>
                <a:lnTo>
                  <a:pt x="7987" y="245"/>
                </a:lnTo>
                <a:lnTo>
                  <a:pt x="7498" y="123"/>
                </a:lnTo>
                <a:lnTo>
                  <a:pt x="6985" y="25"/>
                </a:lnTo>
                <a:lnTo>
                  <a:pt x="644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165" name="Google Shape;857;p47">
            <a:extLst>
              <a:ext uri="{FF2B5EF4-FFF2-40B4-BE49-F238E27FC236}">
                <a16:creationId xmlns:a16="http://schemas.microsoft.com/office/drawing/2014/main" xmlns="" id="{6F8668A0-7581-A06E-B49D-053C5A82E99C}"/>
              </a:ext>
            </a:extLst>
          </p:cNvPr>
          <p:cNvGrpSpPr/>
          <p:nvPr/>
        </p:nvGrpSpPr>
        <p:grpSpPr>
          <a:xfrm>
            <a:off x="6607014" y="3686419"/>
            <a:ext cx="156521" cy="222398"/>
            <a:chOff x="6701050" y="2978375"/>
            <a:chExt cx="316300" cy="449425"/>
          </a:xfrm>
        </p:grpSpPr>
        <p:sp>
          <p:nvSpPr>
            <p:cNvPr id="166" name="Google Shape;858;p47">
              <a:extLst>
                <a:ext uri="{FF2B5EF4-FFF2-40B4-BE49-F238E27FC236}">
                  <a16:creationId xmlns:a16="http://schemas.microsoft.com/office/drawing/2014/main" xmlns="" id="{DCD8BC5D-A5FA-2A83-C47C-CAF9F57CFBF5}"/>
                </a:ext>
              </a:extLst>
            </p:cNvPr>
            <p:cNvSpPr/>
            <p:nvPr/>
          </p:nvSpPr>
          <p:spPr>
            <a:xfrm>
              <a:off x="6701050" y="2978375"/>
              <a:ext cx="316300" cy="78175"/>
            </a:xfrm>
            <a:custGeom>
              <a:avLst/>
              <a:gdLst/>
              <a:ahLst/>
              <a:cxnLst/>
              <a:rect l="l" t="t" r="r" b="b"/>
              <a:pathLst>
                <a:path w="12652" h="3127" extrusionOk="0">
                  <a:moveTo>
                    <a:pt x="7840" y="782"/>
                  </a:moveTo>
                  <a:lnTo>
                    <a:pt x="7865" y="807"/>
                  </a:lnTo>
                  <a:lnTo>
                    <a:pt x="7889" y="831"/>
                  </a:lnTo>
                  <a:lnTo>
                    <a:pt x="7889" y="880"/>
                  </a:lnTo>
                  <a:lnTo>
                    <a:pt x="7889" y="1417"/>
                  </a:lnTo>
                  <a:lnTo>
                    <a:pt x="4763" y="1417"/>
                  </a:lnTo>
                  <a:lnTo>
                    <a:pt x="4763" y="880"/>
                  </a:lnTo>
                  <a:lnTo>
                    <a:pt x="4763" y="831"/>
                  </a:lnTo>
                  <a:lnTo>
                    <a:pt x="4787" y="807"/>
                  </a:lnTo>
                  <a:lnTo>
                    <a:pt x="4812" y="782"/>
                  </a:lnTo>
                  <a:close/>
                  <a:moveTo>
                    <a:pt x="4861" y="1"/>
                  </a:moveTo>
                  <a:lnTo>
                    <a:pt x="4690" y="25"/>
                  </a:lnTo>
                  <a:lnTo>
                    <a:pt x="4519" y="74"/>
                  </a:lnTo>
                  <a:lnTo>
                    <a:pt x="4372" y="147"/>
                  </a:lnTo>
                  <a:lnTo>
                    <a:pt x="4250" y="269"/>
                  </a:lnTo>
                  <a:lnTo>
                    <a:pt x="4128" y="392"/>
                  </a:lnTo>
                  <a:lnTo>
                    <a:pt x="4055" y="538"/>
                  </a:lnTo>
                  <a:lnTo>
                    <a:pt x="4006" y="709"/>
                  </a:lnTo>
                  <a:lnTo>
                    <a:pt x="3982" y="880"/>
                  </a:lnTo>
                  <a:lnTo>
                    <a:pt x="3982" y="1417"/>
                  </a:lnTo>
                  <a:lnTo>
                    <a:pt x="391" y="1417"/>
                  </a:lnTo>
                  <a:lnTo>
                    <a:pt x="294" y="1466"/>
                  </a:lnTo>
                  <a:lnTo>
                    <a:pt x="220" y="1491"/>
                  </a:lnTo>
                  <a:lnTo>
                    <a:pt x="147" y="1564"/>
                  </a:lnTo>
                  <a:lnTo>
                    <a:pt x="74" y="1637"/>
                  </a:lnTo>
                  <a:lnTo>
                    <a:pt x="49" y="1710"/>
                  </a:lnTo>
                  <a:lnTo>
                    <a:pt x="1" y="1808"/>
                  </a:lnTo>
                  <a:lnTo>
                    <a:pt x="1" y="1906"/>
                  </a:lnTo>
                  <a:lnTo>
                    <a:pt x="1" y="3127"/>
                  </a:lnTo>
                  <a:lnTo>
                    <a:pt x="12652" y="3127"/>
                  </a:lnTo>
                  <a:lnTo>
                    <a:pt x="12652" y="1906"/>
                  </a:lnTo>
                  <a:lnTo>
                    <a:pt x="12652" y="1808"/>
                  </a:lnTo>
                  <a:lnTo>
                    <a:pt x="12603" y="1710"/>
                  </a:lnTo>
                  <a:lnTo>
                    <a:pt x="12578" y="1637"/>
                  </a:lnTo>
                  <a:lnTo>
                    <a:pt x="12505" y="1564"/>
                  </a:lnTo>
                  <a:lnTo>
                    <a:pt x="12432" y="1491"/>
                  </a:lnTo>
                  <a:lnTo>
                    <a:pt x="12359" y="1466"/>
                  </a:lnTo>
                  <a:lnTo>
                    <a:pt x="12261" y="1417"/>
                  </a:lnTo>
                  <a:lnTo>
                    <a:pt x="8671" y="1417"/>
                  </a:lnTo>
                  <a:lnTo>
                    <a:pt x="8671" y="880"/>
                  </a:lnTo>
                  <a:lnTo>
                    <a:pt x="8646" y="709"/>
                  </a:lnTo>
                  <a:lnTo>
                    <a:pt x="8597" y="538"/>
                  </a:lnTo>
                  <a:lnTo>
                    <a:pt x="8524" y="392"/>
                  </a:lnTo>
                  <a:lnTo>
                    <a:pt x="8402" y="269"/>
                  </a:lnTo>
                  <a:lnTo>
                    <a:pt x="8280" y="147"/>
                  </a:lnTo>
                  <a:lnTo>
                    <a:pt x="8133" y="74"/>
                  </a:lnTo>
                  <a:lnTo>
                    <a:pt x="7962" y="25"/>
                  </a:lnTo>
                  <a:lnTo>
                    <a:pt x="77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7" name="Google Shape;859;p47">
              <a:extLst>
                <a:ext uri="{FF2B5EF4-FFF2-40B4-BE49-F238E27FC236}">
                  <a16:creationId xmlns:a16="http://schemas.microsoft.com/office/drawing/2014/main" xmlns="" id="{00AD4DD8-9907-B94C-2CD4-4272C0F4FA6F}"/>
                </a:ext>
              </a:extLst>
            </p:cNvPr>
            <p:cNvSpPr/>
            <p:nvPr/>
          </p:nvSpPr>
          <p:spPr>
            <a:xfrm>
              <a:off x="6713875" y="3068750"/>
              <a:ext cx="290650" cy="359050"/>
            </a:xfrm>
            <a:custGeom>
              <a:avLst/>
              <a:gdLst/>
              <a:ahLst/>
              <a:cxnLst/>
              <a:rect l="l" t="t" r="r" b="b"/>
              <a:pathLst>
                <a:path w="11626" h="14362" extrusionOk="0">
                  <a:moveTo>
                    <a:pt x="2614" y="1686"/>
                  </a:moveTo>
                  <a:lnTo>
                    <a:pt x="2711" y="1710"/>
                  </a:lnTo>
                  <a:lnTo>
                    <a:pt x="2785" y="1759"/>
                  </a:lnTo>
                  <a:lnTo>
                    <a:pt x="2834" y="1857"/>
                  </a:lnTo>
                  <a:lnTo>
                    <a:pt x="2858" y="1930"/>
                  </a:lnTo>
                  <a:lnTo>
                    <a:pt x="2858" y="12432"/>
                  </a:lnTo>
                  <a:lnTo>
                    <a:pt x="2834" y="12529"/>
                  </a:lnTo>
                  <a:lnTo>
                    <a:pt x="2785" y="12603"/>
                  </a:lnTo>
                  <a:lnTo>
                    <a:pt x="2711" y="12652"/>
                  </a:lnTo>
                  <a:lnTo>
                    <a:pt x="2614" y="12676"/>
                  </a:lnTo>
                  <a:lnTo>
                    <a:pt x="2516" y="12652"/>
                  </a:lnTo>
                  <a:lnTo>
                    <a:pt x="2443" y="12603"/>
                  </a:lnTo>
                  <a:lnTo>
                    <a:pt x="2394" y="12529"/>
                  </a:lnTo>
                  <a:lnTo>
                    <a:pt x="2369" y="12432"/>
                  </a:lnTo>
                  <a:lnTo>
                    <a:pt x="2369" y="1930"/>
                  </a:lnTo>
                  <a:lnTo>
                    <a:pt x="2394" y="1857"/>
                  </a:lnTo>
                  <a:lnTo>
                    <a:pt x="2443" y="1759"/>
                  </a:lnTo>
                  <a:lnTo>
                    <a:pt x="2516" y="1710"/>
                  </a:lnTo>
                  <a:lnTo>
                    <a:pt x="2614" y="1686"/>
                  </a:lnTo>
                  <a:close/>
                  <a:moveTo>
                    <a:pt x="5813" y="1686"/>
                  </a:moveTo>
                  <a:lnTo>
                    <a:pt x="5911" y="1710"/>
                  </a:lnTo>
                  <a:lnTo>
                    <a:pt x="5984" y="1759"/>
                  </a:lnTo>
                  <a:lnTo>
                    <a:pt x="6033" y="1857"/>
                  </a:lnTo>
                  <a:lnTo>
                    <a:pt x="6057" y="1930"/>
                  </a:lnTo>
                  <a:lnTo>
                    <a:pt x="6057" y="12432"/>
                  </a:lnTo>
                  <a:lnTo>
                    <a:pt x="6033" y="12529"/>
                  </a:lnTo>
                  <a:lnTo>
                    <a:pt x="5984" y="12603"/>
                  </a:lnTo>
                  <a:lnTo>
                    <a:pt x="5911" y="12652"/>
                  </a:lnTo>
                  <a:lnTo>
                    <a:pt x="5813" y="12676"/>
                  </a:lnTo>
                  <a:lnTo>
                    <a:pt x="5715" y="12652"/>
                  </a:lnTo>
                  <a:lnTo>
                    <a:pt x="5642" y="12603"/>
                  </a:lnTo>
                  <a:lnTo>
                    <a:pt x="5593" y="12529"/>
                  </a:lnTo>
                  <a:lnTo>
                    <a:pt x="5569" y="12432"/>
                  </a:lnTo>
                  <a:lnTo>
                    <a:pt x="5569" y="1930"/>
                  </a:lnTo>
                  <a:lnTo>
                    <a:pt x="5593" y="1857"/>
                  </a:lnTo>
                  <a:lnTo>
                    <a:pt x="5642" y="1759"/>
                  </a:lnTo>
                  <a:lnTo>
                    <a:pt x="5715" y="1710"/>
                  </a:lnTo>
                  <a:lnTo>
                    <a:pt x="5813" y="1686"/>
                  </a:lnTo>
                  <a:close/>
                  <a:moveTo>
                    <a:pt x="9013" y="1686"/>
                  </a:moveTo>
                  <a:lnTo>
                    <a:pt x="9110" y="1710"/>
                  </a:lnTo>
                  <a:lnTo>
                    <a:pt x="9183" y="1759"/>
                  </a:lnTo>
                  <a:lnTo>
                    <a:pt x="9232" y="1857"/>
                  </a:lnTo>
                  <a:lnTo>
                    <a:pt x="9257" y="1930"/>
                  </a:lnTo>
                  <a:lnTo>
                    <a:pt x="9257" y="12432"/>
                  </a:lnTo>
                  <a:lnTo>
                    <a:pt x="9232" y="12529"/>
                  </a:lnTo>
                  <a:lnTo>
                    <a:pt x="9183" y="12603"/>
                  </a:lnTo>
                  <a:lnTo>
                    <a:pt x="9110" y="12652"/>
                  </a:lnTo>
                  <a:lnTo>
                    <a:pt x="9013" y="12676"/>
                  </a:lnTo>
                  <a:lnTo>
                    <a:pt x="8915" y="12652"/>
                  </a:lnTo>
                  <a:lnTo>
                    <a:pt x="8842" y="12603"/>
                  </a:lnTo>
                  <a:lnTo>
                    <a:pt x="8793" y="12529"/>
                  </a:lnTo>
                  <a:lnTo>
                    <a:pt x="8768" y="12432"/>
                  </a:lnTo>
                  <a:lnTo>
                    <a:pt x="8768" y="1930"/>
                  </a:lnTo>
                  <a:lnTo>
                    <a:pt x="8793" y="1857"/>
                  </a:lnTo>
                  <a:lnTo>
                    <a:pt x="8842" y="1759"/>
                  </a:lnTo>
                  <a:lnTo>
                    <a:pt x="8915" y="1710"/>
                  </a:lnTo>
                  <a:lnTo>
                    <a:pt x="9013" y="1686"/>
                  </a:lnTo>
                  <a:close/>
                  <a:moveTo>
                    <a:pt x="0" y="0"/>
                  </a:moveTo>
                  <a:lnTo>
                    <a:pt x="0" y="13873"/>
                  </a:lnTo>
                  <a:lnTo>
                    <a:pt x="0" y="13970"/>
                  </a:lnTo>
                  <a:lnTo>
                    <a:pt x="49" y="14068"/>
                  </a:lnTo>
                  <a:lnTo>
                    <a:pt x="74" y="14141"/>
                  </a:lnTo>
                  <a:lnTo>
                    <a:pt x="147" y="14215"/>
                  </a:lnTo>
                  <a:lnTo>
                    <a:pt x="220" y="14263"/>
                  </a:lnTo>
                  <a:lnTo>
                    <a:pt x="294" y="14312"/>
                  </a:lnTo>
                  <a:lnTo>
                    <a:pt x="391" y="14337"/>
                  </a:lnTo>
                  <a:lnTo>
                    <a:pt x="489" y="14361"/>
                  </a:lnTo>
                  <a:lnTo>
                    <a:pt x="11137" y="14361"/>
                  </a:lnTo>
                  <a:lnTo>
                    <a:pt x="11235" y="14337"/>
                  </a:lnTo>
                  <a:lnTo>
                    <a:pt x="11333" y="14312"/>
                  </a:lnTo>
                  <a:lnTo>
                    <a:pt x="11406" y="14263"/>
                  </a:lnTo>
                  <a:lnTo>
                    <a:pt x="11479" y="14215"/>
                  </a:lnTo>
                  <a:lnTo>
                    <a:pt x="11553" y="14141"/>
                  </a:lnTo>
                  <a:lnTo>
                    <a:pt x="11577" y="14068"/>
                  </a:lnTo>
                  <a:lnTo>
                    <a:pt x="11626" y="13970"/>
                  </a:lnTo>
                  <a:lnTo>
                    <a:pt x="11626" y="13873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168" name="Google Shape;860;p47">
            <a:extLst>
              <a:ext uri="{FF2B5EF4-FFF2-40B4-BE49-F238E27FC236}">
                <a16:creationId xmlns:a16="http://schemas.microsoft.com/office/drawing/2014/main" xmlns="" id="{25F45604-3CB0-11CC-01CE-0D4BCEE967DC}"/>
              </a:ext>
            </a:extLst>
          </p:cNvPr>
          <p:cNvGrpSpPr/>
          <p:nvPr/>
        </p:nvGrpSpPr>
        <p:grpSpPr>
          <a:xfrm>
            <a:off x="3905241" y="4052621"/>
            <a:ext cx="223004" cy="149878"/>
            <a:chOff x="1241275" y="3718400"/>
            <a:chExt cx="450650" cy="302875"/>
          </a:xfrm>
        </p:grpSpPr>
        <p:sp>
          <p:nvSpPr>
            <p:cNvPr id="169" name="Google Shape;861;p47">
              <a:extLst>
                <a:ext uri="{FF2B5EF4-FFF2-40B4-BE49-F238E27FC236}">
                  <a16:creationId xmlns:a16="http://schemas.microsoft.com/office/drawing/2014/main" xmlns="" id="{975E6D82-5060-8144-B923-D1A568484620}"/>
                </a:ext>
              </a:extLst>
            </p:cNvPr>
            <p:cNvSpPr/>
            <p:nvPr/>
          </p:nvSpPr>
          <p:spPr>
            <a:xfrm>
              <a:off x="1241275" y="3718400"/>
              <a:ext cx="450650" cy="302875"/>
            </a:xfrm>
            <a:custGeom>
              <a:avLst/>
              <a:gdLst/>
              <a:ahLst/>
              <a:cxnLst/>
              <a:rect l="l" t="t" r="r" b="b"/>
              <a:pathLst>
                <a:path w="18026" h="12115" extrusionOk="0">
                  <a:moveTo>
                    <a:pt x="17048" y="977"/>
                  </a:moveTo>
                  <a:lnTo>
                    <a:pt x="17048" y="3127"/>
                  </a:lnTo>
                  <a:lnTo>
                    <a:pt x="978" y="3127"/>
                  </a:lnTo>
                  <a:lnTo>
                    <a:pt x="978" y="977"/>
                  </a:lnTo>
                  <a:close/>
                  <a:moveTo>
                    <a:pt x="17048" y="5447"/>
                  </a:moveTo>
                  <a:lnTo>
                    <a:pt x="17048" y="11137"/>
                  </a:lnTo>
                  <a:lnTo>
                    <a:pt x="978" y="11137"/>
                  </a:lnTo>
                  <a:lnTo>
                    <a:pt x="978" y="5447"/>
                  </a:lnTo>
                  <a:close/>
                  <a:moveTo>
                    <a:pt x="978" y="1"/>
                  </a:moveTo>
                  <a:lnTo>
                    <a:pt x="782" y="25"/>
                  </a:lnTo>
                  <a:lnTo>
                    <a:pt x="587" y="74"/>
                  </a:lnTo>
                  <a:lnTo>
                    <a:pt x="416" y="172"/>
                  </a:lnTo>
                  <a:lnTo>
                    <a:pt x="294" y="294"/>
                  </a:lnTo>
                  <a:lnTo>
                    <a:pt x="172" y="440"/>
                  </a:lnTo>
                  <a:lnTo>
                    <a:pt x="74" y="611"/>
                  </a:lnTo>
                  <a:lnTo>
                    <a:pt x="25" y="782"/>
                  </a:lnTo>
                  <a:lnTo>
                    <a:pt x="1" y="977"/>
                  </a:lnTo>
                  <a:lnTo>
                    <a:pt x="1" y="11137"/>
                  </a:lnTo>
                  <a:lnTo>
                    <a:pt x="25" y="11333"/>
                  </a:lnTo>
                  <a:lnTo>
                    <a:pt x="74" y="11504"/>
                  </a:lnTo>
                  <a:lnTo>
                    <a:pt x="172" y="11675"/>
                  </a:lnTo>
                  <a:lnTo>
                    <a:pt x="294" y="11821"/>
                  </a:lnTo>
                  <a:lnTo>
                    <a:pt x="416" y="11943"/>
                  </a:lnTo>
                  <a:lnTo>
                    <a:pt x="587" y="12041"/>
                  </a:lnTo>
                  <a:lnTo>
                    <a:pt x="782" y="12090"/>
                  </a:lnTo>
                  <a:lnTo>
                    <a:pt x="978" y="12114"/>
                  </a:lnTo>
                  <a:lnTo>
                    <a:pt x="17048" y="12114"/>
                  </a:lnTo>
                  <a:lnTo>
                    <a:pt x="17243" y="12090"/>
                  </a:lnTo>
                  <a:lnTo>
                    <a:pt x="17439" y="12041"/>
                  </a:lnTo>
                  <a:lnTo>
                    <a:pt x="17610" y="11943"/>
                  </a:lnTo>
                  <a:lnTo>
                    <a:pt x="17732" y="11821"/>
                  </a:lnTo>
                  <a:lnTo>
                    <a:pt x="17854" y="11675"/>
                  </a:lnTo>
                  <a:lnTo>
                    <a:pt x="17952" y="11504"/>
                  </a:lnTo>
                  <a:lnTo>
                    <a:pt x="18001" y="11333"/>
                  </a:lnTo>
                  <a:lnTo>
                    <a:pt x="18025" y="11137"/>
                  </a:lnTo>
                  <a:lnTo>
                    <a:pt x="18025" y="977"/>
                  </a:lnTo>
                  <a:lnTo>
                    <a:pt x="18001" y="782"/>
                  </a:lnTo>
                  <a:lnTo>
                    <a:pt x="17952" y="611"/>
                  </a:lnTo>
                  <a:lnTo>
                    <a:pt x="17854" y="440"/>
                  </a:lnTo>
                  <a:lnTo>
                    <a:pt x="17732" y="294"/>
                  </a:lnTo>
                  <a:lnTo>
                    <a:pt x="17610" y="172"/>
                  </a:lnTo>
                  <a:lnTo>
                    <a:pt x="17439" y="74"/>
                  </a:lnTo>
                  <a:lnTo>
                    <a:pt x="17243" y="25"/>
                  </a:lnTo>
                  <a:lnTo>
                    <a:pt x="1704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0" name="Google Shape;862;p47">
              <a:extLst>
                <a:ext uri="{FF2B5EF4-FFF2-40B4-BE49-F238E27FC236}">
                  <a16:creationId xmlns:a16="http://schemas.microsoft.com/office/drawing/2014/main" xmlns="" id="{A9F8CC76-FB36-C287-098B-468EA31796F1}"/>
                </a:ext>
              </a:extLst>
            </p:cNvPr>
            <p:cNvSpPr/>
            <p:nvPr/>
          </p:nvSpPr>
          <p:spPr>
            <a:xfrm>
              <a:off x="1293175" y="3895475"/>
              <a:ext cx="174050" cy="12225"/>
            </a:xfrm>
            <a:custGeom>
              <a:avLst/>
              <a:gdLst/>
              <a:ahLst/>
              <a:cxnLst/>
              <a:rect l="l" t="t" r="r" b="b"/>
              <a:pathLst>
                <a:path w="6962" h="489" extrusionOk="0">
                  <a:moveTo>
                    <a:pt x="245" y="0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4"/>
                  </a:lnTo>
                  <a:lnTo>
                    <a:pt x="25" y="342"/>
                  </a:lnTo>
                  <a:lnTo>
                    <a:pt x="74" y="415"/>
                  </a:lnTo>
                  <a:lnTo>
                    <a:pt x="147" y="464"/>
                  </a:lnTo>
                  <a:lnTo>
                    <a:pt x="245" y="489"/>
                  </a:lnTo>
                  <a:lnTo>
                    <a:pt x="6717" y="489"/>
                  </a:lnTo>
                  <a:lnTo>
                    <a:pt x="6815" y="464"/>
                  </a:lnTo>
                  <a:lnTo>
                    <a:pt x="6888" y="415"/>
                  </a:lnTo>
                  <a:lnTo>
                    <a:pt x="6961" y="342"/>
                  </a:lnTo>
                  <a:lnTo>
                    <a:pt x="6961" y="244"/>
                  </a:lnTo>
                  <a:lnTo>
                    <a:pt x="6961" y="147"/>
                  </a:lnTo>
                  <a:lnTo>
                    <a:pt x="6888" y="74"/>
                  </a:lnTo>
                  <a:lnTo>
                    <a:pt x="6815" y="25"/>
                  </a:lnTo>
                  <a:lnTo>
                    <a:pt x="671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1" name="Google Shape;863;p47">
              <a:extLst>
                <a:ext uri="{FF2B5EF4-FFF2-40B4-BE49-F238E27FC236}">
                  <a16:creationId xmlns:a16="http://schemas.microsoft.com/office/drawing/2014/main" xmlns="" id="{0E460770-B596-38AD-20CE-C429BC2347EA}"/>
                </a:ext>
              </a:extLst>
            </p:cNvPr>
            <p:cNvSpPr/>
            <p:nvPr/>
          </p:nvSpPr>
          <p:spPr>
            <a:xfrm>
              <a:off x="1293175" y="3935775"/>
              <a:ext cx="122750" cy="12225"/>
            </a:xfrm>
            <a:custGeom>
              <a:avLst/>
              <a:gdLst/>
              <a:ahLst/>
              <a:cxnLst/>
              <a:rect l="l" t="t" r="r" b="b"/>
              <a:pathLst>
                <a:path w="4910" h="489" extrusionOk="0">
                  <a:moveTo>
                    <a:pt x="245" y="0"/>
                  </a:moveTo>
                  <a:lnTo>
                    <a:pt x="147" y="25"/>
                  </a:lnTo>
                  <a:lnTo>
                    <a:pt x="74" y="73"/>
                  </a:lnTo>
                  <a:lnTo>
                    <a:pt x="25" y="147"/>
                  </a:lnTo>
                  <a:lnTo>
                    <a:pt x="1" y="244"/>
                  </a:lnTo>
                  <a:lnTo>
                    <a:pt x="25" y="342"/>
                  </a:lnTo>
                  <a:lnTo>
                    <a:pt x="74" y="415"/>
                  </a:lnTo>
                  <a:lnTo>
                    <a:pt x="147" y="464"/>
                  </a:lnTo>
                  <a:lnTo>
                    <a:pt x="245" y="489"/>
                  </a:lnTo>
                  <a:lnTo>
                    <a:pt x="4666" y="489"/>
                  </a:lnTo>
                  <a:lnTo>
                    <a:pt x="4763" y="464"/>
                  </a:lnTo>
                  <a:lnTo>
                    <a:pt x="4837" y="415"/>
                  </a:lnTo>
                  <a:lnTo>
                    <a:pt x="4885" y="342"/>
                  </a:lnTo>
                  <a:lnTo>
                    <a:pt x="4910" y="244"/>
                  </a:lnTo>
                  <a:lnTo>
                    <a:pt x="4885" y="147"/>
                  </a:lnTo>
                  <a:lnTo>
                    <a:pt x="4837" y="73"/>
                  </a:lnTo>
                  <a:lnTo>
                    <a:pt x="4763" y="25"/>
                  </a:lnTo>
                  <a:lnTo>
                    <a:pt x="46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2" name="Google Shape;864;p47">
              <a:extLst>
                <a:ext uri="{FF2B5EF4-FFF2-40B4-BE49-F238E27FC236}">
                  <a16:creationId xmlns:a16="http://schemas.microsoft.com/office/drawing/2014/main" xmlns="" id="{51C2FF5D-66C3-9575-E706-DFC08311EE5C}"/>
                </a:ext>
              </a:extLst>
            </p:cNvPr>
            <p:cNvSpPr/>
            <p:nvPr/>
          </p:nvSpPr>
          <p:spPr>
            <a:xfrm>
              <a:off x="1570375" y="3901575"/>
              <a:ext cx="62300" cy="40325"/>
            </a:xfrm>
            <a:custGeom>
              <a:avLst/>
              <a:gdLst/>
              <a:ahLst/>
              <a:cxnLst/>
              <a:rect l="l" t="t" r="r" b="b"/>
              <a:pathLst>
                <a:path w="2492" h="1613" extrusionOk="0">
                  <a:moveTo>
                    <a:pt x="392" y="0"/>
                  </a:moveTo>
                  <a:lnTo>
                    <a:pt x="294" y="25"/>
                  </a:lnTo>
                  <a:lnTo>
                    <a:pt x="221" y="74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4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1124"/>
                  </a:lnTo>
                  <a:lnTo>
                    <a:pt x="25" y="1222"/>
                  </a:lnTo>
                  <a:lnTo>
                    <a:pt x="50" y="1319"/>
                  </a:lnTo>
                  <a:lnTo>
                    <a:pt x="99" y="1393"/>
                  </a:lnTo>
                  <a:lnTo>
                    <a:pt x="147" y="1466"/>
                  </a:lnTo>
                  <a:lnTo>
                    <a:pt x="221" y="1515"/>
                  </a:lnTo>
                  <a:lnTo>
                    <a:pt x="294" y="1564"/>
                  </a:lnTo>
                  <a:lnTo>
                    <a:pt x="392" y="1588"/>
                  </a:lnTo>
                  <a:lnTo>
                    <a:pt x="489" y="1612"/>
                  </a:lnTo>
                  <a:lnTo>
                    <a:pt x="2004" y="1612"/>
                  </a:lnTo>
                  <a:lnTo>
                    <a:pt x="2101" y="1588"/>
                  </a:lnTo>
                  <a:lnTo>
                    <a:pt x="2199" y="1564"/>
                  </a:lnTo>
                  <a:lnTo>
                    <a:pt x="2272" y="1515"/>
                  </a:lnTo>
                  <a:lnTo>
                    <a:pt x="2345" y="1466"/>
                  </a:lnTo>
                  <a:lnTo>
                    <a:pt x="2394" y="1393"/>
                  </a:lnTo>
                  <a:lnTo>
                    <a:pt x="2443" y="1319"/>
                  </a:lnTo>
                  <a:lnTo>
                    <a:pt x="2492" y="1222"/>
                  </a:lnTo>
                  <a:lnTo>
                    <a:pt x="2492" y="1124"/>
                  </a:lnTo>
                  <a:lnTo>
                    <a:pt x="2492" y="489"/>
                  </a:lnTo>
                  <a:lnTo>
                    <a:pt x="2492" y="391"/>
                  </a:lnTo>
                  <a:lnTo>
                    <a:pt x="2443" y="294"/>
                  </a:lnTo>
                  <a:lnTo>
                    <a:pt x="2394" y="220"/>
                  </a:lnTo>
                  <a:lnTo>
                    <a:pt x="2345" y="147"/>
                  </a:lnTo>
                  <a:lnTo>
                    <a:pt x="2272" y="74"/>
                  </a:lnTo>
                  <a:lnTo>
                    <a:pt x="2199" y="25"/>
                  </a:lnTo>
                  <a:lnTo>
                    <a:pt x="21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173" name="Google Shape;865;p47">
            <a:extLst>
              <a:ext uri="{FF2B5EF4-FFF2-40B4-BE49-F238E27FC236}">
                <a16:creationId xmlns:a16="http://schemas.microsoft.com/office/drawing/2014/main" xmlns="" id="{2EF11656-F9B9-97E0-F7DA-CDC5B6FC34F1}"/>
              </a:ext>
            </a:extLst>
          </p:cNvPr>
          <p:cNvGrpSpPr/>
          <p:nvPr/>
        </p:nvGrpSpPr>
        <p:grpSpPr>
          <a:xfrm>
            <a:off x="4241837" y="4041139"/>
            <a:ext cx="216942" cy="173136"/>
            <a:chOff x="1921475" y="3695200"/>
            <a:chExt cx="438400" cy="349875"/>
          </a:xfrm>
        </p:grpSpPr>
        <p:sp>
          <p:nvSpPr>
            <p:cNvPr id="174" name="Google Shape;866;p47">
              <a:extLst>
                <a:ext uri="{FF2B5EF4-FFF2-40B4-BE49-F238E27FC236}">
                  <a16:creationId xmlns:a16="http://schemas.microsoft.com/office/drawing/2014/main" xmlns="" id="{F5182816-FCD5-1234-8409-7B24E8AB29CB}"/>
                </a:ext>
              </a:extLst>
            </p:cNvPr>
            <p:cNvSpPr/>
            <p:nvPr/>
          </p:nvSpPr>
          <p:spPr>
            <a:xfrm>
              <a:off x="2246900" y="3992550"/>
              <a:ext cx="52525" cy="52525"/>
            </a:xfrm>
            <a:custGeom>
              <a:avLst/>
              <a:gdLst/>
              <a:ahLst/>
              <a:cxnLst/>
              <a:rect l="l" t="t" r="r" b="b"/>
              <a:pathLst>
                <a:path w="2101" h="2101" extrusionOk="0">
                  <a:moveTo>
                    <a:pt x="831" y="1"/>
                  </a:moveTo>
                  <a:lnTo>
                    <a:pt x="636" y="74"/>
                  </a:lnTo>
                  <a:lnTo>
                    <a:pt x="465" y="171"/>
                  </a:lnTo>
                  <a:lnTo>
                    <a:pt x="318" y="294"/>
                  </a:lnTo>
                  <a:lnTo>
                    <a:pt x="172" y="440"/>
                  </a:lnTo>
                  <a:lnTo>
                    <a:pt x="74" y="636"/>
                  </a:lnTo>
                  <a:lnTo>
                    <a:pt x="25" y="831"/>
                  </a:lnTo>
                  <a:lnTo>
                    <a:pt x="1" y="1051"/>
                  </a:lnTo>
                  <a:lnTo>
                    <a:pt x="25" y="1246"/>
                  </a:lnTo>
                  <a:lnTo>
                    <a:pt x="74" y="1441"/>
                  </a:lnTo>
                  <a:lnTo>
                    <a:pt x="172" y="1637"/>
                  </a:lnTo>
                  <a:lnTo>
                    <a:pt x="318" y="1783"/>
                  </a:lnTo>
                  <a:lnTo>
                    <a:pt x="465" y="1906"/>
                  </a:lnTo>
                  <a:lnTo>
                    <a:pt x="636" y="2003"/>
                  </a:lnTo>
                  <a:lnTo>
                    <a:pt x="831" y="2076"/>
                  </a:lnTo>
                  <a:lnTo>
                    <a:pt x="1051" y="2101"/>
                  </a:lnTo>
                  <a:lnTo>
                    <a:pt x="1271" y="2076"/>
                  </a:lnTo>
                  <a:lnTo>
                    <a:pt x="1466" y="2003"/>
                  </a:lnTo>
                  <a:lnTo>
                    <a:pt x="1637" y="1906"/>
                  </a:lnTo>
                  <a:lnTo>
                    <a:pt x="1783" y="1783"/>
                  </a:lnTo>
                  <a:lnTo>
                    <a:pt x="1930" y="1637"/>
                  </a:lnTo>
                  <a:lnTo>
                    <a:pt x="2028" y="1441"/>
                  </a:lnTo>
                  <a:lnTo>
                    <a:pt x="2077" y="1246"/>
                  </a:lnTo>
                  <a:lnTo>
                    <a:pt x="2101" y="1051"/>
                  </a:lnTo>
                  <a:lnTo>
                    <a:pt x="2077" y="831"/>
                  </a:lnTo>
                  <a:lnTo>
                    <a:pt x="2028" y="636"/>
                  </a:lnTo>
                  <a:lnTo>
                    <a:pt x="1930" y="440"/>
                  </a:lnTo>
                  <a:lnTo>
                    <a:pt x="1783" y="294"/>
                  </a:lnTo>
                  <a:lnTo>
                    <a:pt x="1637" y="171"/>
                  </a:lnTo>
                  <a:lnTo>
                    <a:pt x="1466" y="74"/>
                  </a:lnTo>
                  <a:lnTo>
                    <a:pt x="127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5" name="Google Shape;867;p47">
              <a:extLst>
                <a:ext uri="{FF2B5EF4-FFF2-40B4-BE49-F238E27FC236}">
                  <a16:creationId xmlns:a16="http://schemas.microsoft.com/office/drawing/2014/main" xmlns="" id="{AA9A82FE-D6EE-9F67-B85E-90676418CF8F}"/>
                </a:ext>
              </a:extLst>
            </p:cNvPr>
            <p:cNvSpPr/>
            <p:nvPr/>
          </p:nvSpPr>
          <p:spPr>
            <a:xfrm>
              <a:off x="2033800" y="3992550"/>
              <a:ext cx="52550" cy="52525"/>
            </a:xfrm>
            <a:custGeom>
              <a:avLst/>
              <a:gdLst/>
              <a:ahLst/>
              <a:cxnLst/>
              <a:rect l="l" t="t" r="r" b="b"/>
              <a:pathLst>
                <a:path w="2102" h="2101" extrusionOk="0">
                  <a:moveTo>
                    <a:pt x="831" y="1"/>
                  </a:moveTo>
                  <a:lnTo>
                    <a:pt x="636" y="74"/>
                  </a:lnTo>
                  <a:lnTo>
                    <a:pt x="465" y="171"/>
                  </a:lnTo>
                  <a:lnTo>
                    <a:pt x="318" y="294"/>
                  </a:lnTo>
                  <a:lnTo>
                    <a:pt x="172" y="440"/>
                  </a:lnTo>
                  <a:lnTo>
                    <a:pt x="74" y="636"/>
                  </a:lnTo>
                  <a:lnTo>
                    <a:pt x="25" y="831"/>
                  </a:lnTo>
                  <a:lnTo>
                    <a:pt x="1" y="1051"/>
                  </a:lnTo>
                  <a:lnTo>
                    <a:pt x="25" y="1246"/>
                  </a:lnTo>
                  <a:lnTo>
                    <a:pt x="74" y="1441"/>
                  </a:lnTo>
                  <a:lnTo>
                    <a:pt x="172" y="1637"/>
                  </a:lnTo>
                  <a:lnTo>
                    <a:pt x="318" y="1783"/>
                  </a:lnTo>
                  <a:lnTo>
                    <a:pt x="465" y="1906"/>
                  </a:lnTo>
                  <a:lnTo>
                    <a:pt x="636" y="2003"/>
                  </a:lnTo>
                  <a:lnTo>
                    <a:pt x="831" y="2076"/>
                  </a:lnTo>
                  <a:lnTo>
                    <a:pt x="1051" y="2101"/>
                  </a:lnTo>
                  <a:lnTo>
                    <a:pt x="1271" y="2076"/>
                  </a:lnTo>
                  <a:lnTo>
                    <a:pt x="1466" y="2003"/>
                  </a:lnTo>
                  <a:lnTo>
                    <a:pt x="1637" y="1906"/>
                  </a:lnTo>
                  <a:lnTo>
                    <a:pt x="1784" y="1783"/>
                  </a:lnTo>
                  <a:lnTo>
                    <a:pt x="1930" y="1637"/>
                  </a:lnTo>
                  <a:lnTo>
                    <a:pt x="2028" y="1441"/>
                  </a:lnTo>
                  <a:lnTo>
                    <a:pt x="2077" y="1246"/>
                  </a:lnTo>
                  <a:lnTo>
                    <a:pt x="2101" y="1051"/>
                  </a:lnTo>
                  <a:lnTo>
                    <a:pt x="2077" y="831"/>
                  </a:lnTo>
                  <a:lnTo>
                    <a:pt x="2028" y="636"/>
                  </a:lnTo>
                  <a:lnTo>
                    <a:pt x="1930" y="440"/>
                  </a:lnTo>
                  <a:lnTo>
                    <a:pt x="1784" y="294"/>
                  </a:lnTo>
                  <a:lnTo>
                    <a:pt x="1637" y="171"/>
                  </a:lnTo>
                  <a:lnTo>
                    <a:pt x="1466" y="74"/>
                  </a:lnTo>
                  <a:lnTo>
                    <a:pt x="127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6" name="Google Shape;868;p47">
              <a:extLst>
                <a:ext uri="{FF2B5EF4-FFF2-40B4-BE49-F238E27FC236}">
                  <a16:creationId xmlns:a16="http://schemas.microsoft.com/office/drawing/2014/main" xmlns="" id="{25C80BFD-D8C5-76EC-0A24-79D6862E843F}"/>
                </a:ext>
              </a:extLst>
            </p:cNvPr>
            <p:cNvSpPr/>
            <p:nvPr/>
          </p:nvSpPr>
          <p:spPr>
            <a:xfrm>
              <a:off x="1921475" y="3695200"/>
              <a:ext cx="438400" cy="297975"/>
            </a:xfrm>
            <a:custGeom>
              <a:avLst/>
              <a:gdLst/>
              <a:ahLst/>
              <a:cxnLst/>
              <a:rect l="l" t="t" r="r" b="b"/>
              <a:pathLst>
                <a:path w="17536" h="11919" extrusionOk="0">
                  <a:moveTo>
                    <a:pt x="15729" y="3371"/>
                  </a:moveTo>
                  <a:lnTo>
                    <a:pt x="15826" y="3395"/>
                  </a:lnTo>
                  <a:lnTo>
                    <a:pt x="15899" y="3444"/>
                  </a:lnTo>
                  <a:lnTo>
                    <a:pt x="15948" y="3517"/>
                  </a:lnTo>
                  <a:lnTo>
                    <a:pt x="15973" y="3615"/>
                  </a:lnTo>
                  <a:lnTo>
                    <a:pt x="15948" y="3713"/>
                  </a:lnTo>
                  <a:lnTo>
                    <a:pt x="13994" y="8060"/>
                  </a:lnTo>
                  <a:lnTo>
                    <a:pt x="13946" y="8133"/>
                  </a:lnTo>
                  <a:lnTo>
                    <a:pt x="13897" y="8158"/>
                  </a:lnTo>
                  <a:lnTo>
                    <a:pt x="13848" y="8207"/>
                  </a:lnTo>
                  <a:lnTo>
                    <a:pt x="13775" y="8207"/>
                  </a:lnTo>
                  <a:lnTo>
                    <a:pt x="13677" y="8182"/>
                  </a:lnTo>
                  <a:lnTo>
                    <a:pt x="13604" y="8133"/>
                  </a:lnTo>
                  <a:lnTo>
                    <a:pt x="13555" y="8036"/>
                  </a:lnTo>
                  <a:lnTo>
                    <a:pt x="13530" y="7962"/>
                  </a:lnTo>
                  <a:lnTo>
                    <a:pt x="13555" y="7865"/>
                  </a:lnTo>
                  <a:lnTo>
                    <a:pt x="15509" y="3517"/>
                  </a:lnTo>
                  <a:lnTo>
                    <a:pt x="15558" y="3420"/>
                  </a:lnTo>
                  <a:lnTo>
                    <a:pt x="15631" y="3371"/>
                  </a:lnTo>
                  <a:close/>
                  <a:moveTo>
                    <a:pt x="13628" y="3273"/>
                  </a:moveTo>
                  <a:lnTo>
                    <a:pt x="13726" y="3298"/>
                  </a:lnTo>
                  <a:lnTo>
                    <a:pt x="13824" y="3322"/>
                  </a:lnTo>
                  <a:lnTo>
                    <a:pt x="13872" y="3395"/>
                  </a:lnTo>
                  <a:lnTo>
                    <a:pt x="13897" y="3493"/>
                  </a:lnTo>
                  <a:lnTo>
                    <a:pt x="13897" y="3591"/>
                  </a:lnTo>
                  <a:lnTo>
                    <a:pt x="12602" y="8158"/>
                  </a:lnTo>
                  <a:lnTo>
                    <a:pt x="12578" y="8231"/>
                  </a:lnTo>
                  <a:lnTo>
                    <a:pt x="12505" y="8304"/>
                  </a:lnTo>
                  <a:lnTo>
                    <a:pt x="12456" y="8329"/>
                  </a:lnTo>
                  <a:lnTo>
                    <a:pt x="12358" y="8353"/>
                  </a:lnTo>
                  <a:lnTo>
                    <a:pt x="12309" y="8329"/>
                  </a:lnTo>
                  <a:lnTo>
                    <a:pt x="12212" y="8304"/>
                  </a:lnTo>
                  <a:lnTo>
                    <a:pt x="12163" y="8231"/>
                  </a:lnTo>
                  <a:lnTo>
                    <a:pt x="12138" y="8133"/>
                  </a:lnTo>
                  <a:lnTo>
                    <a:pt x="12138" y="8036"/>
                  </a:lnTo>
                  <a:lnTo>
                    <a:pt x="13433" y="3469"/>
                  </a:lnTo>
                  <a:lnTo>
                    <a:pt x="13482" y="3371"/>
                  </a:lnTo>
                  <a:lnTo>
                    <a:pt x="13530" y="3298"/>
                  </a:lnTo>
                  <a:lnTo>
                    <a:pt x="13628" y="3273"/>
                  </a:lnTo>
                  <a:close/>
                  <a:moveTo>
                    <a:pt x="11625" y="3200"/>
                  </a:moveTo>
                  <a:lnTo>
                    <a:pt x="11723" y="3224"/>
                  </a:lnTo>
                  <a:lnTo>
                    <a:pt x="11796" y="3298"/>
                  </a:lnTo>
                  <a:lnTo>
                    <a:pt x="11821" y="3371"/>
                  </a:lnTo>
                  <a:lnTo>
                    <a:pt x="11845" y="3469"/>
                  </a:lnTo>
                  <a:lnTo>
                    <a:pt x="11210" y="8280"/>
                  </a:lnTo>
                  <a:lnTo>
                    <a:pt x="11186" y="8353"/>
                  </a:lnTo>
                  <a:lnTo>
                    <a:pt x="11137" y="8426"/>
                  </a:lnTo>
                  <a:lnTo>
                    <a:pt x="11064" y="8475"/>
                  </a:lnTo>
                  <a:lnTo>
                    <a:pt x="10966" y="8500"/>
                  </a:lnTo>
                  <a:lnTo>
                    <a:pt x="10942" y="8500"/>
                  </a:lnTo>
                  <a:lnTo>
                    <a:pt x="10844" y="8451"/>
                  </a:lnTo>
                  <a:lnTo>
                    <a:pt x="10771" y="8402"/>
                  </a:lnTo>
                  <a:lnTo>
                    <a:pt x="10722" y="8304"/>
                  </a:lnTo>
                  <a:lnTo>
                    <a:pt x="10722" y="8207"/>
                  </a:lnTo>
                  <a:lnTo>
                    <a:pt x="11357" y="3420"/>
                  </a:lnTo>
                  <a:lnTo>
                    <a:pt x="11381" y="3322"/>
                  </a:lnTo>
                  <a:lnTo>
                    <a:pt x="11454" y="3249"/>
                  </a:lnTo>
                  <a:lnTo>
                    <a:pt x="11528" y="3200"/>
                  </a:lnTo>
                  <a:close/>
                  <a:moveTo>
                    <a:pt x="9525" y="3102"/>
                  </a:moveTo>
                  <a:lnTo>
                    <a:pt x="9623" y="3127"/>
                  </a:lnTo>
                  <a:lnTo>
                    <a:pt x="9696" y="3175"/>
                  </a:lnTo>
                  <a:lnTo>
                    <a:pt x="9745" y="3249"/>
                  </a:lnTo>
                  <a:lnTo>
                    <a:pt x="9769" y="3346"/>
                  </a:lnTo>
                  <a:lnTo>
                    <a:pt x="9818" y="8378"/>
                  </a:lnTo>
                  <a:lnTo>
                    <a:pt x="9794" y="8475"/>
                  </a:lnTo>
                  <a:lnTo>
                    <a:pt x="9745" y="8573"/>
                  </a:lnTo>
                  <a:lnTo>
                    <a:pt x="9672" y="8622"/>
                  </a:lnTo>
                  <a:lnTo>
                    <a:pt x="9574" y="8646"/>
                  </a:lnTo>
                  <a:lnTo>
                    <a:pt x="9476" y="8622"/>
                  </a:lnTo>
                  <a:lnTo>
                    <a:pt x="9403" y="8573"/>
                  </a:lnTo>
                  <a:lnTo>
                    <a:pt x="9354" y="8475"/>
                  </a:lnTo>
                  <a:lnTo>
                    <a:pt x="9330" y="8402"/>
                  </a:lnTo>
                  <a:lnTo>
                    <a:pt x="9281" y="3346"/>
                  </a:lnTo>
                  <a:lnTo>
                    <a:pt x="9305" y="3273"/>
                  </a:lnTo>
                  <a:lnTo>
                    <a:pt x="9354" y="3175"/>
                  </a:lnTo>
                  <a:lnTo>
                    <a:pt x="9427" y="3127"/>
                  </a:lnTo>
                  <a:lnTo>
                    <a:pt x="9525" y="3102"/>
                  </a:lnTo>
                  <a:close/>
                  <a:moveTo>
                    <a:pt x="7522" y="3029"/>
                  </a:moveTo>
                  <a:lnTo>
                    <a:pt x="7620" y="3078"/>
                  </a:lnTo>
                  <a:lnTo>
                    <a:pt x="7669" y="3151"/>
                  </a:lnTo>
                  <a:lnTo>
                    <a:pt x="7693" y="3249"/>
                  </a:lnTo>
                  <a:lnTo>
                    <a:pt x="8402" y="8500"/>
                  </a:lnTo>
                  <a:lnTo>
                    <a:pt x="8402" y="8597"/>
                  </a:lnTo>
                  <a:lnTo>
                    <a:pt x="8353" y="8671"/>
                  </a:lnTo>
                  <a:lnTo>
                    <a:pt x="8279" y="8744"/>
                  </a:lnTo>
                  <a:lnTo>
                    <a:pt x="8206" y="8768"/>
                  </a:lnTo>
                  <a:lnTo>
                    <a:pt x="8084" y="8768"/>
                  </a:lnTo>
                  <a:lnTo>
                    <a:pt x="8011" y="8720"/>
                  </a:lnTo>
                  <a:lnTo>
                    <a:pt x="7962" y="8646"/>
                  </a:lnTo>
                  <a:lnTo>
                    <a:pt x="7913" y="8573"/>
                  </a:lnTo>
                  <a:lnTo>
                    <a:pt x="7229" y="3298"/>
                  </a:lnTo>
                  <a:lnTo>
                    <a:pt x="7229" y="3200"/>
                  </a:lnTo>
                  <a:lnTo>
                    <a:pt x="7278" y="3127"/>
                  </a:lnTo>
                  <a:lnTo>
                    <a:pt x="7327" y="3053"/>
                  </a:lnTo>
                  <a:lnTo>
                    <a:pt x="7425" y="3029"/>
                  </a:lnTo>
                  <a:close/>
                  <a:moveTo>
                    <a:pt x="5446" y="2956"/>
                  </a:moveTo>
                  <a:lnTo>
                    <a:pt x="5520" y="2980"/>
                  </a:lnTo>
                  <a:lnTo>
                    <a:pt x="5593" y="3053"/>
                  </a:lnTo>
                  <a:lnTo>
                    <a:pt x="5642" y="3127"/>
                  </a:lnTo>
                  <a:lnTo>
                    <a:pt x="7009" y="8622"/>
                  </a:lnTo>
                  <a:lnTo>
                    <a:pt x="7009" y="8720"/>
                  </a:lnTo>
                  <a:lnTo>
                    <a:pt x="6985" y="8793"/>
                  </a:lnTo>
                  <a:lnTo>
                    <a:pt x="6912" y="8866"/>
                  </a:lnTo>
                  <a:lnTo>
                    <a:pt x="6814" y="8915"/>
                  </a:lnTo>
                  <a:lnTo>
                    <a:pt x="6692" y="8915"/>
                  </a:lnTo>
                  <a:lnTo>
                    <a:pt x="6619" y="8866"/>
                  </a:lnTo>
                  <a:lnTo>
                    <a:pt x="6570" y="8817"/>
                  </a:lnTo>
                  <a:lnTo>
                    <a:pt x="6521" y="8744"/>
                  </a:lnTo>
                  <a:lnTo>
                    <a:pt x="5153" y="3249"/>
                  </a:lnTo>
                  <a:lnTo>
                    <a:pt x="5153" y="3151"/>
                  </a:lnTo>
                  <a:lnTo>
                    <a:pt x="5178" y="3053"/>
                  </a:lnTo>
                  <a:lnTo>
                    <a:pt x="5251" y="3005"/>
                  </a:lnTo>
                  <a:lnTo>
                    <a:pt x="5349" y="2956"/>
                  </a:lnTo>
                  <a:close/>
                  <a:moveTo>
                    <a:pt x="391" y="0"/>
                  </a:moveTo>
                  <a:lnTo>
                    <a:pt x="293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73" y="196"/>
                  </a:lnTo>
                  <a:lnTo>
                    <a:pt x="25" y="294"/>
                  </a:lnTo>
                  <a:lnTo>
                    <a:pt x="0" y="367"/>
                  </a:lnTo>
                  <a:lnTo>
                    <a:pt x="0" y="489"/>
                  </a:lnTo>
                  <a:lnTo>
                    <a:pt x="0" y="587"/>
                  </a:lnTo>
                  <a:lnTo>
                    <a:pt x="25" y="660"/>
                  </a:lnTo>
                  <a:lnTo>
                    <a:pt x="73" y="758"/>
                  </a:lnTo>
                  <a:lnTo>
                    <a:pt x="147" y="831"/>
                  </a:lnTo>
                  <a:lnTo>
                    <a:pt x="220" y="880"/>
                  </a:lnTo>
                  <a:lnTo>
                    <a:pt x="293" y="929"/>
                  </a:lnTo>
                  <a:lnTo>
                    <a:pt x="391" y="953"/>
                  </a:lnTo>
                  <a:lnTo>
                    <a:pt x="489" y="977"/>
                  </a:lnTo>
                  <a:lnTo>
                    <a:pt x="3346" y="977"/>
                  </a:lnTo>
                  <a:lnTo>
                    <a:pt x="5300" y="9281"/>
                  </a:lnTo>
                  <a:lnTo>
                    <a:pt x="4518" y="11235"/>
                  </a:lnTo>
                  <a:lnTo>
                    <a:pt x="4494" y="11357"/>
                  </a:lnTo>
                  <a:lnTo>
                    <a:pt x="4494" y="11479"/>
                  </a:lnTo>
                  <a:lnTo>
                    <a:pt x="4518" y="11577"/>
                  </a:lnTo>
                  <a:lnTo>
                    <a:pt x="4567" y="11699"/>
                  </a:lnTo>
                  <a:lnTo>
                    <a:pt x="4592" y="11724"/>
                  </a:lnTo>
                  <a:lnTo>
                    <a:pt x="4811" y="11577"/>
                  </a:lnTo>
                  <a:lnTo>
                    <a:pt x="5031" y="11479"/>
                  </a:lnTo>
                  <a:lnTo>
                    <a:pt x="5275" y="11406"/>
                  </a:lnTo>
                  <a:lnTo>
                    <a:pt x="5715" y="11406"/>
                  </a:lnTo>
                  <a:lnTo>
                    <a:pt x="5886" y="11430"/>
                  </a:lnTo>
                  <a:lnTo>
                    <a:pt x="6033" y="11479"/>
                  </a:lnTo>
                  <a:lnTo>
                    <a:pt x="6179" y="11528"/>
                  </a:lnTo>
                  <a:lnTo>
                    <a:pt x="6326" y="11601"/>
                  </a:lnTo>
                  <a:lnTo>
                    <a:pt x="6448" y="11699"/>
                  </a:lnTo>
                  <a:lnTo>
                    <a:pt x="6570" y="11797"/>
                  </a:lnTo>
                  <a:lnTo>
                    <a:pt x="6692" y="11919"/>
                  </a:lnTo>
                  <a:lnTo>
                    <a:pt x="12920" y="11919"/>
                  </a:lnTo>
                  <a:lnTo>
                    <a:pt x="13042" y="11797"/>
                  </a:lnTo>
                  <a:lnTo>
                    <a:pt x="13164" y="11699"/>
                  </a:lnTo>
                  <a:lnTo>
                    <a:pt x="13286" y="11601"/>
                  </a:lnTo>
                  <a:lnTo>
                    <a:pt x="13433" y="11528"/>
                  </a:lnTo>
                  <a:lnTo>
                    <a:pt x="13579" y="11479"/>
                  </a:lnTo>
                  <a:lnTo>
                    <a:pt x="13726" y="11430"/>
                  </a:lnTo>
                  <a:lnTo>
                    <a:pt x="13897" y="11406"/>
                  </a:lnTo>
                  <a:lnTo>
                    <a:pt x="14312" y="11406"/>
                  </a:lnTo>
                  <a:lnTo>
                    <a:pt x="14556" y="11479"/>
                  </a:lnTo>
                  <a:lnTo>
                    <a:pt x="14776" y="11553"/>
                  </a:lnTo>
                  <a:lnTo>
                    <a:pt x="14971" y="11699"/>
                  </a:lnTo>
                  <a:lnTo>
                    <a:pt x="15020" y="11553"/>
                  </a:lnTo>
                  <a:lnTo>
                    <a:pt x="15045" y="11430"/>
                  </a:lnTo>
                  <a:lnTo>
                    <a:pt x="15045" y="11308"/>
                  </a:lnTo>
                  <a:lnTo>
                    <a:pt x="15020" y="11235"/>
                  </a:lnTo>
                  <a:lnTo>
                    <a:pt x="14971" y="11137"/>
                  </a:lnTo>
                  <a:lnTo>
                    <a:pt x="14898" y="11064"/>
                  </a:lnTo>
                  <a:lnTo>
                    <a:pt x="14825" y="11015"/>
                  </a:lnTo>
                  <a:lnTo>
                    <a:pt x="14752" y="10966"/>
                  </a:lnTo>
                  <a:lnTo>
                    <a:pt x="14654" y="10942"/>
                  </a:lnTo>
                  <a:lnTo>
                    <a:pt x="5691" y="10942"/>
                  </a:lnTo>
                  <a:lnTo>
                    <a:pt x="6106" y="9916"/>
                  </a:lnTo>
                  <a:lnTo>
                    <a:pt x="6252" y="9941"/>
                  </a:lnTo>
                  <a:lnTo>
                    <a:pt x="6423" y="9941"/>
                  </a:lnTo>
                  <a:lnTo>
                    <a:pt x="13848" y="9257"/>
                  </a:lnTo>
                  <a:lnTo>
                    <a:pt x="14019" y="9232"/>
                  </a:lnTo>
                  <a:lnTo>
                    <a:pt x="14190" y="9159"/>
                  </a:lnTo>
                  <a:lnTo>
                    <a:pt x="14336" y="9086"/>
                  </a:lnTo>
                  <a:lnTo>
                    <a:pt x="14507" y="8988"/>
                  </a:lnTo>
                  <a:lnTo>
                    <a:pt x="14654" y="8890"/>
                  </a:lnTo>
                  <a:lnTo>
                    <a:pt x="14776" y="8768"/>
                  </a:lnTo>
                  <a:lnTo>
                    <a:pt x="14874" y="8622"/>
                  </a:lnTo>
                  <a:lnTo>
                    <a:pt x="14971" y="8475"/>
                  </a:lnTo>
                  <a:lnTo>
                    <a:pt x="17463" y="3151"/>
                  </a:lnTo>
                  <a:lnTo>
                    <a:pt x="17511" y="3005"/>
                  </a:lnTo>
                  <a:lnTo>
                    <a:pt x="17536" y="2882"/>
                  </a:lnTo>
                  <a:lnTo>
                    <a:pt x="17511" y="2760"/>
                  </a:lnTo>
                  <a:lnTo>
                    <a:pt x="17487" y="2638"/>
                  </a:lnTo>
                  <a:lnTo>
                    <a:pt x="17414" y="2565"/>
                  </a:lnTo>
                  <a:lnTo>
                    <a:pt x="17292" y="2492"/>
                  </a:lnTo>
                  <a:lnTo>
                    <a:pt x="17169" y="2443"/>
                  </a:lnTo>
                  <a:lnTo>
                    <a:pt x="17023" y="2418"/>
                  </a:lnTo>
                  <a:lnTo>
                    <a:pt x="4592" y="2003"/>
                  </a:lnTo>
                  <a:lnTo>
                    <a:pt x="4225" y="367"/>
                  </a:lnTo>
                  <a:lnTo>
                    <a:pt x="4152" y="220"/>
                  </a:lnTo>
                  <a:lnTo>
                    <a:pt x="4054" y="98"/>
                  </a:lnTo>
                  <a:lnTo>
                    <a:pt x="3908" y="25"/>
                  </a:lnTo>
                  <a:lnTo>
                    <a:pt x="37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177" name="Google Shape;869;p47">
            <a:extLst>
              <a:ext uri="{FF2B5EF4-FFF2-40B4-BE49-F238E27FC236}">
                <a16:creationId xmlns:a16="http://schemas.microsoft.com/office/drawing/2014/main" xmlns="" id="{F3B81929-A84F-6DAB-67C7-8FFA8502E085}"/>
              </a:ext>
            </a:extLst>
          </p:cNvPr>
          <p:cNvGrpSpPr/>
          <p:nvPr/>
        </p:nvGrpSpPr>
        <p:grpSpPr>
          <a:xfrm>
            <a:off x="4577523" y="4038417"/>
            <a:ext cx="212711" cy="178282"/>
            <a:chOff x="2599825" y="3689700"/>
            <a:chExt cx="429850" cy="360275"/>
          </a:xfrm>
        </p:grpSpPr>
        <p:sp>
          <p:nvSpPr>
            <p:cNvPr id="178" name="Google Shape;870;p47">
              <a:extLst>
                <a:ext uri="{FF2B5EF4-FFF2-40B4-BE49-F238E27FC236}">
                  <a16:creationId xmlns:a16="http://schemas.microsoft.com/office/drawing/2014/main" xmlns="" id="{84085E92-A476-41C5-FDCA-7E1C52B3AF64}"/>
                </a:ext>
              </a:extLst>
            </p:cNvPr>
            <p:cNvSpPr/>
            <p:nvPr/>
          </p:nvSpPr>
          <p:spPr>
            <a:xfrm>
              <a:off x="2599825" y="3689700"/>
              <a:ext cx="429850" cy="169150"/>
            </a:xfrm>
            <a:custGeom>
              <a:avLst/>
              <a:gdLst/>
              <a:ahLst/>
              <a:cxnLst/>
              <a:rect l="l" t="t" r="r" b="b"/>
              <a:pathLst>
                <a:path w="17194" h="6766" extrusionOk="0">
                  <a:moveTo>
                    <a:pt x="10160" y="978"/>
                  </a:moveTo>
                  <a:lnTo>
                    <a:pt x="10258" y="1002"/>
                  </a:lnTo>
                  <a:lnTo>
                    <a:pt x="10355" y="1026"/>
                  </a:lnTo>
                  <a:lnTo>
                    <a:pt x="10429" y="1075"/>
                  </a:lnTo>
                  <a:lnTo>
                    <a:pt x="10502" y="1124"/>
                  </a:lnTo>
                  <a:lnTo>
                    <a:pt x="10575" y="1197"/>
                  </a:lnTo>
                  <a:lnTo>
                    <a:pt x="10600" y="1295"/>
                  </a:lnTo>
                  <a:lnTo>
                    <a:pt x="10649" y="1368"/>
                  </a:lnTo>
                  <a:lnTo>
                    <a:pt x="10649" y="1466"/>
                  </a:lnTo>
                  <a:lnTo>
                    <a:pt x="10649" y="1881"/>
                  </a:lnTo>
                  <a:lnTo>
                    <a:pt x="6545" y="1881"/>
                  </a:lnTo>
                  <a:lnTo>
                    <a:pt x="6545" y="1466"/>
                  </a:lnTo>
                  <a:lnTo>
                    <a:pt x="6545" y="1368"/>
                  </a:lnTo>
                  <a:lnTo>
                    <a:pt x="6594" y="1295"/>
                  </a:lnTo>
                  <a:lnTo>
                    <a:pt x="6619" y="1197"/>
                  </a:lnTo>
                  <a:lnTo>
                    <a:pt x="6692" y="1124"/>
                  </a:lnTo>
                  <a:lnTo>
                    <a:pt x="6765" y="1075"/>
                  </a:lnTo>
                  <a:lnTo>
                    <a:pt x="6839" y="1026"/>
                  </a:lnTo>
                  <a:lnTo>
                    <a:pt x="6936" y="1002"/>
                  </a:lnTo>
                  <a:lnTo>
                    <a:pt x="7034" y="978"/>
                  </a:lnTo>
                  <a:close/>
                  <a:moveTo>
                    <a:pt x="7034" y="1"/>
                  </a:moveTo>
                  <a:lnTo>
                    <a:pt x="6887" y="25"/>
                  </a:lnTo>
                  <a:lnTo>
                    <a:pt x="6741" y="50"/>
                  </a:lnTo>
                  <a:lnTo>
                    <a:pt x="6472" y="123"/>
                  </a:lnTo>
                  <a:lnTo>
                    <a:pt x="6204" y="269"/>
                  </a:lnTo>
                  <a:lnTo>
                    <a:pt x="6008" y="440"/>
                  </a:lnTo>
                  <a:lnTo>
                    <a:pt x="5813" y="660"/>
                  </a:lnTo>
                  <a:lnTo>
                    <a:pt x="5691" y="904"/>
                  </a:lnTo>
                  <a:lnTo>
                    <a:pt x="5593" y="1173"/>
                  </a:lnTo>
                  <a:lnTo>
                    <a:pt x="5569" y="1320"/>
                  </a:lnTo>
                  <a:lnTo>
                    <a:pt x="5569" y="1466"/>
                  </a:lnTo>
                  <a:lnTo>
                    <a:pt x="5569" y="1881"/>
                  </a:lnTo>
                  <a:lnTo>
                    <a:pt x="391" y="1881"/>
                  </a:lnTo>
                  <a:lnTo>
                    <a:pt x="293" y="1906"/>
                  </a:lnTo>
                  <a:lnTo>
                    <a:pt x="220" y="1955"/>
                  </a:lnTo>
                  <a:lnTo>
                    <a:pt x="147" y="2028"/>
                  </a:lnTo>
                  <a:lnTo>
                    <a:pt x="73" y="2077"/>
                  </a:lnTo>
                  <a:lnTo>
                    <a:pt x="49" y="2174"/>
                  </a:lnTo>
                  <a:lnTo>
                    <a:pt x="0" y="2272"/>
                  </a:lnTo>
                  <a:lnTo>
                    <a:pt x="0" y="2370"/>
                  </a:lnTo>
                  <a:lnTo>
                    <a:pt x="0" y="5789"/>
                  </a:lnTo>
                  <a:lnTo>
                    <a:pt x="24" y="5984"/>
                  </a:lnTo>
                  <a:lnTo>
                    <a:pt x="73" y="6155"/>
                  </a:lnTo>
                  <a:lnTo>
                    <a:pt x="171" y="6326"/>
                  </a:lnTo>
                  <a:lnTo>
                    <a:pt x="293" y="6473"/>
                  </a:lnTo>
                  <a:lnTo>
                    <a:pt x="440" y="6595"/>
                  </a:lnTo>
                  <a:lnTo>
                    <a:pt x="586" y="6693"/>
                  </a:lnTo>
                  <a:lnTo>
                    <a:pt x="782" y="6741"/>
                  </a:lnTo>
                  <a:lnTo>
                    <a:pt x="977" y="6766"/>
                  </a:lnTo>
                  <a:lnTo>
                    <a:pt x="7742" y="6766"/>
                  </a:lnTo>
                  <a:lnTo>
                    <a:pt x="7742" y="6155"/>
                  </a:lnTo>
                  <a:lnTo>
                    <a:pt x="7767" y="6058"/>
                  </a:lnTo>
                  <a:lnTo>
                    <a:pt x="7791" y="5984"/>
                  </a:lnTo>
                  <a:lnTo>
                    <a:pt x="7840" y="5887"/>
                  </a:lnTo>
                  <a:lnTo>
                    <a:pt x="7889" y="5813"/>
                  </a:lnTo>
                  <a:lnTo>
                    <a:pt x="7962" y="5765"/>
                  </a:lnTo>
                  <a:lnTo>
                    <a:pt x="8060" y="5716"/>
                  </a:lnTo>
                  <a:lnTo>
                    <a:pt x="8133" y="5691"/>
                  </a:lnTo>
                  <a:lnTo>
                    <a:pt x="8231" y="5667"/>
                  </a:lnTo>
                  <a:lnTo>
                    <a:pt x="8963" y="5667"/>
                  </a:lnTo>
                  <a:lnTo>
                    <a:pt x="9061" y="5691"/>
                  </a:lnTo>
                  <a:lnTo>
                    <a:pt x="9134" y="5716"/>
                  </a:lnTo>
                  <a:lnTo>
                    <a:pt x="9232" y="5765"/>
                  </a:lnTo>
                  <a:lnTo>
                    <a:pt x="9305" y="5813"/>
                  </a:lnTo>
                  <a:lnTo>
                    <a:pt x="9354" y="5887"/>
                  </a:lnTo>
                  <a:lnTo>
                    <a:pt x="9403" y="5984"/>
                  </a:lnTo>
                  <a:lnTo>
                    <a:pt x="9427" y="6058"/>
                  </a:lnTo>
                  <a:lnTo>
                    <a:pt x="9452" y="6155"/>
                  </a:lnTo>
                  <a:lnTo>
                    <a:pt x="9452" y="6766"/>
                  </a:lnTo>
                  <a:lnTo>
                    <a:pt x="16217" y="6766"/>
                  </a:lnTo>
                  <a:lnTo>
                    <a:pt x="16412" y="6741"/>
                  </a:lnTo>
                  <a:lnTo>
                    <a:pt x="16608" y="6693"/>
                  </a:lnTo>
                  <a:lnTo>
                    <a:pt x="16754" y="6595"/>
                  </a:lnTo>
                  <a:lnTo>
                    <a:pt x="16901" y="6473"/>
                  </a:lnTo>
                  <a:lnTo>
                    <a:pt x="17023" y="6326"/>
                  </a:lnTo>
                  <a:lnTo>
                    <a:pt x="17121" y="6155"/>
                  </a:lnTo>
                  <a:lnTo>
                    <a:pt x="17169" y="5984"/>
                  </a:lnTo>
                  <a:lnTo>
                    <a:pt x="17194" y="5789"/>
                  </a:lnTo>
                  <a:lnTo>
                    <a:pt x="17194" y="2370"/>
                  </a:lnTo>
                  <a:lnTo>
                    <a:pt x="17194" y="2272"/>
                  </a:lnTo>
                  <a:lnTo>
                    <a:pt x="17145" y="2174"/>
                  </a:lnTo>
                  <a:lnTo>
                    <a:pt x="17121" y="2077"/>
                  </a:lnTo>
                  <a:lnTo>
                    <a:pt x="17047" y="2028"/>
                  </a:lnTo>
                  <a:lnTo>
                    <a:pt x="16974" y="1955"/>
                  </a:lnTo>
                  <a:lnTo>
                    <a:pt x="16901" y="1906"/>
                  </a:lnTo>
                  <a:lnTo>
                    <a:pt x="16803" y="1881"/>
                  </a:lnTo>
                  <a:lnTo>
                    <a:pt x="11625" y="1881"/>
                  </a:lnTo>
                  <a:lnTo>
                    <a:pt x="11625" y="1466"/>
                  </a:lnTo>
                  <a:lnTo>
                    <a:pt x="11625" y="1320"/>
                  </a:lnTo>
                  <a:lnTo>
                    <a:pt x="11601" y="1173"/>
                  </a:lnTo>
                  <a:lnTo>
                    <a:pt x="11503" y="904"/>
                  </a:lnTo>
                  <a:lnTo>
                    <a:pt x="11381" y="660"/>
                  </a:lnTo>
                  <a:lnTo>
                    <a:pt x="11186" y="440"/>
                  </a:lnTo>
                  <a:lnTo>
                    <a:pt x="10990" y="269"/>
                  </a:lnTo>
                  <a:lnTo>
                    <a:pt x="10722" y="123"/>
                  </a:lnTo>
                  <a:lnTo>
                    <a:pt x="10453" y="50"/>
                  </a:lnTo>
                  <a:lnTo>
                    <a:pt x="10307" y="25"/>
                  </a:lnTo>
                  <a:lnTo>
                    <a:pt x="10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79" name="Google Shape;871;p47">
              <a:extLst>
                <a:ext uri="{FF2B5EF4-FFF2-40B4-BE49-F238E27FC236}">
                  <a16:creationId xmlns:a16="http://schemas.microsoft.com/office/drawing/2014/main" xmlns="" id="{7D3295AF-9836-3750-46CE-03FB4023C48B}"/>
                </a:ext>
              </a:extLst>
            </p:cNvPr>
            <p:cNvSpPr/>
            <p:nvPr/>
          </p:nvSpPr>
          <p:spPr>
            <a:xfrm>
              <a:off x="2599825" y="3861275"/>
              <a:ext cx="429850" cy="188700"/>
            </a:xfrm>
            <a:custGeom>
              <a:avLst/>
              <a:gdLst/>
              <a:ahLst/>
              <a:cxnLst/>
              <a:rect l="l" t="t" r="r" b="b"/>
              <a:pathLst>
                <a:path w="17194" h="7548" extrusionOk="0">
                  <a:moveTo>
                    <a:pt x="0" y="1"/>
                  </a:moveTo>
                  <a:lnTo>
                    <a:pt x="0" y="7059"/>
                  </a:lnTo>
                  <a:lnTo>
                    <a:pt x="0" y="7157"/>
                  </a:lnTo>
                  <a:lnTo>
                    <a:pt x="49" y="7230"/>
                  </a:lnTo>
                  <a:lnTo>
                    <a:pt x="73" y="7327"/>
                  </a:lnTo>
                  <a:lnTo>
                    <a:pt x="147" y="7401"/>
                  </a:lnTo>
                  <a:lnTo>
                    <a:pt x="220" y="7450"/>
                  </a:lnTo>
                  <a:lnTo>
                    <a:pt x="293" y="7498"/>
                  </a:lnTo>
                  <a:lnTo>
                    <a:pt x="391" y="7523"/>
                  </a:lnTo>
                  <a:lnTo>
                    <a:pt x="489" y="7547"/>
                  </a:lnTo>
                  <a:lnTo>
                    <a:pt x="16705" y="7547"/>
                  </a:lnTo>
                  <a:lnTo>
                    <a:pt x="16803" y="7523"/>
                  </a:lnTo>
                  <a:lnTo>
                    <a:pt x="16901" y="7498"/>
                  </a:lnTo>
                  <a:lnTo>
                    <a:pt x="16974" y="7450"/>
                  </a:lnTo>
                  <a:lnTo>
                    <a:pt x="17047" y="7401"/>
                  </a:lnTo>
                  <a:lnTo>
                    <a:pt x="17121" y="7327"/>
                  </a:lnTo>
                  <a:lnTo>
                    <a:pt x="17145" y="7230"/>
                  </a:lnTo>
                  <a:lnTo>
                    <a:pt x="17194" y="7157"/>
                  </a:lnTo>
                  <a:lnTo>
                    <a:pt x="17194" y="7059"/>
                  </a:lnTo>
                  <a:lnTo>
                    <a:pt x="17194" y="1"/>
                  </a:lnTo>
                  <a:lnTo>
                    <a:pt x="16974" y="172"/>
                  </a:lnTo>
                  <a:lnTo>
                    <a:pt x="16754" y="294"/>
                  </a:lnTo>
                  <a:lnTo>
                    <a:pt x="16486" y="367"/>
                  </a:lnTo>
                  <a:lnTo>
                    <a:pt x="16217" y="391"/>
                  </a:lnTo>
                  <a:lnTo>
                    <a:pt x="9452" y="391"/>
                  </a:lnTo>
                  <a:lnTo>
                    <a:pt x="9452" y="855"/>
                  </a:lnTo>
                  <a:lnTo>
                    <a:pt x="9427" y="953"/>
                  </a:lnTo>
                  <a:lnTo>
                    <a:pt x="9403" y="1051"/>
                  </a:lnTo>
                  <a:lnTo>
                    <a:pt x="9354" y="1148"/>
                  </a:lnTo>
                  <a:lnTo>
                    <a:pt x="9305" y="1197"/>
                  </a:lnTo>
                  <a:lnTo>
                    <a:pt x="9232" y="1271"/>
                  </a:lnTo>
                  <a:lnTo>
                    <a:pt x="9134" y="1319"/>
                  </a:lnTo>
                  <a:lnTo>
                    <a:pt x="9061" y="1344"/>
                  </a:lnTo>
                  <a:lnTo>
                    <a:pt x="8133" y="1344"/>
                  </a:lnTo>
                  <a:lnTo>
                    <a:pt x="8060" y="1319"/>
                  </a:lnTo>
                  <a:lnTo>
                    <a:pt x="7962" y="1271"/>
                  </a:lnTo>
                  <a:lnTo>
                    <a:pt x="7889" y="1197"/>
                  </a:lnTo>
                  <a:lnTo>
                    <a:pt x="7840" y="1148"/>
                  </a:lnTo>
                  <a:lnTo>
                    <a:pt x="7791" y="1051"/>
                  </a:lnTo>
                  <a:lnTo>
                    <a:pt x="7767" y="953"/>
                  </a:lnTo>
                  <a:lnTo>
                    <a:pt x="7742" y="855"/>
                  </a:lnTo>
                  <a:lnTo>
                    <a:pt x="7742" y="391"/>
                  </a:lnTo>
                  <a:lnTo>
                    <a:pt x="977" y="391"/>
                  </a:lnTo>
                  <a:lnTo>
                    <a:pt x="708" y="367"/>
                  </a:lnTo>
                  <a:lnTo>
                    <a:pt x="440" y="294"/>
                  </a:lnTo>
                  <a:lnTo>
                    <a:pt x="220" y="1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180" name="Google Shape;872;p47">
            <a:extLst>
              <a:ext uri="{FF2B5EF4-FFF2-40B4-BE49-F238E27FC236}">
                <a16:creationId xmlns:a16="http://schemas.microsoft.com/office/drawing/2014/main" xmlns="" id="{BB3D4228-980D-699D-BCDE-B49FE9C37A75}"/>
              </a:ext>
            </a:extLst>
          </p:cNvPr>
          <p:cNvGrpSpPr/>
          <p:nvPr/>
        </p:nvGrpSpPr>
        <p:grpSpPr>
          <a:xfrm>
            <a:off x="4921357" y="4019987"/>
            <a:ext cx="192175" cy="200637"/>
            <a:chOff x="3294650" y="3652450"/>
            <a:chExt cx="388350" cy="405450"/>
          </a:xfrm>
        </p:grpSpPr>
        <p:sp>
          <p:nvSpPr>
            <p:cNvPr id="181" name="Google Shape;873;p47">
              <a:extLst>
                <a:ext uri="{FF2B5EF4-FFF2-40B4-BE49-F238E27FC236}">
                  <a16:creationId xmlns:a16="http://schemas.microsoft.com/office/drawing/2014/main" xmlns="" id="{C382BD52-D7B9-D93D-43AD-D79F3BA5B1C8}"/>
                </a:ext>
              </a:extLst>
            </p:cNvPr>
            <p:cNvSpPr/>
            <p:nvPr/>
          </p:nvSpPr>
          <p:spPr>
            <a:xfrm>
              <a:off x="3294650" y="3681775"/>
              <a:ext cx="376150" cy="376125"/>
            </a:xfrm>
            <a:custGeom>
              <a:avLst/>
              <a:gdLst/>
              <a:ahLst/>
              <a:cxnLst/>
              <a:rect l="l" t="t" r="r" b="b"/>
              <a:pathLst>
                <a:path w="15046" h="15045" extrusionOk="0">
                  <a:moveTo>
                    <a:pt x="7132" y="0"/>
                  </a:moveTo>
                  <a:lnTo>
                    <a:pt x="6766" y="49"/>
                  </a:lnTo>
                  <a:lnTo>
                    <a:pt x="6375" y="98"/>
                  </a:lnTo>
                  <a:lnTo>
                    <a:pt x="6009" y="147"/>
                  </a:lnTo>
                  <a:lnTo>
                    <a:pt x="5642" y="244"/>
                  </a:lnTo>
                  <a:lnTo>
                    <a:pt x="5276" y="342"/>
                  </a:lnTo>
                  <a:lnTo>
                    <a:pt x="4934" y="464"/>
                  </a:lnTo>
                  <a:lnTo>
                    <a:pt x="4592" y="586"/>
                  </a:lnTo>
                  <a:lnTo>
                    <a:pt x="4250" y="733"/>
                  </a:lnTo>
                  <a:lnTo>
                    <a:pt x="3933" y="904"/>
                  </a:lnTo>
                  <a:lnTo>
                    <a:pt x="3615" y="1099"/>
                  </a:lnTo>
                  <a:lnTo>
                    <a:pt x="3322" y="1295"/>
                  </a:lnTo>
                  <a:lnTo>
                    <a:pt x="3029" y="1490"/>
                  </a:lnTo>
                  <a:lnTo>
                    <a:pt x="2736" y="1710"/>
                  </a:lnTo>
                  <a:lnTo>
                    <a:pt x="2467" y="1954"/>
                  </a:lnTo>
                  <a:lnTo>
                    <a:pt x="2199" y="2198"/>
                  </a:lnTo>
                  <a:lnTo>
                    <a:pt x="1954" y="2467"/>
                  </a:lnTo>
                  <a:lnTo>
                    <a:pt x="1710" y="2736"/>
                  </a:lnTo>
                  <a:lnTo>
                    <a:pt x="1490" y="3029"/>
                  </a:lnTo>
                  <a:lnTo>
                    <a:pt x="1295" y="3322"/>
                  </a:lnTo>
                  <a:lnTo>
                    <a:pt x="1100" y="3615"/>
                  </a:lnTo>
                  <a:lnTo>
                    <a:pt x="904" y="3932"/>
                  </a:lnTo>
                  <a:lnTo>
                    <a:pt x="733" y="4250"/>
                  </a:lnTo>
                  <a:lnTo>
                    <a:pt x="587" y="4592"/>
                  </a:lnTo>
                  <a:lnTo>
                    <a:pt x="465" y="4934"/>
                  </a:lnTo>
                  <a:lnTo>
                    <a:pt x="342" y="5276"/>
                  </a:lnTo>
                  <a:lnTo>
                    <a:pt x="245" y="5642"/>
                  </a:lnTo>
                  <a:lnTo>
                    <a:pt x="147" y="6008"/>
                  </a:lnTo>
                  <a:lnTo>
                    <a:pt x="98" y="6375"/>
                  </a:lnTo>
                  <a:lnTo>
                    <a:pt x="49" y="6765"/>
                  </a:lnTo>
                  <a:lnTo>
                    <a:pt x="0" y="7132"/>
                  </a:lnTo>
                  <a:lnTo>
                    <a:pt x="0" y="7522"/>
                  </a:lnTo>
                  <a:lnTo>
                    <a:pt x="0" y="7913"/>
                  </a:lnTo>
                  <a:lnTo>
                    <a:pt x="49" y="8280"/>
                  </a:lnTo>
                  <a:lnTo>
                    <a:pt x="98" y="8670"/>
                  </a:lnTo>
                  <a:lnTo>
                    <a:pt x="147" y="9037"/>
                  </a:lnTo>
                  <a:lnTo>
                    <a:pt x="245" y="9403"/>
                  </a:lnTo>
                  <a:lnTo>
                    <a:pt x="342" y="9769"/>
                  </a:lnTo>
                  <a:lnTo>
                    <a:pt x="465" y="10111"/>
                  </a:lnTo>
                  <a:lnTo>
                    <a:pt x="587" y="10453"/>
                  </a:lnTo>
                  <a:lnTo>
                    <a:pt x="733" y="10795"/>
                  </a:lnTo>
                  <a:lnTo>
                    <a:pt x="904" y="11113"/>
                  </a:lnTo>
                  <a:lnTo>
                    <a:pt x="1100" y="11430"/>
                  </a:lnTo>
                  <a:lnTo>
                    <a:pt x="1295" y="11723"/>
                  </a:lnTo>
                  <a:lnTo>
                    <a:pt x="1490" y="12016"/>
                  </a:lnTo>
                  <a:lnTo>
                    <a:pt x="1710" y="12309"/>
                  </a:lnTo>
                  <a:lnTo>
                    <a:pt x="1954" y="12578"/>
                  </a:lnTo>
                  <a:lnTo>
                    <a:pt x="2199" y="12847"/>
                  </a:lnTo>
                  <a:lnTo>
                    <a:pt x="2467" y="13091"/>
                  </a:lnTo>
                  <a:lnTo>
                    <a:pt x="2736" y="13335"/>
                  </a:lnTo>
                  <a:lnTo>
                    <a:pt x="3029" y="13555"/>
                  </a:lnTo>
                  <a:lnTo>
                    <a:pt x="3322" y="13750"/>
                  </a:lnTo>
                  <a:lnTo>
                    <a:pt x="3615" y="13946"/>
                  </a:lnTo>
                  <a:lnTo>
                    <a:pt x="3933" y="14141"/>
                  </a:lnTo>
                  <a:lnTo>
                    <a:pt x="4250" y="14312"/>
                  </a:lnTo>
                  <a:lnTo>
                    <a:pt x="4592" y="14459"/>
                  </a:lnTo>
                  <a:lnTo>
                    <a:pt x="4934" y="14581"/>
                  </a:lnTo>
                  <a:lnTo>
                    <a:pt x="5276" y="14703"/>
                  </a:lnTo>
                  <a:lnTo>
                    <a:pt x="5642" y="14801"/>
                  </a:lnTo>
                  <a:lnTo>
                    <a:pt x="6009" y="14898"/>
                  </a:lnTo>
                  <a:lnTo>
                    <a:pt x="6375" y="14947"/>
                  </a:lnTo>
                  <a:lnTo>
                    <a:pt x="6766" y="14996"/>
                  </a:lnTo>
                  <a:lnTo>
                    <a:pt x="7132" y="15045"/>
                  </a:lnTo>
                  <a:lnTo>
                    <a:pt x="7914" y="15045"/>
                  </a:lnTo>
                  <a:lnTo>
                    <a:pt x="8280" y="14996"/>
                  </a:lnTo>
                  <a:lnTo>
                    <a:pt x="8671" y="14947"/>
                  </a:lnTo>
                  <a:lnTo>
                    <a:pt x="9037" y="14898"/>
                  </a:lnTo>
                  <a:lnTo>
                    <a:pt x="9403" y="14801"/>
                  </a:lnTo>
                  <a:lnTo>
                    <a:pt x="9770" y="14703"/>
                  </a:lnTo>
                  <a:lnTo>
                    <a:pt x="10112" y="14581"/>
                  </a:lnTo>
                  <a:lnTo>
                    <a:pt x="10454" y="14459"/>
                  </a:lnTo>
                  <a:lnTo>
                    <a:pt x="10795" y="14312"/>
                  </a:lnTo>
                  <a:lnTo>
                    <a:pt x="11113" y="14141"/>
                  </a:lnTo>
                  <a:lnTo>
                    <a:pt x="11430" y="13946"/>
                  </a:lnTo>
                  <a:lnTo>
                    <a:pt x="11724" y="13750"/>
                  </a:lnTo>
                  <a:lnTo>
                    <a:pt x="12017" y="13555"/>
                  </a:lnTo>
                  <a:lnTo>
                    <a:pt x="12310" y="13335"/>
                  </a:lnTo>
                  <a:lnTo>
                    <a:pt x="12578" y="13091"/>
                  </a:lnTo>
                  <a:lnTo>
                    <a:pt x="12847" y="12847"/>
                  </a:lnTo>
                  <a:lnTo>
                    <a:pt x="13091" y="12578"/>
                  </a:lnTo>
                  <a:lnTo>
                    <a:pt x="13335" y="12309"/>
                  </a:lnTo>
                  <a:lnTo>
                    <a:pt x="13555" y="12016"/>
                  </a:lnTo>
                  <a:lnTo>
                    <a:pt x="13751" y="11723"/>
                  </a:lnTo>
                  <a:lnTo>
                    <a:pt x="13946" y="11430"/>
                  </a:lnTo>
                  <a:lnTo>
                    <a:pt x="14141" y="11113"/>
                  </a:lnTo>
                  <a:lnTo>
                    <a:pt x="14312" y="10795"/>
                  </a:lnTo>
                  <a:lnTo>
                    <a:pt x="14459" y="10453"/>
                  </a:lnTo>
                  <a:lnTo>
                    <a:pt x="14581" y="10111"/>
                  </a:lnTo>
                  <a:lnTo>
                    <a:pt x="14703" y="9769"/>
                  </a:lnTo>
                  <a:lnTo>
                    <a:pt x="14801" y="9403"/>
                  </a:lnTo>
                  <a:lnTo>
                    <a:pt x="14899" y="9037"/>
                  </a:lnTo>
                  <a:lnTo>
                    <a:pt x="14947" y="8670"/>
                  </a:lnTo>
                  <a:lnTo>
                    <a:pt x="14996" y="8280"/>
                  </a:lnTo>
                  <a:lnTo>
                    <a:pt x="15045" y="7913"/>
                  </a:lnTo>
                  <a:lnTo>
                    <a:pt x="15045" y="7522"/>
                  </a:lnTo>
                  <a:lnTo>
                    <a:pt x="7523" y="7522"/>
                  </a:lnTo>
                  <a:lnTo>
                    <a:pt x="75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2" name="Google Shape;874;p47">
              <a:extLst>
                <a:ext uri="{FF2B5EF4-FFF2-40B4-BE49-F238E27FC236}">
                  <a16:creationId xmlns:a16="http://schemas.microsoft.com/office/drawing/2014/main" xmlns="" id="{543189C9-FD0A-B846-340B-2B1C0EBE231E}"/>
                </a:ext>
              </a:extLst>
            </p:cNvPr>
            <p:cNvSpPr/>
            <p:nvPr/>
          </p:nvSpPr>
          <p:spPr>
            <a:xfrm>
              <a:off x="3494925" y="3760525"/>
              <a:ext cx="188075" cy="97100"/>
            </a:xfrm>
            <a:custGeom>
              <a:avLst/>
              <a:gdLst/>
              <a:ahLst/>
              <a:cxnLst/>
              <a:rect l="l" t="t" r="r" b="b"/>
              <a:pathLst>
                <a:path w="7523" h="3884" extrusionOk="0">
                  <a:moveTo>
                    <a:pt x="2491" y="2956"/>
                  </a:moveTo>
                  <a:lnTo>
                    <a:pt x="2491" y="3396"/>
                  </a:lnTo>
                  <a:lnTo>
                    <a:pt x="1759" y="3396"/>
                  </a:lnTo>
                  <a:lnTo>
                    <a:pt x="2491" y="2956"/>
                  </a:lnTo>
                  <a:close/>
                  <a:moveTo>
                    <a:pt x="3346" y="2443"/>
                  </a:moveTo>
                  <a:lnTo>
                    <a:pt x="3346" y="3396"/>
                  </a:lnTo>
                  <a:lnTo>
                    <a:pt x="2980" y="3396"/>
                  </a:lnTo>
                  <a:lnTo>
                    <a:pt x="2980" y="2663"/>
                  </a:lnTo>
                  <a:lnTo>
                    <a:pt x="3346" y="2443"/>
                  </a:lnTo>
                  <a:close/>
                  <a:moveTo>
                    <a:pt x="4201" y="1930"/>
                  </a:moveTo>
                  <a:lnTo>
                    <a:pt x="4201" y="3396"/>
                  </a:lnTo>
                  <a:lnTo>
                    <a:pt x="3835" y="3396"/>
                  </a:lnTo>
                  <a:lnTo>
                    <a:pt x="3835" y="2150"/>
                  </a:lnTo>
                  <a:lnTo>
                    <a:pt x="3835" y="2150"/>
                  </a:lnTo>
                  <a:lnTo>
                    <a:pt x="4201" y="1930"/>
                  </a:lnTo>
                  <a:close/>
                  <a:moveTo>
                    <a:pt x="5056" y="1393"/>
                  </a:moveTo>
                  <a:lnTo>
                    <a:pt x="5056" y="3396"/>
                  </a:lnTo>
                  <a:lnTo>
                    <a:pt x="4689" y="3396"/>
                  </a:lnTo>
                  <a:lnTo>
                    <a:pt x="4689" y="1637"/>
                  </a:lnTo>
                  <a:lnTo>
                    <a:pt x="5056" y="1393"/>
                  </a:lnTo>
                  <a:close/>
                  <a:moveTo>
                    <a:pt x="5911" y="885"/>
                  </a:moveTo>
                  <a:lnTo>
                    <a:pt x="5911" y="3396"/>
                  </a:lnTo>
                  <a:lnTo>
                    <a:pt x="5544" y="3396"/>
                  </a:lnTo>
                  <a:lnTo>
                    <a:pt x="5544" y="1100"/>
                  </a:lnTo>
                  <a:lnTo>
                    <a:pt x="5911" y="885"/>
                  </a:lnTo>
                  <a:close/>
                  <a:moveTo>
                    <a:pt x="6399" y="978"/>
                  </a:moveTo>
                  <a:lnTo>
                    <a:pt x="6619" y="1539"/>
                  </a:lnTo>
                  <a:lnTo>
                    <a:pt x="6790" y="2031"/>
                  </a:lnTo>
                  <a:lnTo>
                    <a:pt x="6790" y="3396"/>
                  </a:lnTo>
                  <a:lnTo>
                    <a:pt x="6399" y="3396"/>
                  </a:lnTo>
                  <a:lnTo>
                    <a:pt x="6399" y="978"/>
                  </a:lnTo>
                  <a:close/>
                  <a:moveTo>
                    <a:pt x="6448" y="1"/>
                  </a:moveTo>
                  <a:lnTo>
                    <a:pt x="0" y="3884"/>
                  </a:lnTo>
                  <a:lnTo>
                    <a:pt x="7523" y="3884"/>
                  </a:lnTo>
                  <a:lnTo>
                    <a:pt x="7498" y="3347"/>
                  </a:lnTo>
                  <a:lnTo>
                    <a:pt x="7449" y="2834"/>
                  </a:lnTo>
                  <a:lnTo>
                    <a:pt x="7352" y="2321"/>
                  </a:lnTo>
                  <a:lnTo>
                    <a:pt x="7229" y="1832"/>
                  </a:lnTo>
                  <a:lnTo>
                    <a:pt x="7083" y="1344"/>
                  </a:lnTo>
                  <a:lnTo>
                    <a:pt x="6912" y="880"/>
                  </a:lnTo>
                  <a:lnTo>
                    <a:pt x="6692" y="440"/>
                  </a:lnTo>
                  <a:lnTo>
                    <a:pt x="644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3" name="Google Shape;875;p47">
              <a:extLst>
                <a:ext uri="{FF2B5EF4-FFF2-40B4-BE49-F238E27FC236}">
                  <a16:creationId xmlns:a16="http://schemas.microsoft.com/office/drawing/2014/main" xmlns="" id="{92DD51FA-6FB0-2C24-B748-895B0479CE12}"/>
                </a:ext>
              </a:extLst>
            </p:cNvPr>
            <p:cNvSpPr/>
            <p:nvPr/>
          </p:nvSpPr>
          <p:spPr>
            <a:xfrm>
              <a:off x="3494925" y="3652450"/>
              <a:ext cx="161200" cy="188100"/>
            </a:xfrm>
            <a:custGeom>
              <a:avLst/>
              <a:gdLst/>
              <a:ahLst/>
              <a:cxnLst/>
              <a:rect l="l" t="t" r="r" b="b"/>
              <a:pathLst>
                <a:path w="6448" h="7524" extrusionOk="0">
                  <a:moveTo>
                    <a:pt x="489" y="514"/>
                  </a:moveTo>
                  <a:lnTo>
                    <a:pt x="879" y="538"/>
                  </a:lnTo>
                  <a:lnTo>
                    <a:pt x="1270" y="611"/>
                  </a:lnTo>
                  <a:lnTo>
                    <a:pt x="1661" y="685"/>
                  </a:lnTo>
                  <a:lnTo>
                    <a:pt x="2052" y="782"/>
                  </a:lnTo>
                  <a:lnTo>
                    <a:pt x="2418" y="929"/>
                  </a:lnTo>
                  <a:lnTo>
                    <a:pt x="2809" y="1075"/>
                  </a:lnTo>
                  <a:lnTo>
                    <a:pt x="3151" y="1246"/>
                  </a:lnTo>
                  <a:lnTo>
                    <a:pt x="3517" y="1417"/>
                  </a:lnTo>
                  <a:lnTo>
                    <a:pt x="3835" y="1637"/>
                  </a:lnTo>
                  <a:lnTo>
                    <a:pt x="4152" y="1857"/>
                  </a:lnTo>
                  <a:lnTo>
                    <a:pt x="4445" y="2077"/>
                  </a:lnTo>
                  <a:lnTo>
                    <a:pt x="4738" y="2321"/>
                  </a:lnTo>
                  <a:lnTo>
                    <a:pt x="5031" y="2590"/>
                  </a:lnTo>
                  <a:lnTo>
                    <a:pt x="5276" y="2883"/>
                  </a:lnTo>
                  <a:lnTo>
                    <a:pt x="5520" y="3176"/>
                  </a:lnTo>
                  <a:lnTo>
                    <a:pt x="5764" y="3493"/>
                  </a:lnTo>
                  <a:lnTo>
                    <a:pt x="489" y="6668"/>
                  </a:lnTo>
                  <a:lnTo>
                    <a:pt x="489" y="514"/>
                  </a:lnTo>
                  <a:close/>
                  <a:moveTo>
                    <a:pt x="0" y="1"/>
                  </a:moveTo>
                  <a:lnTo>
                    <a:pt x="0" y="7523"/>
                  </a:lnTo>
                  <a:lnTo>
                    <a:pt x="6448" y="3640"/>
                  </a:lnTo>
                  <a:lnTo>
                    <a:pt x="6179" y="3249"/>
                  </a:lnTo>
                  <a:lnTo>
                    <a:pt x="5911" y="2858"/>
                  </a:lnTo>
                  <a:lnTo>
                    <a:pt x="5593" y="2492"/>
                  </a:lnTo>
                  <a:lnTo>
                    <a:pt x="5276" y="2150"/>
                  </a:lnTo>
                  <a:lnTo>
                    <a:pt x="4909" y="1833"/>
                  </a:lnTo>
                  <a:lnTo>
                    <a:pt x="4543" y="1540"/>
                  </a:lnTo>
                  <a:lnTo>
                    <a:pt x="4152" y="1246"/>
                  </a:lnTo>
                  <a:lnTo>
                    <a:pt x="3761" y="1002"/>
                  </a:lnTo>
                  <a:lnTo>
                    <a:pt x="3322" y="782"/>
                  </a:lnTo>
                  <a:lnTo>
                    <a:pt x="2882" y="587"/>
                  </a:lnTo>
                  <a:lnTo>
                    <a:pt x="2443" y="416"/>
                  </a:lnTo>
                  <a:lnTo>
                    <a:pt x="1978" y="270"/>
                  </a:lnTo>
                  <a:lnTo>
                    <a:pt x="1490" y="147"/>
                  </a:lnTo>
                  <a:lnTo>
                    <a:pt x="1002" y="74"/>
                  </a:lnTo>
                  <a:lnTo>
                    <a:pt x="513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184" name="Google Shape;876;p47">
            <a:extLst>
              <a:ext uri="{FF2B5EF4-FFF2-40B4-BE49-F238E27FC236}">
                <a16:creationId xmlns:a16="http://schemas.microsoft.com/office/drawing/2014/main" xmlns="" id="{E26FCB64-0351-D706-352D-FF29518330B0}"/>
              </a:ext>
            </a:extLst>
          </p:cNvPr>
          <p:cNvGrpSpPr/>
          <p:nvPr/>
        </p:nvGrpSpPr>
        <p:grpSpPr>
          <a:xfrm>
            <a:off x="5238911" y="4045375"/>
            <a:ext cx="224192" cy="164377"/>
            <a:chOff x="3936375" y="3703750"/>
            <a:chExt cx="453050" cy="332175"/>
          </a:xfrm>
        </p:grpSpPr>
        <p:sp>
          <p:nvSpPr>
            <p:cNvPr id="185" name="Google Shape;877;p47">
              <a:extLst>
                <a:ext uri="{FF2B5EF4-FFF2-40B4-BE49-F238E27FC236}">
                  <a16:creationId xmlns:a16="http://schemas.microsoft.com/office/drawing/2014/main" xmlns="" id="{9917E936-D93C-0753-5BB1-C0B4A4DC8389}"/>
                </a:ext>
              </a:extLst>
            </p:cNvPr>
            <p:cNvSpPr/>
            <p:nvPr/>
          </p:nvSpPr>
          <p:spPr>
            <a:xfrm>
              <a:off x="3936375" y="3703750"/>
              <a:ext cx="453050" cy="332175"/>
            </a:xfrm>
            <a:custGeom>
              <a:avLst/>
              <a:gdLst/>
              <a:ahLst/>
              <a:cxnLst/>
              <a:rect l="l" t="t" r="r" b="b"/>
              <a:pathLst>
                <a:path w="18122" h="13287" extrusionOk="0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4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4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59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6" name="Google Shape;878;p47">
              <a:extLst>
                <a:ext uri="{FF2B5EF4-FFF2-40B4-BE49-F238E27FC236}">
                  <a16:creationId xmlns:a16="http://schemas.microsoft.com/office/drawing/2014/main" xmlns="" id="{CCA02223-B628-121F-CE81-CA54E11A6EE0}"/>
                </a:ext>
              </a:extLst>
            </p:cNvPr>
            <p:cNvSpPr/>
            <p:nvPr/>
          </p:nvSpPr>
          <p:spPr>
            <a:xfrm>
              <a:off x="3988875" y="3864325"/>
              <a:ext cx="77575" cy="133125"/>
            </a:xfrm>
            <a:custGeom>
              <a:avLst/>
              <a:gdLst/>
              <a:ahLst/>
              <a:cxnLst/>
              <a:rect l="l" t="t" r="r" b="b"/>
              <a:pathLst>
                <a:path w="3103" h="5325" extrusionOk="0">
                  <a:moveTo>
                    <a:pt x="489" y="1"/>
                  </a:moveTo>
                  <a:lnTo>
                    <a:pt x="391" y="25"/>
                  </a:lnTo>
                  <a:lnTo>
                    <a:pt x="294" y="50"/>
                  </a:lnTo>
                  <a:lnTo>
                    <a:pt x="196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25" y="294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5325"/>
                  </a:lnTo>
                  <a:lnTo>
                    <a:pt x="3102" y="5325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53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882" y="98"/>
                  </a:lnTo>
                  <a:lnTo>
                    <a:pt x="2809" y="50"/>
                  </a:lnTo>
                  <a:lnTo>
                    <a:pt x="2711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7" name="Google Shape;879;p47">
              <a:extLst>
                <a:ext uri="{FF2B5EF4-FFF2-40B4-BE49-F238E27FC236}">
                  <a16:creationId xmlns:a16="http://schemas.microsoft.com/office/drawing/2014/main" xmlns="" id="{92F61689-FE44-7D55-4BAE-7AA4D05BEC27}"/>
                </a:ext>
              </a:extLst>
            </p:cNvPr>
            <p:cNvSpPr/>
            <p:nvPr/>
          </p:nvSpPr>
          <p:spPr>
            <a:xfrm>
              <a:off x="4259350" y="3864325"/>
              <a:ext cx="77575" cy="133125"/>
            </a:xfrm>
            <a:custGeom>
              <a:avLst/>
              <a:gdLst/>
              <a:ahLst/>
              <a:cxnLst/>
              <a:rect l="l" t="t" r="r" b="b"/>
              <a:pathLst>
                <a:path w="3103" h="5325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4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5325"/>
                  </a:lnTo>
                  <a:lnTo>
                    <a:pt x="3103" y="5325"/>
                  </a:lnTo>
                  <a:lnTo>
                    <a:pt x="3103" y="489"/>
                  </a:lnTo>
                  <a:lnTo>
                    <a:pt x="3103" y="391"/>
                  </a:lnTo>
                  <a:lnTo>
                    <a:pt x="3078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10" y="50"/>
                  </a:lnTo>
                  <a:lnTo>
                    <a:pt x="2712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8" name="Google Shape;880;p47">
              <a:extLst>
                <a:ext uri="{FF2B5EF4-FFF2-40B4-BE49-F238E27FC236}">
                  <a16:creationId xmlns:a16="http://schemas.microsoft.com/office/drawing/2014/main" xmlns="" id="{6F09818B-1408-19F6-A52D-66582D56194A}"/>
                </a:ext>
              </a:extLst>
            </p:cNvPr>
            <p:cNvSpPr/>
            <p:nvPr/>
          </p:nvSpPr>
          <p:spPr>
            <a:xfrm>
              <a:off x="4078625" y="3717800"/>
              <a:ext cx="77575" cy="279650"/>
            </a:xfrm>
            <a:custGeom>
              <a:avLst/>
              <a:gdLst/>
              <a:ahLst/>
              <a:cxnLst/>
              <a:rect l="l" t="t" r="r" b="b"/>
              <a:pathLst>
                <a:path w="3103" h="11186" extrusionOk="0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1186"/>
                  </a:lnTo>
                  <a:lnTo>
                    <a:pt x="3102" y="11186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12" y="25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9" name="Google Shape;881;p47">
              <a:extLst>
                <a:ext uri="{FF2B5EF4-FFF2-40B4-BE49-F238E27FC236}">
                  <a16:creationId xmlns:a16="http://schemas.microsoft.com/office/drawing/2014/main" xmlns="" id="{3FF4E233-C73B-C14E-0811-C6A1945C6437}"/>
                </a:ext>
              </a:extLst>
            </p:cNvPr>
            <p:cNvSpPr/>
            <p:nvPr/>
          </p:nvSpPr>
          <p:spPr>
            <a:xfrm>
              <a:off x="4168375" y="3788625"/>
              <a:ext cx="78175" cy="208825"/>
            </a:xfrm>
            <a:custGeom>
              <a:avLst/>
              <a:gdLst/>
              <a:ahLst/>
              <a:cxnLst/>
              <a:rect l="l" t="t" r="r" b="b"/>
              <a:pathLst>
                <a:path w="3127" h="8353" extrusionOk="0">
                  <a:moveTo>
                    <a:pt x="489" y="0"/>
                  </a:moveTo>
                  <a:lnTo>
                    <a:pt x="392" y="25"/>
                  </a:lnTo>
                  <a:lnTo>
                    <a:pt x="318" y="49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3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8353"/>
                  </a:lnTo>
                  <a:lnTo>
                    <a:pt x="3127" y="8353"/>
                  </a:lnTo>
                  <a:lnTo>
                    <a:pt x="3127" y="489"/>
                  </a:lnTo>
                  <a:lnTo>
                    <a:pt x="3103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80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36" y="25"/>
                  </a:lnTo>
                  <a:lnTo>
                    <a:pt x="26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190" name="Google Shape;882;p47">
            <a:extLst>
              <a:ext uri="{FF2B5EF4-FFF2-40B4-BE49-F238E27FC236}">
                <a16:creationId xmlns:a16="http://schemas.microsoft.com/office/drawing/2014/main" xmlns="" id="{393B60DA-9311-441F-BE40-14DCAD20271E}"/>
              </a:ext>
            </a:extLst>
          </p:cNvPr>
          <p:cNvGrpSpPr/>
          <p:nvPr/>
        </p:nvGrpSpPr>
        <p:grpSpPr>
          <a:xfrm>
            <a:off x="5572476" y="4045375"/>
            <a:ext cx="224192" cy="164377"/>
            <a:chOff x="4610450" y="3703750"/>
            <a:chExt cx="453050" cy="332175"/>
          </a:xfrm>
        </p:grpSpPr>
        <p:sp>
          <p:nvSpPr>
            <p:cNvPr id="191" name="Google Shape;883;p47">
              <a:extLst>
                <a:ext uri="{FF2B5EF4-FFF2-40B4-BE49-F238E27FC236}">
                  <a16:creationId xmlns:a16="http://schemas.microsoft.com/office/drawing/2014/main" xmlns="" id="{02384A43-69B7-2C48-3889-AC8AFC7C3079}"/>
                </a:ext>
              </a:extLst>
            </p:cNvPr>
            <p:cNvSpPr/>
            <p:nvPr/>
          </p:nvSpPr>
          <p:spPr>
            <a:xfrm>
              <a:off x="4610450" y="3703750"/>
              <a:ext cx="453050" cy="332175"/>
            </a:xfrm>
            <a:custGeom>
              <a:avLst/>
              <a:gdLst/>
              <a:ahLst/>
              <a:cxnLst/>
              <a:rect l="l" t="t" r="r" b="b"/>
              <a:pathLst>
                <a:path w="18122" h="13287" extrusionOk="0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5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60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2" name="Google Shape;884;p47">
              <a:extLst>
                <a:ext uri="{FF2B5EF4-FFF2-40B4-BE49-F238E27FC236}">
                  <a16:creationId xmlns:a16="http://schemas.microsoft.com/office/drawing/2014/main" xmlns="" id="{B5D0C5B6-C1EE-D190-0410-08E940931BA8}"/>
                </a:ext>
              </a:extLst>
            </p:cNvPr>
            <p:cNvSpPr/>
            <p:nvPr/>
          </p:nvSpPr>
          <p:spPr>
            <a:xfrm>
              <a:off x="4642200" y="3730000"/>
              <a:ext cx="389550" cy="249150"/>
            </a:xfrm>
            <a:custGeom>
              <a:avLst/>
              <a:gdLst/>
              <a:ahLst/>
              <a:cxnLst/>
              <a:rect l="l" t="t" r="r" b="b"/>
              <a:pathLst>
                <a:path w="15582" h="9966" extrusionOk="0">
                  <a:moveTo>
                    <a:pt x="14752" y="1"/>
                  </a:moveTo>
                  <a:lnTo>
                    <a:pt x="14629" y="49"/>
                  </a:lnTo>
                  <a:lnTo>
                    <a:pt x="14507" y="98"/>
                  </a:lnTo>
                  <a:lnTo>
                    <a:pt x="14410" y="196"/>
                  </a:lnTo>
                  <a:lnTo>
                    <a:pt x="14336" y="294"/>
                  </a:lnTo>
                  <a:lnTo>
                    <a:pt x="14263" y="416"/>
                  </a:lnTo>
                  <a:lnTo>
                    <a:pt x="14239" y="538"/>
                  </a:lnTo>
                  <a:lnTo>
                    <a:pt x="14214" y="684"/>
                  </a:lnTo>
                  <a:lnTo>
                    <a:pt x="14239" y="831"/>
                  </a:lnTo>
                  <a:lnTo>
                    <a:pt x="14288" y="1002"/>
                  </a:lnTo>
                  <a:lnTo>
                    <a:pt x="11308" y="4372"/>
                  </a:lnTo>
                  <a:lnTo>
                    <a:pt x="11161" y="4323"/>
                  </a:lnTo>
                  <a:lnTo>
                    <a:pt x="11015" y="4299"/>
                  </a:lnTo>
                  <a:lnTo>
                    <a:pt x="10844" y="4323"/>
                  </a:lnTo>
                  <a:lnTo>
                    <a:pt x="10087" y="3005"/>
                  </a:lnTo>
                  <a:lnTo>
                    <a:pt x="10160" y="2907"/>
                  </a:lnTo>
                  <a:lnTo>
                    <a:pt x="10209" y="2809"/>
                  </a:lnTo>
                  <a:lnTo>
                    <a:pt x="10233" y="2687"/>
                  </a:lnTo>
                  <a:lnTo>
                    <a:pt x="10233" y="2565"/>
                  </a:lnTo>
                  <a:lnTo>
                    <a:pt x="10233" y="2418"/>
                  </a:lnTo>
                  <a:lnTo>
                    <a:pt x="10184" y="2296"/>
                  </a:lnTo>
                  <a:lnTo>
                    <a:pt x="10136" y="2174"/>
                  </a:lnTo>
                  <a:lnTo>
                    <a:pt x="10038" y="2077"/>
                  </a:lnTo>
                  <a:lnTo>
                    <a:pt x="9940" y="2003"/>
                  </a:lnTo>
                  <a:lnTo>
                    <a:pt x="9818" y="1930"/>
                  </a:lnTo>
                  <a:lnTo>
                    <a:pt x="9696" y="1906"/>
                  </a:lnTo>
                  <a:lnTo>
                    <a:pt x="9549" y="1881"/>
                  </a:lnTo>
                  <a:lnTo>
                    <a:pt x="9427" y="1906"/>
                  </a:lnTo>
                  <a:lnTo>
                    <a:pt x="9281" y="1930"/>
                  </a:lnTo>
                  <a:lnTo>
                    <a:pt x="9183" y="2003"/>
                  </a:lnTo>
                  <a:lnTo>
                    <a:pt x="9085" y="2077"/>
                  </a:lnTo>
                  <a:lnTo>
                    <a:pt x="8988" y="2174"/>
                  </a:lnTo>
                  <a:lnTo>
                    <a:pt x="8939" y="2296"/>
                  </a:lnTo>
                  <a:lnTo>
                    <a:pt x="8890" y="2418"/>
                  </a:lnTo>
                  <a:lnTo>
                    <a:pt x="8866" y="2565"/>
                  </a:lnTo>
                  <a:lnTo>
                    <a:pt x="8890" y="2663"/>
                  </a:lnTo>
                  <a:lnTo>
                    <a:pt x="8914" y="2785"/>
                  </a:lnTo>
                  <a:lnTo>
                    <a:pt x="8939" y="2883"/>
                  </a:lnTo>
                  <a:lnTo>
                    <a:pt x="8988" y="2956"/>
                  </a:lnTo>
                  <a:lnTo>
                    <a:pt x="6521" y="6668"/>
                  </a:lnTo>
                  <a:lnTo>
                    <a:pt x="6399" y="6644"/>
                  </a:lnTo>
                  <a:lnTo>
                    <a:pt x="6130" y="6644"/>
                  </a:lnTo>
                  <a:lnTo>
                    <a:pt x="5959" y="6717"/>
                  </a:lnTo>
                  <a:lnTo>
                    <a:pt x="4714" y="5398"/>
                  </a:lnTo>
                  <a:lnTo>
                    <a:pt x="4763" y="5252"/>
                  </a:lnTo>
                  <a:lnTo>
                    <a:pt x="4763" y="5105"/>
                  </a:lnTo>
                  <a:lnTo>
                    <a:pt x="4763" y="4958"/>
                  </a:lnTo>
                  <a:lnTo>
                    <a:pt x="4714" y="4836"/>
                  </a:lnTo>
                  <a:lnTo>
                    <a:pt x="4665" y="4714"/>
                  </a:lnTo>
                  <a:lnTo>
                    <a:pt x="4567" y="4617"/>
                  </a:lnTo>
                  <a:lnTo>
                    <a:pt x="4470" y="4543"/>
                  </a:lnTo>
                  <a:lnTo>
                    <a:pt x="4347" y="4470"/>
                  </a:lnTo>
                  <a:lnTo>
                    <a:pt x="4225" y="4446"/>
                  </a:lnTo>
                  <a:lnTo>
                    <a:pt x="4079" y="4421"/>
                  </a:lnTo>
                  <a:lnTo>
                    <a:pt x="3957" y="4446"/>
                  </a:lnTo>
                  <a:lnTo>
                    <a:pt x="3810" y="4470"/>
                  </a:lnTo>
                  <a:lnTo>
                    <a:pt x="3712" y="4543"/>
                  </a:lnTo>
                  <a:lnTo>
                    <a:pt x="3615" y="4617"/>
                  </a:lnTo>
                  <a:lnTo>
                    <a:pt x="3517" y="4714"/>
                  </a:lnTo>
                  <a:lnTo>
                    <a:pt x="3468" y="4836"/>
                  </a:lnTo>
                  <a:lnTo>
                    <a:pt x="3419" y="4958"/>
                  </a:lnTo>
                  <a:lnTo>
                    <a:pt x="3395" y="5105"/>
                  </a:lnTo>
                  <a:lnTo>
                    <a:pt x="3419" y="5276"/>
                  </a:lnTo>
                  <a:lnTo>
                    <a:pt x="3493" y="5447"/>
                  </a:lnTo>
                  <a:lnTo>
                    <a:pt x="49" y="9574"/>
                  </a:lnTo>
                  <a:lnTo>
                    <a:pt x="0" y="9648"/>
                  </a:lnTo>
                  <a:lnTo>
                    <a:pt x="0" y="9745"/>
                  </a:lnTo>
                  <a:lnTo>
                    <a:pt x="25" y="9843"/>
                  </a:lnTo>
                  <a:lnTo>
                    <a:pt x="98" y="9916"/>
                  </a:lnTo>
                  <a:lnTo>
                    <a:pt x="171" y="9965"/>
                  </a:lnTo>
                  <a:lnTo>
                    <a:pt x="244" y="9965"/>
                  </a:lnTo>
                  <a:lnTo>
                    <a:pt x="342" y="9941"/>
                  </a:lnTo>
                  <a:lnTo>
                    <a:pt x="440" y="9892"/>
                  </a:lnTo>
                  <a:lnTo>
                    <a:pt x="3859" y="5740"/>
                  </a:lnTo>
                  <a:lnTo>
                    <a:pt x="3981" y="5789"/>
                  </a:lnTo>
                  <a:lnTo>
                    <a:pt x="4079" y="5789"/>
                  </a:lnTo>
                  <a:lnTo>
                    <a:pt x="4225" y="5764"/>
                  </a:lnTo>
                  <a:lnTo>
                    <a:pt x="4347" y="5740"/>
                  </a:lnTo>
                  <a:lnTo>
                    <a:pt x="5642" y="7083"/>
                  </a:lnTo>
                  <a:lnTo>
                    <a:pt x="5617" y="7205"/>
                  </a:lnTo>
                  <a:lnTo>
                    <a:pt x="5617" y="7328"/>
                  </a:lnTo>
                  <a:lnTo>
                    <a:pt x="5617" y="7450"/>
                  </a:lnTo>
                  <a:lnTo>
                    <a:pt x="5666" y="7572"/>
                  </a:lnTo>
                  <a:lnTo>
                    <a:pt x="5740" y="7694"/>
                  </a:lnTo>
                  <a:lnTo>
                    <a:pt x="5813" y="7792"/>
                  </a:lnTo>
                  <a:lnTo>
                    <a:pt x="5910" y="7889"/>
                  </a:lnTo>
                  <a:lnTo>
                    <a:pt x="6033" y="7938"/>
                  </a:lnTo>
                  <a:lnTo>
                    <a:pt x="6155" y="7987"/>
                  </a:lnTo>
                  <a:lnTo>
                    <a:pt x="6301" y="8011"/>
                  </a:lnTo>
                  <a:lnTo>
                    <a:pt x="6448" y="7987"/>
                  </a:lnTo>
                  <a:lnTo>
                    <a:pt x="6570" y="7938"/>
                  </a:lnTo>
                  <a:lnTo>
                    <a:pt x="6692" y="7889"/>
                  </a:lnTo>
                  <a:lnTo>
                    <a:pt x="6790" y="7792"/>
                  </a:lnTo>
                  <a:lnTo>
                    <a:pt x="6863" y="7694"/>
                  </a:lnTo>
                  <a:lnTo>
                    <a:pt x="6936" y="7572"/>
                  </a:lnTo>
                  <a:lnTo>
                    <a:pt x="6961" y="7450"/>
                  </a:lnTo>
                  <a:lnTo>
                    <a:pt x="6985" y="7328"/>
                  </a:lnTo>
                  <a:lnTo>
                    <a:pt x="6961" y="7132"/>
                  </a:lnTo>
                  <a:lnTo>
                    <a:pt x="6887" y="6986"/>
                  </a:lnTo>
                  <a:lnTo>
                    <a:pt x="9403" y="3224"/>
                  </a:lnTo>
                  <a:lnTo>
                    <a:pt x="9549" y="3249"/>
                  </a:lnTo>
                  <a:lnTo>
                    <a:pt x="9647" y="3249"/>
                  </a:lnTo>
                  <a:lnTo>
                    <a:pt x="10429" y="4617"/>
                  </a:lnTo>
                  <a:lnTo>
                    <a:pt x="10355" y="4788"/>
                  </a:lnTo>
                  <a:lnTo>
                    <a:pt x="10331" y="4885"/>
                  </a:lnTo>
                  <a:lnTo>
                    <a:pt x="10331" y="4983"/>
                  </a:lnTo>
                  <a:lnTo>
                    <a:pt x="10331" y="5129"/>
                  </a:lnTo>
                  <a:lnTo>
                    <a:pt x="10380" y="5252"/>
                  </a:lnTo>
                  <a:lnTo>
                    <a:pt x="10429" y="5374"/>
                  </a:lnTo>
                  <a:lnTo>
                    <a:pt x="10526" y="5471"/>
                  </a:lnTo>
                  <a:lnTo>
                    <a:pt x="10624" y="5569"/>
                  </a:lnTo>
                  <a:lnTo>
                    <a:pt x="10746" y="5618"/>
                  </a:lnTo>
                  <a:lnTo>
                    <a:pt x="10868" y="5667"/>
                  </a:lnTo>
                  <a:lnTo>
                    <a:pt x="11137" y="5667"/>
                  </a:lnTo>
                  <a:lnTo>
                    <a:pt x="11284" y="5618"/>
                  </a:lnTo>
                  <a:lnTo>
                    <a:pt x="11381" y="5569"/>
                  </a:lnTo>
                  <a:lnTo>
                    <a:pt x="11479" y="5471"/>
                  </a:lnTo>
                  <a:lnTo>
                    <a:pt x="11577" y="5374"/>
                  </a:lnTo>
                  <a:lnTo>
                    <a:pt x="11625" y="5252"/>
                  </a:lnTo>
                  <a:lnTo>
                    <a:pt x="11674" y="5129"/>
                  </a:lnTo>
                  <a:lnTo>
                    <a:pt x="11699" y="4983"/>
                  </a:lnTo>
                  <a:lnTo>
                    <a:pt x="11674" y="4861"/>
                  </a:lnTo>
                  <a:lnTo>
                    <a:pt x="11650" y="4739"/>
                  </a:lnTo>
                  <a:lnTo>
                    <a:pt x="14654" y="1319"/>
                  </a:lnTo>
                  <a:lnTo>
                    <a:pt x="14776" y="1344"/>
                  </a:lnTo>
                  <a:lnTo>
                    <a:pt x="14898" y="1368"/>
                  </a:lnTo>
                  <a:lnTo>
                    <a:pt x="15045" y="1344"/>
                  </a:lnTo>
                  <a:lnTo>
                    <a:pt x="15167" y="1295"/>
                  </a:lnTo>
                  <a:lnTo>
                    <a:pt x="15289" y="1246"/>
                  </a:lnTo>
                  <a:lnTo>
                    <a:pt x="15387" y="1148"/>
                  </a:lnTo>
                  <a:lnTo>
                    <a:pt x="15460" y="1051"/>
                  </a:lnTo>
                  <a:lnTo>
                    <a:pt x="15533" y="953"/>
                  </a:lnTo>
                  <a:lnTo>
                    <a:pt x="15558" y="807"/>
                  </a:lnTo>
                  <a:lnTo>
                    <a:pt x="15582" y="684"/>
                  </a:lnTo>
                  <a:lnTo>
                    <a:pt x="15558" y="538"/>
                  </a:lnTo>
                  <a:lnTo>
                    <a:pt x="15533" y="416"/>
                  </a:lnTo>
                  <a:lnTo>
                    <a:pt x="15460" y="294"/>
                  </a:lnTo>
                  <a:lnTo>
                    <a:pt x="15387" y="196"/>
                  </a:lnTo>
                  <a:lnTo>
                    <a:pt x="15289" y="98"/>
                  </a:lnTo>
                  <a:lnTo>
                    <a:pt x="15167" y="49"/>
                  </a:lnTo>
                  <a:lnTo>
                    <a:pt x="1504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193" name="Google Shape;885;p47">
            <a:extLst>
              <a:ext uri="{FF2B5EF4-FFF2-40B4-BE49-F238E27FC236}">
                <a16:creationId xmlns:a16="http://schemas.microsoft.com/office/drawing/2014/main" xmlns="" id="{E9809F0D-BBD0-8D5E-F1A8-74920653E443}"/>
              </a:ext>
            </a:extLst>
          </p:cNvPr>
          <p:cNvGrpSpPr/>
          <p:nvPr/>
        </p:nvGrpSpPr>
        <p:grpSpPr>
          <a:xfrm>
            <a:off x="5913902" y="4028757"/>
            <a:ext cx="208481" cy="197606"/>
            <a:chOff x="5300400" y="3670175"/>
            <a:chExt cx="421300" cy="399325"/>
          </a:xfrm>
        </p:grpSpPr>
        <p:sp>
          <p:nvSpPr>
            <p:cNvPr id="194" name="Google Shape;886;p47">
              <a:extLst>
                <a:ext uri="{FF2B5EF4-FFF2-40B4-BE49-F238E27FC236}">
                  <a16:creationId xmlns:a16="http://schemas.microsoft.com/office/drawing/2014/main" xmlns="" id="{C9DE3447-425F-B728-CE02-8DC1D1531E3A}"/>
                </a:ext>
              </a:extLst>
            </p:cNvPr>
            <p:cNvSpPr/>
            <p:nvPr/>
          </p:nvSpPr>
          <p:spPr>
            <a:xfrm>
              <a:off x="5300400" y="3708025"/>
              <a:ext cx="421300" cy="267450"/>
            </a:xfrm>
            <a:custGeom>
              <a:avLst/>
              <a:gdLst/>
              <a:ahLst/>
              <a:cxnLst/>
              <a:rect l="l" t="t" r="r" b="b"/>
              <a:pathLst>
                <a:path w="16852" h="10698" extrusionOk="0">
                  <a:moveTo>
                    <a:pt x="16364" y="489"/>
                  </a:moveTo>
                  <a:lnTo>
                    <a:pt x="16364" y="10209"/>
                  </a:lnTo>
                  <a:lnTo>
                    <a:pt x="489" y="10209"/>
                  </a:lnTo>
                  <a:lnTo>
                    <a:pt x="489" y="489"/>
                  </a:lnTo>
                  <a:close/>
                  <a:moveTo>
                    <a:pt x="391" y="0"/>
                  </a:moveTo>
                  <a:lnTo>
                    <a:pt x="293" y="25"/>
                  </a:lnTo>
                  <a:lnTo>
                    <a:pt x="196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0209"/>
                  </a:lnTo>
                  <a:lnTo>
                    <a:pt x="0" y="10307"/>
                  </a:lnTo>
                  <a:lnTo>
                    <a:pt x="25" y="10405"/>
                  </a:lnTo>
                  <a:lnTo>
                    <a:pt x="73" y="10478"/>
                  </a:lnTo>
                  <a:lnTo>
                    <a:pt x="122" y="10551"/>
                  </a:lnTo>
                  <a:lnTo>
                    <a:pt x="196" y="10600"/>
                  </a:lnTo>
                  <a:lnTo>
                    <a:pt x="293" y="10649"/>
                  </a:lnTo>
                  <a:lnTo>
                    <a:pt x="391" y="10673"/>
                  </a:lnTo>
                  <a:lnTo>
                    <a:pt x="489" y="10698"/>
                  </a:lnTo>
                  <a:lnTo>
                    <a:pt x="16364" y="10698"/>
                  </a:lnTo>
                  <a:lnTo>
                    <a:pt x="16461" y="10673"/>
                  </a:lnTo>
                  <a:lnTo>
                    <a:pt x="16559" y="10649"/>
                  </a:lnTo>
                  <a:lnTo>
                    <a:pt x="16657" y="10600"/>
                  </a:lnTo>
                  <a:lnTo>
                    <a:pt x="16730" y="10551"/>
                  </a:lnTo>
                  <a:lnTo>
                    <a:pt x="16779" y="10478"/>
                  </a:lnTo>
                  <a:lnTo>
                    <a:pt x="16828" y="10405"/>
                  </a:lnTo>
                  <a:lnTo>
                    <a:pt x="16852" y="10307"/>
                  </a:lnTo>
                  <a:lnTo>
                    <a:pt x="16852" y="10209"/>
                  </a:lnTo>
                  <a:lnTo>
                    <a:pt x="16852" y="489"/>
                  </a:lnTo>
                  <a:lnTo>
                    <a:pt x="16852" y="391"/>
                  </a:lnTo>
                  <a:lnTo>
                    <a:pt x="16828" y="293"/>
                  </a:lnTo>
                  <a:lnTo>
                    <a:pt x="16779" y="220"/>
                  </a:lnTo>
                  <a:lnTo>
                    <a:pt x="16730" y="147"/>
                  </a:lnTo>
                  <a:lnTo>
                    <a:pt x="16657" y="74"/>
                  </a:lnTo>
                  <a:lnTo>
                    <a:pt x="16559" y="25"/>
                  </a:lnTo>
                  <a:lnTo>
                    <a:pt x="1646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5" name="Google Shape;887;p47">
              <a:extLst>
                <a:ext uri="{FF2B5EF4-FFF2-40B4-BE49-F238E27FC236}">
                  <a16:creationId xmlns:a16="http://schemas.microsoft.com/office/drawing/2014/main" xmlns="" id="{FEA91C4D-AA40-1851-8219-21B60558B0E8}"/>
                </a:ext>
              </a:extLst>
            </p:cNvPr>
            <p:cNvSpPr/>
            <p:nvPr/>
          </p:nvSpPr>
          <p:spPr>
            <a:xfrm>
              <a:off x="5498825" y="3670175"/>
              <a:ext cx="24450" cy="25650"/>
            </a:xfrm>
            <a:custGeom>
              <a:avLst/>
              <a:gdLst/>
              <a:ahLst/>
              <a:cxnLst/>
              <a:rect l="l" t="t" r="r" b="b"/>
              <a:pathLst>
                <a:path w="978" h="1026" extrusionOk="0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318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026"/>
                  </a:lnTo>
                  <a:lnTo>
                    <a:pt x="978" y="1026"/>
                  </a:lnTo>
                  <a:lnTo>
                    <a:pt x="978" y="489"/>
                  </a:lnTo>
                  <a:lnTo>
                    <a:pt x="978" y="391"/>
                  </a:lnTo>
                  <a:lnTo>
                    <a:pt x="929" y="318"/>
                  </a:lnTo>
                  <a:lnTo>
                    <a:pt x="904" y="220"/>
                  </a:lnTo>
                  <a:lnTo>
                    <a:pt x="831" y="147"/>
                  </a:lnTo>
                  <a:lnTo>
                    <a:pt x="758" y="98"/>
                  </a:lnTo>
                  <a:lnTo>
                    <a:pt x="684" y="49"/>
                  </a:lnTo>
                  <a:lnTo>
                    <a:pt x="587" y="25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6" name="Google Shape;888;p47">
              <a:extLst>
                <a:ext uri="{FF2B5EF4-FFF2-40B4-BE49-F238E27FC236}">
                  <a16:creationId xmlns:a16="http://schemas.microsoft.com/office/drawing/2014/main" xmlns="" id="{67D43236-6EE4-FF40-E1C8-98671F7D2BC4}"/>
                </a:ext>
              </a:extLst>
            </p:cNvPr>
            <p:cNvSpPr/>
            <p:nvPr/>
          </p:nvSpPr>
          <p:spPr>
            <a:xfrm>
              <a:off x="5366325" y="3987675"/>
              <a:ext cx="61100" cy="81825"/>
            </a:xfrm>
            <a:custGeom>
              <a:avLst/>
              <a:gdLst/>
              <a:ahLst/>
              <a:cxnLst/>
              <a:rect l="l" t="t" r="r" b="b"/>
              <a:pathLst>
                <a:path w="2444" h="3273" extrusionOk="0">
                  <a:moveTo>
                    <a:pt x="1344" y="0"/>
                  </a:moveTo>
                  <a:lnTo>
                    <a:pt x="50" y="2565"/>
                  </a:lnTo>
                  <a:lnTo>
                    <a:pt x="25" y="2638"/>
                  </a:lnTo>
                  <a:lnTo>
                    <a:pt x="1" y="2736"/>
                  </a:lnTo>
                  <a:lnTo>
                    <a:pt x="1" y="2833"/>
                  </a:lnTo>
                  <a:lnTo>
                    <a:pt x="25" y="2931"/>
                  </a:lnTo>
                  <a:lnTo>
                    <a:pt x="74" y="3004"/>
                  </a:lnTo>
                  <a:lnTo>
                    <a:pt x="123" y="3102"/>
                  </a:lnTo>
                  <a:lnTo>
                    <a:pt x="196" y="3151"/>
                  </a:lnTo>
                  <a:lnTo>
                    <a:pt x="269" y="3224"/>
                  </a:lnTo>
                  <a:lnTo>
                    <a:pt x="392" y="3248"/>
                  </a:lnTo>
                  <a:lnTo>
                    <a:pt x="489" y="3273"/>
                  </a:lnTo>
                  <a:lnTo>
                    <a:pt x="636" y="3248"/>
                  </a:lnTo>
                  <a:lnTo>
                    <a:pt x="758" y="3200"/>
                  </a:lnTo>
                  <a:lnTo>
                    <a:pt x="856" y="3102"/>
                  </a:lnTo>
                  <a:lnTo>
                    <a:pt x="929" y="3004"/>
                  </a:lnTo>
                  <a:lnTo>
                    <a:pt x="244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7" name="Google Shape;889;p47">
              <a:extLst>
                <a:ext uri="{FF2B5EF4-FFF2-40B4-BE49-F238E27FC236}">
                  <a16:creationId xmlns:a16="http://schemas.microsoft.com/office/drawing/2014/main" xmlns="" id="{1415E800-E9D1-4583-C4FD-ECF8F5B22B9F}"/>
                </a:ext>
              </a:extLst>
            </p:cNvPr>
            <p:cNvSpPr/>
            <p:nvPr/>
          </p:nvSpPr>
          <p:spPr>
            <a:xfrm>
              <a:off x="5594700" y="3987675"/>
              <a:ext cx="61075" cy="81825"/>
            </a:xfrm>
            <a:custGeom>
              <a:avLst/>
              <a:gdLst/>
              <a:ahLst/>
              <a:cxnLst/>
              <a:rect l="l" t="t" r="r" b="b"/>
              <a:pathLst>
                <a:path w="2443" h="3273" extrusionOk="0">
                  <a:moveTo>
                    <a:pt x="0" y="0"/>
                  </a:moveTo>
                  <a:lnTo>
                    <a:pt x="1514" y="3004"/>
                  </a:lnTo>
                  <a:lnTo>
                    <a:pt x="1588" y="3102"/>
                  </a:lnTo>
                  <a:lnTo>
                    <a:pt x="1685" y="3200"/>
                  </a:lnTo>
                  <a:lnTo>
                    <a:pt x="1807" y="3248"/>
                  </a:lnTo>
                  <a:lnTo>
                    <a:pt x="1954" y="3273"/>
                  </a:lnTo>
                  <a:lnTo>
                    <a:pt x="2052" y="3248"/>
                  </a:lnTo>
                  <a:lnTo>
                    <a:pt x="2174" y="3224"/>
                  </a:lnTo>
                  <a:lnTo>
                    <a:pt x="2247" y="3151"/>
                  </a:lnTo>
                  <a:lnTo>
                    <a:pt x="2320" y="3102"/>
                  </a:lnTo>
                  <a:lnTo>
                    <a:pt x="2369" y="3004"/>
                  </a:lnTo>
                  <a:lnTo>
                    <a:pt x="2418" y="2931"/>
                  </a:lnTo>
                  <a:lnTo>
                    <a:pt x="2442" y="2833"/>
                  </a:lnTo>
                  <a:lnTo>
                    <a:pt x="2442" y="2736"/>
                  </a:lnTo>
                  <a:lnTo>
                    <a:pt x="2418" y="2638"/>
                  </a:lnTo>
                  <a:lnTo>
                    <a:pt x="2393" y="2565"/>
                  </a:lnTo>
                  <a:lnTo>
                    <a:pt x="109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8" name="Google Shape;890;p47">
              <a:extLst>
                <a:ext uri="{FF2B5EF4-FFF2-40B4-BE49-F238E27FC236}">
                  <a16:creationId xmlns:a16="http://schemas.microsoft.com/office/drawing/2014/main" xmlns="" id="{516E8850-7562-EA3A-3642-198A1BE27D6D}"/>
                </a:ext>
              </a:extLst>
            </p:cNvPr>
            <p:cNvSpPr/>
            <p:nvPr/>
          </p:nvSpPr>
          <p:spPr>
            <a:xfrm>
              <a:off x="5324825" y="3732450"/>
              <a:ext cx="372475" cy="218600"/>
            </a:xfrm>
            <a:custGeom>
              <a:avLst/>
              <a:gdLst/>
              <a:ahLst/>
              <a:cxnLst/>
              <a:rect l="l" t="t" r="r" b="b"/>
              <a:pathLst>
                <a:path w="14899" h="8744" extrusionOk="0">
                  <a:moveTo>
                    <a:pt x="12578" y="1319"/>
                  </a:moveTo>
                  <a:lnTo>
                    <a:pt x="12676" y="1344"/>
                  </a:lnTo>
                  <a:lnTo>
                    <a:pt x="12749" y="1392"/>
                  </a:lnTo>
                  <a:lnTo>
                    <a:pt x="12822" y="1441"/>
                  </a:lnTo>
                  <a:lnTo>
                    <a:pt x="12895" y="1515"/>
                  </a:lnTo>
                  <a:lnTo>
                    <a:pt x="12920" y="1612"/>
                  </a:lnTo>
                  <a:lnTo>
                    <a:pt x="12969" y="1710"/>
                  </a:lnTo>
                  <a:lnTo>
                    <a:pt x="12969" y="1808"/>
                  </a:lnTo>
                  <a:lnTo>
                    <a:pt x="12969" y="4079"/>
                  </a:lnTo>
                  <a:lnTo>
                    <a:pt x="12969" y="4177"/>
                  </a:lnTo>
                  <a:lnTo>
                    <a:pt x="12920" y="4274"/>
                  </a:lnTo>
                  <a:lnTo>
                    <a:pt x="12895" y="4348"/>
                  </a:lnTo>
                  <a:lnTo>
                    <a:pt x="12822" y="4421"/>
                  </a:lnTo>
                  <a:lnTo>
                    <a:pt x="12749" y="4470"/>
                  </a:lnTo>
                  <a:lnTo>
                    <a:pt x="12676" y="4519"/>
                  </a:lnTo>
                  <a:lnTo>
                    <a:pt x="12578" y="4543"/>
                  </a:lnTo>
                  <a:lnTo>
                    <a:pt x="12480" y="4567"/>
                  </a:lnTo>
                  <a:lnTo>
                    <a:pt x="12383" y="4543"/>
                  </a:lnTo>
                  <a:lnTo>
                    <a:pt x="12285" y="4519"/>
                  </a:lnTo>
                  <a:lnTo>
                    <a:pt x="12212" y="4470"/>
                  </a:lnTo>
                  <a:lnTo>
                    <a:pt x="12138" y="4421"/>
                  </a:lnTo>
                  <a:lnTo>
                    <a:pt x="12065" y="4348"/>
                  </a:lnTo>
                  <a:lnTo>
                    <a:pt x="12041" y="4274"/>
                  </a:lnTo>
                  <a:lnTo>
                    <a:pt x="11992" y="4177"/>
                  </a:lnTo>
                  <a:lnTo>
                    <a:pt x="11992" y="4079"/>
                  </a:lnTo>
                  <a:lnTo>
                    <a:pt x="11992" y="3004"/>
                  </a:lnTo>
                  <a:lnTo>
                    <a:pt x="7986" y="7010"/>
                  </a:lnTo>
                  <a:lnTo>
                    <a:pt x="7913" y="7059"/>
                  </a:lnTo>
                  <a:lnTo>
                    <a:pt x="7815" y="7107"/>
                  </a:lnTo>
                  <a:lnTo>
                    <a:pt x="7742" y="7132"/>
                  </a:lnTo>
                  <a:lnTo>
                    <a:pt x="7644" y="7156"/>
                  </a:lnTo>
                  <a:lnTo>
                    <a:pt x="7547" y="7132"/>
                  </a:lnTo>
                  <a:lnTo>
                    <a:pt x="7449" y="7107"/>
                  </a:lnTo>
                  <a:lnTo>
                    <a:pt x="7376" y="7059"/>
                  </a:lnTo>
                  <a:lnTo>
                    <a:pt x="7303" y="7010"/>
                  </a:lnTo>
                  <a:lnTo>
                    <a:pt x="5349" y="5056"/>
                  </a:lnTo>
                  <a:lnTo>
                    <a:pt x="2760" y="7620"/>
                  </a:lnTo>
                  <a:lnTo>
                    <a:pt x="2687" y="7694"/>
                  </a:lnTo>
                  <a:lnTo>
                    <a:pt x="2613" y="7742"/>
                  </a:lnTo>
                  <a:lnTo>
                    <a:pt x="2516" y="7767"/>
                  </a:lnTo>
                  <a:lnTo>
                    <a:pt x="2320" y="7767"/>
                  </a:lnTo>
                  <a:lnTo>
                    <a:pt x="2247" y="7742"/>
                  </a:lnTo>
                  <a:lnTo>
                    <a:pt x="2149" y="7694"/>
                  </a:lnTo>
                  <a:lnTo>
                    <a:pt x="2076" y="7620"/>
                  </a:lnTo>
                  <a:lnTo>
                    <a:pt x="2003" y="7547"/>
                  </a:lnTo>
                  <a:lnTo>
                    <a:pt x="1978" y="7474"/>
                  </a:lnTo>
                  <a:lnTo>
                    <a:pt x="1929" y="7376"/>
                  </a:lnTo>
                  <a:lnTo>
                    <a:pt x="1929" y="7278"/>
                  </a:lnTo>
                  <a:lnTo>
                    <a:pt x="1929" y="7205"/>
                  </a:lnTo>
                  <a:lnTo>
                    <a:pt x="1978" y="7107"/>
                  </a:lnTo>
                  <a:lnTo>
                    <a:pt x="2003" y="7010"/>
                  </a:lnTo>
                  <a:lnTo>
                    <a:pt x="2076" y="6936"/>
                  </a:lnTo>
                  <a:lnTo>
                    <a:pt x="5007" y="4006"/>
                  </a:lnTo>
                  <a:lnTo>
                    <a:pt x="5080" y="3957"/>
                  </a:lnTo>
                  <a:lnTo>
                    <a:pt x="5153" y="3908"/>
                  </a:lnTo>
                  <a:lnTo>
                    <a:pt x="5251" y="3884"/>
                  </a:lnTo>
                  <a:lnTo>
                    <a:pt x="5446" y="3884"/>
                  </a:lnTo>
                  <a:lnTo>
                    <a:pt x="5520" y="3908"/>
                  </a:lnTo>
                  <a:lnTo>
                    <a:pt x="5617" y="3957"/>
                  </a:lnTo>
                  <a:lnTo>
                    <a:pt x="5691" y="4006"/>
                  </a:lnTo>
                  <a:lnTo>
                    <a:pt x="7644" y="5960"/>
                  </a:lnTo>
                  <a:lnTo>
                    <a:pt x="11332" y="2296"/>
                  </a:lnTo>
                  <a:lnTo>
                    <a:pt x="10209" y="2296"/>
                  </a:lnTo>
                  <a:lnTo>
                    <a:pt x="10111" y="2272"/>
                  </a:lnTo>
                  <a:lnTo>
                    <a:pt x="10013" y="2247"/>
                  </a:lnTo>
                  <a:lnTo>
                    <a:pt x="9916" y="2198"/>
                  </a:lnTo>
                  <a:lnTo>
                    <a:pt x="9843" y="2150"/>
                  </a:lnTo>
                  <a:lnTo>
                    <a:pt x="9794" y="2076"/>
                  </a:lnTo>
                  <a:lnTo>
                    <a:pt x="9745" y="1979"/>
                  </a:lnTo>
                  <a:lnTo>
                    <a:pt x="9720" y="1905"/>
                  </a:lnTo>
                  <a:lnTo>
                    <a:pt x="9720" y="1808"/>
                  </a:lnTo>
                  <a:lnTo>
                    <a:pt x="9720" y="1710"/>
                  </a:lnTo>
                  <a:lnTo>
                    <a:pt x="9745" y="1612"/>
                  </a:lnTo>
                  <a:lnTo>
                    <a:pt x="9794" y="1515"/>
                  </a:lnTo>
                  <a:lnTo>
                    <a:pt x="9843" y="1441"/>
                  </a:lnTo>
                  <a:lnTo>
                    <a:pt x="9916" y="1392"/>
                  </a:lnTo>
                  <a:lnTo>
                    <a:pt x="10013" y="1344"/>
                  </a:lnTo>
                  <a:lnTo>
                    <a:pt x="10111" y="1319"/>
                  </a:lnTo>
                  <a:close/>
                  <a:moveTo>
                    <a:pt x="0" y="0"/>
                  </a:moveTo>
                  <a:lnTo>
                    <a:pt x="0" y="8744"/>
                  </a:lnTo>
                  <a:lnTo>
                    <a:pt x="14898" y="8744"/>
                  </a:lnTo>
                  <a:lnTo>
                    <a:pt x="1489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199" name="Google Shape;891;p47">
            <a:extLst>
              <a:ext uri="{FF2B5EF4-FFF2-40B4-BE49-F238E27FC236}">
                <a16:creationId xmlns:a16="http://schemas.microsoft.com/office/drawing/2014/main" xmlns="" id="{01EE98A9-5C24-8654-9A06-4ADA60C6CCC1}"/>
              </a:ext>
            </a:extLst>
          </p:cNvPr>
          <p:cNvSpPr/>
          <p:nvPr/>
        </p:nvSpPr>
        <p:spPr>
          <a:xfrm>
            <a:off x="6235693" y="4011552"/>
            <a:ext cx="232060" cy="232048"/>
          </a:xfrm>
          <a:custGeom>
            <a:avLst/>
            <a:gdLst/>
            <a:ahLst/>
            <a:cxnLst/>
            <a:rect l="l" t="t" r="r" b="b"/>
            <a:pathLst>
              <a:path w="18758" h="18757" extrusionOk="0">
                <a:moveTo>
                  <a:pt x="10039" y="2467"/>
                </a:moveTo>
                <a:lnTo>
                  <a:pt x="10380" y="2491"/>
                </a:lnTo>
                <a:lnTo>
                  <a:pt x="10674" y="2516"/>
                </a:lnTo>
                <a:lnTo>
                  <a:pt x="10869" y="2540"/>
                </a:lnTo>
                <a:lnTo>
                  <a:pt x="10967" y="2564"/>
                </a:lnTo>
                <a:lnTo>
                  <a:pt x="10991" y="2589"/>
                </a:lnTo>
                <a:lnTo>
                  <a:pt x="10967" y="2638"/>
                </a:lnTo>
                <a:lnTo>
                  <a:pt x="10893" y="2784"/>
                </a:lnTo>
                <a:lnTo>
                  <a:pt x="10771" y="2955"/>
                </a:lnTo>
                <a:lnTo>
                  <a:pt x="10600" y="3151"/>
                </a:lnTo>
                <a:lnTo>
                  <a:pt x="10405" y="3322"/>
                </a:lnTo>
                <a:lnTo>
                  <a:pt x="10209" y="3468"/>
                </a:lnTo>
                <a:lnTo>
                  <a:pt x="10039" y="3590"/>
                </a:lnTo>
                <a:lnTo>
                  <a:pt x="9941" y="3615"/>
                </a:lnTo>
                <a:lnTo>
                  <a:pt x="9843" y="3639"/>
                </a:lnTo>
                <a:lnTo>
                  <a:pt x="9745" y="3663"/>
                </a:lnTo>
                <a:lnTo>
                  <a:pt x="9648" y="3737"/>
                </a:lnTo>
                <a:lnTo>
                  <a:pt x="9550" y="3810"/>
                </a:lnTo>
                <a:lnTo>
                  <a:pt x="9452" y="3883"/>
                </a:lnTo>
                <a:lnTo>
                  <a:pt x="9355" y="3957"/>
                </a:lnTo>
                <a:lnTo>
                  <a:pt x="9257" y="3981"/>
                </a:lnTo>
                <a:lnTo>
                  <a:pt x="9159" y="4005"/>
                </a:lnTo>
                <a:lnTo>
                  <a:pt x="9086" y="4005"/>
                </a:lnTo>
                <a:lnTo>
                  <a:pt x="8988" y="4054"/>
                </a:lnTo>
                <a:lnTo>
                  <a:pt x="8866" y="4128"/>
                </a:lnTo>
                <a:lnTo>
                  <a:pt x="8793" y="4201"/>
                </a:lnTo>
                <a:lnTo>
                  <a:pt x="8695" y="4274"/>
                </a:lnTo>
                <a:lnTo>
                  <a:pt x="8598" y="4323"/>
                </a:lnTo>
                <a:lnTo>
                  <a:pt x="8500" y="4372"/>
                </a:lnTo>
                <a:lnTo>
                  <a:pt x="8304" y="4372"/>
                </a:lnTo>
                <a:lnTo>
                  <a:pt x="8207" y="4323"/>
                </a:lnTo>
                <a:lnTo>
                  <a:pt x="8109" y="4274"/>
                </a:lnTo>
                <a:lnTo>
                  <a:pt x="8036" y="4201"/>
                </a:lnTo>
                <a:lnTo>
                  <a:pt x="7963" y="4103"/>
                </a:lnTo>
                <a:lnTo>
                  <a:pt x="7938" y="4005"/>
                </a:lnTo>
                <a:lnTo>
                  <a:pt x="7963" y="3908"/>
                </a:lnTo>
                <a:lnTo>
                  <a:pt x="8036" y="3810"/>
                </a:lnTo>
                <a:lnTo>
                  <a:pt x="8109" y="3712"/>
                </a:lnTo>
                <a:lnTo>
                  <a:pt x="8158" y="3615"/>
                </a:lnTo>
                <a:lnTo>
                  <a:pt x="8207" y="3517"/>
                </a:lnTo>
                <a:lnTo>
                  <a:pt x="8207" y="3419"/>
                </a:lnTo>
                <a:lnTo>
                  <a:pt x="8182" y="3273"/>
                </a:lnTo>
                <a:lnTo>
                  <a:pt x="8158" y="3199"/>
                </a:lnTo>
                <a:lnTo>
                  <a:pt x="8109" y="3151"/>
                </a:lnTo>
                <a:lnTo>
                  <a:pt x="8060" y="3102"/>
                </a:lnTo>
                <a:lnTo>
                  <a:pt x="7987" y="3077"/>
                </a:lnTo>
                <a:lnTo>
                  <a:pt x="7840" y="3053"/>
                </a:lnTo>
                <a:lnTo>
                  <a:pt x="7669" y="3028"/>
                </a:lnTo>
                <a:lnTo>
                  <a:pt x="7596" y="2980"/>
                </a:lnTo>
                <a:lnTo>
                  <a:pt x="7547" y="2955"/>
                </a:lnTo>
                <a:lnTo>
                  <a:pt x="7523" y="2906"/>
                </a:lnTo>
                <a:lnTo>
                  <a:pt x="7547" y="2833"/>
                </a:lnTo>
                <a:lnTo>
                  <a:pt x="7572" y="2760"/>
                </a:lnTo>
                <a:lnTo>
                  <a:pt x="7645" y="2662"/>
                </a:lnTo>
                <a:lnTo>
                  <a:pt x="7694" y="2638"/>
                </a:lnTo>
                <a:lnTo>
                  <a:pt x="7792" y="2589"/>
                </a:lnTo>
                <a:lnTo>
                  <a:pt x="8036" y="2540"/>
                </a:lnTo>
                <a:lnTo>
                  <a:pt x="8329" y="2491"/>
                </a:lnTo>
                <a:lnTo>
                  <a:pt x="8671" y="2467"/>
                </a:lnTo>
                <a:close/>
                <a:moveTo>
                  <a:pt x="11455" y="4763"/>
                </a:moveTo>
                <a:lnTo>
                  <a:pt x="11528" y="4787"/>
                </a:lnTo>
                <a:lnTo>
                  <a:pt x="11577" y="4811"/>
                </a:lnTo>
                <a:lnTo>
                  <a:pt x="11626" y="4885"/>
                </a:lnTo>
                <a:lnTo>
                  <a:pt x="11650" y="4958"/>
                </a:lnTo>
                <a:lnTo>
                  <a:pt x="11626" y="5031"/>
                </a:lnTo>
                <a:lnTo>
                  <a:pt x="11577" y="5153"/>
                </a:lnTo>
                <a:lnTo>
                  <a:pt x="11528" y="5251"/>
                </a:lnTo>
                <a:lnTo>
                  <a:pt x="11455" y="5324"/>
                </a:lnTo>
                <a:lnTo>
                  <a:pt x="11357" y="5398"/>
                </a:lnTo>
                <a:lnTo>
                  <a:pt x="11260" y="5471"/>
                </a:lnTo>
                <a:lnTo>
                  <a:pt x="11162" y="5520"/>
                </a:lnTo>
                <a:lnTo>
                  <a:pt x="10991" y="5520"/>
                </a:lnTo>
                <a:lnTo>
                  <a:pt x="10942" y="5471"/>
                </a:lnTo>
                <a:lnTo>
                  <a:pt x="10893" y="5398"/>
                </a:lnTo>
                <a:lnTo>
                  <a:pt x="10869" y="5324"/>
                </a:lnTo>
                <a:lnTo>
                  <a:pt x="10893" y="5251"/>
                </a:lnTo>
                <a:lnTo>
                  <a:pt x="10942" y="5153"/>
                </a:lnTo>
                <a:lnTo>
                  <a:pt x="10991" y="5031"/>
                </a:lnTo>
                <a:lnTo>
                  <a:pt x="11064" y="4958"/>
                </a:lnTo>
                <a:lnTo>
                  <a:pt x="11162" y="4885"/>
                </a:lnTo>
                <a:lnTo>
                  <a:pt x="11260" y="4811"/>
                </a:lnTo>
                <a:lnTo>
                  <a:pt x="11357" y="4787"/>
                </a:lnTo>
                <a:lnTo>
                  <a:pt x="11455" y="4763"/>
                </a:lnTo>
                <a:close/>
                <a:moveTo>
                  <a:pt x="16437" y="12260"/>
                </a:moveTo>
                <a:lnTo>
                  <a:pt x="16511" y="12285"/>
                </a:lnTo>
                <a:lnTo>
                  <a:pt x="16535" y="12334"/>
                </a:lnTo>
                <a:lnTo>
                  <a:pt x="16559" y="12407"/>
                </a:lnTo>
                <a:lnTo>
                  <a:pt x="16584" y="12578"/>
                </a:lnTo>
                <a:lnTo>
                  <a:pt x="16584" y="12651"/>
                </a:lnTo>
                <a:lnTo>
                  <a:pt x="16535" y="12749"/>
                </a:lnTo>
                <a:lnTo>
                  <a:pt x="16486" y="12871"/>
                </a:lnTo>
                <a:lnTo>
                  <a:pt x="16413" y="12944"/>
                </a:lnTo>
                <a:lnTo>
                  <a:pt x="16340" y="13042"/>
                </a:lnTo>
                <a:lnTo>
                  <a:pt x="16266" y="13140"/>
                </a:lnTo>
                <a:lnTo>
                  <a:pt x="16218" y="13237"/>
                </a:lnTo>
                <a:lnTo>
                  <a:pt x="16218" y="13335"/>
                </a:lnTo>
                <a:lnTo>
                  <a:pt x="16193" y="13482"/>
                </a:lnTo>
                <a:lnTo>
                  <a:pt x="16144" y="13555"/>
                </a:lnTo>
                <a:lnTo>
                  <a:pt x="16120" y="13628"/>
                </a:lnTo>
                <a:lnTo>
                  <a:pt x="16071" y="13653"/>
                </a:lnTo>
                <a:lnTo>
                  <a:pt x="15973" y="13653"/>
                </a:lnTo>
                <a:lnTo>
                  <a:pt x="15924" y="13628"/>
                </a:lnTo>
                <a:lnTo>
                  <a:pt x="15900" y="13555"/>
                </a:lnTo>
                <a:lnTo>
                  <a:pt x="15851" y="13433"/>
                </a:lnTo>
                <a:lnTo>
                  <a:pt x="15851" y="13286"/>
                </a:lnTo>
                <a:lnTo>
                  <a:pt x="15827" y="13140"/>
                </a:lnTo>
                <a:lnTo>
                  <a:pt x="15851" y="12969"/>
                </a:lnTo>
                <a:lnTo>
                  <a:pt x="15924" y="12798"/>
                </a:lnTo>
                <a:lnTo>
                  <a:pt x="15998" y="12627"/>
                </a:lnTo>
                <a:lnTo>
                  <a:pt x="16120" y="12480"/>
                </a:lnTo>
                <a:lnTo>
                  <a:pt x="16242" y="12383"/>
                </a:lnTo>
                <a:lnTo>
                  <a:pt x="16340" y="12309"/>
                </a:lnTo>
                <a:lnTo>
                  <a:pt x="16437" y="12260"/>
                </a:lnTo>
                <a:close/>
                <a:moveTo>
                  <a:pt x="13922" y="3615"/>
                </a:moveTo>
                <a:lnTo>
                  <a:pt x="14239" y="3639"/>
                </a:lnTo>
                <a:lnTo>
                  <a:pt x="14483" y="3639"/>
                </a:lnTo>
                <a:lnTo>
                  <a:pt x="14679" y="3688"/>
                </a:lnTo>
                <a:lnTo>
                  <a:pt x="14777" y="3712"/>
                </a:lnTo>
                <a:lnTo>
                  <a:pt x="14825" y="3737"/>
                </a:lnTo>
                <a:lnTo>
                  <a:pt x="14874" y="3761"/>
                </a:lnTo>
                <a:lnTo>
                  <a:pt x="14923" y="3737"/>
                </a:lnTo>
                <a:lnTo>
                  <a:pt x="14972" y="3712"/>
                </a:lnTo>
                <a:lnTo>
                  <a:pt x="15045" y="3688"/>
                </a:lnTo>
                <a:lnTo>
                  <a:pt x="15143" y="3663"/>
                </a:lnTo>
                <a:lnTo>
                  <a:pt x="15485" y="3639"/>
                </a:lnTo>
                <a:lnTo>
                  <a:pt x="15900" y="4103"/>
                </a:lnTo>
                <a:lnTo>
                  <a:pt x="16291" y="4616"/>
                </a:lnTo>
                <a:lnTo>
                  <a:pt x="16633" y="5153"/>
                </a:lnTo>
                <a:lnTo>
                  <a:pt x="16926" y="5715"/>
                </a:lnTo>
                <a:lnTo>
                  <a:pt x="17194" y="6301"/>
                </a:lnTo>
                <a:lnTo>
                  <a:pt x="17390" y="6912"/>
                </a:lnTo>
                <a:lnTo>
                  <a:pt x="17561" y="7547"/>
                </a:lnTo>
                <a:lnTo>
                  <a:pt x="17683" y="8182"/>
                </a:lnTo>
                <a:lnTo>
                  <a:pt x="17414" y="8157"/>
                </a:lnTo>
                <a:lnTo>
                  <a:pt x="17317" y="8133"/>
                </a:lnTo>
                <a:lnTo>
                  <a:pt x="17268" y="8084"/>
                </a:lnTo>
                <a:lnTo>
                  <a:pt x="17219" y="8060"/>
                </a:lnTo>
                <a:lnTo>
                  <a:pt x="17146" y="8035"/>
                </a:lnTo>
                <a:lnTo>
                  <a:pt x="16975" y="8011"/>
                </a:lnTo>
                <a:lnTo>
                  <a:pt x="16877" y="7986"/>
                </a:lnTo>
                <a:lnTo>
                  <a:pt x="16779" y="7938"/>
                </a:lnTo>
                <a:lnTo>
                  <a:pt x="16682" y="7889"/>
                </a:lnTo>
                <a:lnTo>
                  <a:pt x="16584" y="7815"/>
                </a:lnTo>
                <a:lnTo>
                  <a:pt x="16511" y="7742"/>
                </a:lnTo>
                <a:lnTo>
                  <a:pt x="16437" y="7693"/>
                </a:lnTo>
                <a:lnTo>
                  <a:pt x="16364" y="7693"/>
                </a:lnTo>
                <a:lnTo>
                  <a:pt x="16315" y="7718"/>
                </a:lnTo>
                <a:lnTo>
                  <a:pt x="16291" y="7767"/>
                </a:lnTo>
                <a:lnTo>
                  <a:pt x="16291" y="7840"/>
                </a:lnTo>
                <a:lnTo>
                  <a:pt x="16340" y="7913"/>
                </a:lnTo>
                <a:lnTo>
                  <a:pt x="16413" y="8011"/>
                </a:lnTo>
                <a:lnTo>
                  <a:pt x="16486" y="8084"/>
                </a:lnTo>
                <a:lnTo>
                  <a:pt x="16584" y="8133"/>
                </a:lnTo>
                <a:lnTo>
                  <a:pt x="16706" y="8182"/>
                </a:lnTo>
                <a:lnTo>
                  <a:pt x="16779" y="8182"/>
                </a:lnTo>
                <a:lnTo>
                  <a:pt x="16877" y="8206"/>
                </a:lnTo>
                <a:lnTo>
                  <a:pt x="16975" y="8255"/>
                </a:lnTo>
                <a:lnTo>
                  <a:pt x="17072" y="8304"/>
                </a:lnTo>
                <a:lnTo>
                  <a:pt x="17170" y="8377"/>
                </a:lnTo>
                <a:lnTo>
                  <a:pt x="17194" y="8426"/>
                </a:lnTo>
                <a:lnTo>
                  <a:pt x="17219" y="8475"/>
                </a:lnTo>
                <a:lnTo>
                  <a:pt x="17194" y="8621"/>
                </a:lnTo>
                <a:lnTo>
                  <a:pt x="17097" y="8792"/>
                </a:lnTo>
                <a:lnTo>
                  <a:pt x="16975" y="8963"/>
                </a:lnTo>
                <a:lnTo>
                  <a:pt x="16804" y="9110"/>
                </a:lnTo>
                <a:lnTo>
                  <a:pt x="16657" y="9232"/>
                </a:lnTo>
                <a:lnTo>
                  <a:pt x="16511" y="9305"/>
                </a:lnTo>
                <a:lnTo>
                  <a:pt x="16413" y="9330"/>
                </a:lnTo>
                <a:lnTo>
                  <a:pt x="16242" y="9354"/>
                </a:lnTo>
                <a:lnTo>
                  <a:pt x="16169" y="9378"/>
                </a:lnTo>
                <a:lnTo>
                  <a:pt x="16120" y="9427"/>
                </a:lnTo>
                <a:lnTo>
                  <a:pt x="16071" y="9452"/>
                </a:lnTo>
                <a:lnTo>
                  <a:pt x="16022" y="9476"/>
                </a:lnTo>
                <a:lnTo>
                  <a:pt x="15973" y="9452"/>
                </a:lnTo>
                <a:lnTo>
                  <a:pt x="15924" y="9427"/>
                </a:lnTo>
                <a:lnTo>
                  <a:pt x="15900" y="9378"/>
                </a:lnTo>
                <a:lnTo>
                  <a:pt x="15851" y="9305"/>
                </a:lnTo>
                <a:lnTo>
                  <a:pt x="15827" y="9134"/>
                </a:lnTo>
                <a:lnTo>
                  <a:pt x="15802" y="9037"/>
                </a:lnTo>
                <a:lnTo>
                  <a:pt x="15729" y="8890"/>
                </a:lnTo>
                <a:lnTo>
                  <a:pt x="15607" y="8743"/>
                </a:lnTo>
                <a:lnTo>
                  <a:pt x="15460" y="8573"/>
                </a:lnTo>
                <a:lnTo>
                  <a:pt x="15314" y="8402"/>
                </a:lnTo>
                <a:lnTo>
                  <a:pt x="15192" y="8255"/>
                </a:lnTo>
                <a:lnTo>
                  <a:pt x="15094" y="8108"/>
                </a:lnTo>
                <a:lnTo>
                  <a:pt x="15070" y="8011"/>
                </a:lnTo>
                <a:lnTo>
                  <a:pt x="15070" y="7938"/>
                </a:lnTo>
                <a:lnTo>
                  <a:pt x="15045" y="7889"/>
                </a:lnTo>
                <a:lnTo>
                  <a:pt x="15021" y="7889"/>
                </a:lnTo>
                <a:lnTo>
                  <a:pt x="14972" y="7913"/>
                </a:lnTo>
                <a:lnTo>
                  <a:pt x="14948" y="7962"/>
                </a:lnTo>
                <a:lnTo>
                  <a:pt x="14899" y="8035"/>
                </a:lnTo>
                <a:lnTo>
                  <a:pt x="14874" y="8182"/>
                </a:lnTo>
                <a:lnTo>
                  <a:pt x="14899" y="8279"/>
                </a:lnTo>
                <a:lnTo>
                  <a:pt x="14972" y="8402"/>
                </a:lnTo>
                <a:lnTo>
                  <a:pt x="15045" y="8548"/>
                </a:lnTo>
                <a:lnTo>
                  <a:pt x="15167" y="8670"/>
                </a:lnTo>
                <a:lnTo>
                  <a:pt x="15265" y="8792"/>
                </a:lnTo>
                <a:lnTo>
                  <a:pt x="15363" y="8914"/>
                </a:lnTo>
                <a:lnTo>
                  <a:pt x="15436" y="9037"/>
                </a:lnTo>
                <a:lnTo>
                  <a:pt x="15460" y="9134"/>
                </a:lnTo>
                <a:lnTo>
                  <a:pt x="15460" y="9232"/>
                </a:lnTo>
                <a:lnTo>
                  <a:pt x="15509" y="9330"/>
                </a:lnTo>
                <a:lnTo>
                  <a:pt x="15558" y="9427"/>
                </a:lnTo>
                <a:lnTo>
                  <a:pt x="15631" y="9525"/>
                </a:lnTo>
                <a:lnTo>
                  <a:pt x="15753" y="9598"/>
                </a:lnTo>
                <a:lnTo>
                  <a:pt x="15900" y="9647"/>
                </a:lnTo>
                <a:lnTo>
                  <a:pt x="16047" y="9696"/>
                </a:lnTo>
                <a:lnTo>
                  <a:pt x="16218" y="9720"/>
                </a:lnTo>
                <a:lnTo>
                  <a:pt x="16364" y="9720"/>
                </a:lnTo>
                <a:lnTo>
                  <a:pt x="16486" y="9769"/>
                </a:lnTo>
                <a:lnTo>
                  <a:pt x="16559" y="9818"/>
                </a:lnTo>
                <a:lnTo>
                  <a:pt x="16584" y="9867"/>
                </a:lnTo>
                <a:lnTo>
                  <a:pt x="16584" y="9916"/>
                </a:lnTo>
                <a:lnTo>
                  <a:pt x="16559" y="10013"/>
                </a:lnTo>
                <a:lnTo>
                  <a:pt x="16437" y="10209"/>
                </a:lnTo>
                <a:lnTo>
                  <a:pt x="16242" y="10429"/>
                </a:lnTo>
                <a:lnTo>
                  <a:pt x="16022" y="10673"/>
                </a:lnTo>
                <a:lnTo>
                  <a:pt x="15802" y="10917"/>
                </a:lnTo>
                <a:lnTo>
                  <a:pt x="15631" y="11186"/>
                </a:lnTo>
                <a:lnTo>
                  <a:pt x="15485" y="11430"/>
                </a:lnTo>
                <a:lnTo>
                  <a:pt x="15460" y="11528"/>
                </a:lnTo>
                <a:lnTo>
                  <a:pt x="15460" y="11625"/>
                </a:lnTo>
                <a:lnTo>
                  <a:pt x="15460" y="11772"/>
                </a:lnTo>
                <a:lnTo>
                  <a:pt x="15485" y="11918"/>
                </a:lnTo>
                <a:lnTo>
                  <a:pt x="15509" y="12016"/>
                </a:lnTo>
                <a:lnTo>
                  <a:pt x="15558" y="12089"/>
                </a:lnTo>
                <a:lnTo>
                  <a:pt x="15583" y="12138"/>
                </a:lnTo>
                <a:lnTo>
                  <a:pt x="15607" y="12212"/>
                </a:lnTo>
                <a:lnTo>
                  <a:pt x="15631" y="12383"/>
                </a:lnTo>
                <a:lnTo>
                  <a:pt x="15607" y="12480"/>
                </a:lnTo>
                <a:lnTo>
                  <a:pt x="15509" y="12651"/>
                </a:lnTo>
                <a:lnTo>
                  <a:pt x="15363" y="12847"/>
                </a:lnTo>
                <a:lnTo>
                  <a:pt x="15167" y="13042"/>
                </a:lnTo>
                <a:lnTo>
                  <a:pt x="14972" y="13237"/>
                </a:lnTo>
                <a:lnTo>
                  <a:pt x="14825" y="13433"/>
                </a:lnTo>
                <a:lnTo>
                  <a:pt x="14728" y="13604"/>
                </a:lnTo>
                <a:lnTo>
                  <a:pt x="14679" y="13701"/>
                </a:lnTo>
                <a:lnTo>
                  <a:pt x="14654" y="13823"/>
                </a:lnTo>
                <a:lnTo>
                  <a:pt x="14581" y="13970"/>
                </a:lnTo>
                <a:lnTo>
                  <a:pt x="14459" y="14117"/>
                </a:lnTo>
                <a:lnTo>
                  <a:pt x="14313" y="14288"/>
                </a:lnTo>
                <a:lnTo>
                  <a:pt x="14142" y="14434"/>
                </a:lnTo>
                <a:lnTo>
                  <a:pt x="13995" y="14556"/>
                </a:lnTo>
                <a:lnTo>
                  <a:pt x="13848" y="14629"/>
                </a:lnTo>
                <a:lnTo>
                  <a:pt x="13726" y="14654"/>
                </a:lnTo>
                <a:lnTo>
                  <a:pt x="13653" y="14654"/>
                </a:lnTo>
                <a:lnTo>
                  <a:pt x="13555" y="14605"/>
                </a:lnTo>
                <a:lnTo>
                  <a:pt x="13458" y="14556"/>
                </a:lnTo>
                <a:lnTo>
                  <a:pt x="13360" y="14483"/>
                </a:lnTo>
                <a:lnTo>
                  <a:pt x="13287" y="14385"/>
                </a:lnTo>
                <a:lnTo>
                  <a:pt x="13213" y="14288"/>
                </a:lnTo>
                <a:lnTo>
                  <a:pt x="13189" y="14190"/>
                </a:lnTo>
                <a:lnTo>
                  <a:pt x="13165" y="14092"/>
                </a:lnTo>
                <a:lnTo>
                  <a:pt x="13140" y="13921"/>
                </a:lnTo>
                <a:lnTo>
                  <a:pt x="13116" y="13848"/>
                </a:lnTo>
                <a:lnTo>
                  <a:pt x="13067" y="13799"/>
                </a:lnTo>
                <a:lnTo>
                  <a:pt x="13043" y="13750"/>
                </a:lnTo>
                <a:lnTo>
                  <a:pt x="12994" y="13677"/>
                </a:lnTo>
                <a:lnTo>
                  <a:pt x="12969" y="13530"/>
                </a:lnTo>
                <a:lnTo>
                  <a:pt x="12945" y="13359"/>
                </a:lnTo>
                <a:lnTo>
                  <a:pt x="12920" y="13286"/>
                </a:lnTo>
                <a:lnTo>
                  <a:pt x="12872" y="13237"/>
                </a:lnTo>
                <a:lnTo>
                  <a:pt x="12847" y="13164"/>
                </a:lnTo>
                <a:lnTo>
                  <a:pt x="12823" y="13066"/>
                </a:lnTo>
                <a:lnTo>
                  <a:pt x="12798" y="12920"/>
                </a:lnTo>
                <a:lnTo>
                  <a:pt x="12774" y="12749"/>
                </a:lnTo>
                <a:lnTo>
                  <a:pt x="12798" y="12602"/>
                </a:lnTo>
                <a:lnTo>
                  <a:pt x="12823" y="12456"/>
                </a:lnTo>
                <a:lnTo>
                  <a:pt x="12847" y="12358"/>
                </a:lnTo>
                <a:lnTo>
                  <a:pt x="12872" y="12285"/>
                </a:lnTo>
                <a:lnTo>
                  <a:pt x="12920" y="12236"/>
                </a:lnTo>
                <a:lnTo>
                  <a:pt x="12945" y="12163"/>
                </a:lnTo>
                <a:lnTo>
                  <a:pt x="12969" y="11992"/>
                </a:lnTo>
                <a:lnTo>
                  <a:pt x="12945" y="11894"/>
                </a:lnTo>
                <a:lnTo>
                  <a:pt x="12896" y="11772"/>
                </a:lnTo>
                <a:lnTo>
                  <a:pt x="12798" y="11650"/>
                </a:lnTo>
                <a:lnTo>
                  <a:pt x="12701" y="11528"/>
                </a:lnTo>
                <a:lnTo>
                  <a:pt x="12578" y="11381"/>
                </a:lnTo>
                <a:lnTo>
                  <a:pt x="12481" y="11210"/>
                </a:lnTo>
                <a:lnTo>
                  <a:pt x="12432" y="11015"/>
                </a:lnTo>
                <a:lnTo>
                  <a:pt x="12408" y="10844"/>
                </a:lnTo>
                <a:lnTo>
                  <a:pt x="12408" y="10697"/>
                </a:lnTo>
                <a:lnTo>
                  <a:pt x="12383" y="10551"/>
                </a:lnTo>
                <a:lnTo>
                  <a:pt x="12334" y="10453"/>
                </a:lnTo>
                <a:lnTo>
                  <a:pt x="12310" y="10380"/>
                </a:lnTo>
                <a:lnTo>
                  <a:pt x="12261" y="10331"/>
                </a:lnTo>
                <a:lnTo>
                  <a:pt x="12188" y="10307"/>
                </a:lnTo>
                <a:lnTo>
                  <a:pt x="12017" y="10282"/>
                </a:lnTo>
                <a:lnTo>
                  <a:pt x="11870" y="10307"/>
                </a:lnTo>
                <a:lnTo>
                  <a:pt x="11797" y="10331"/>
                </a:lnTo>
                <a:lnTo>
                  <a:pt x="11748" y="10380"/>
                </a:lnTo>
                <a:lnTo>
                  <a:pt x="11675" y="10429"/>
                </a:lnTo>
                <a:lnTo>
                  <a:pt x="11553" y="10453"/>
                </a:lnTo>
                <a:lnTo>
                  <a:pt x="11406" y="10478"/>
                </a:lnTo>
                <a:lnTo>
                  <a:pt x="11260" y="10478"/>
                </a:lnTo>
                <a:lnTo>
                  <a:pt x="11089" y="10453"/>
                </a:lnTo>
                <a:lnTo>
                  <a:pt x="10893" y="10355"/>
                </a:lnTo>
                <a:lnTo>
                  <a:pt x="10674" y="10233"/>
                </a:lnTo>
                <a:lnTo>
                  <a:pt x="10503" y="10087"/>
                </a:lnTo>
                <a:lnTo>
                  <a:pt x="10429" y="10013"/>
                </a:lnTo>
                <a:lnTo>
                  <a:pt x="10356" y="9891"/>
                </a:lnTo>
                <a:lnTo>
                  <a:pt x="10234" y="9598"/>
                </a:lnTo>
                <a:lnTo>
                  <a:pt x="10161" y="9281"/>
                </a:lnTo>
                <a:lnTo>
                  <a:pt x="10112" y="8963"/>
                </a:lnTo>
                <a:lnTo>
                  <a:pt x="10136" y="8792"/>
                </a:lnTo>
                <a:lnTo>
                  <a:pt x="10161" y="8621"/>
                </a:lnTo>
                <a:lnTo>
                  <a:pt x="10258" y="8279"/>
                </a:lnTo>
                <a:lnTo>
                  <a:pt x="10332" y="8108"/>
                </a:lnTo>
                <a:lnTo>
                  <a:pt x="10405" y="7962"/>
                </a:lnTo>
                <a:lnTo>
                  <a:pt x="10503" y="7815"/>
                </a:lnTo>
                <a:lnTo>
                  <a:pt x="10600" y="7718"/>
                </a:lnTo>
                <a:lnTo>
                  <a:pt x="10796" y="7522"/>
                </a:lnTo>
                <a:lnTo>
                  <a:pt x="10991" y="7376"/>
                </a:lnTo>
                <a:lnTo>
                  <a:pt x="11162" y="7278"/>
                </a:lnTo>
                <a:lnTo>
                  <a:pt x="11260" y="7229"/>
                </a:lnTo>
                <a:lnTo>
                  <a:pt x="11431" y="7205"/>
                </a:lnTo>
                <a:lnTo>
                  <a:pt x="11504" y="7180"/>
                </a:lnTo>
                <a:lnTo>
                  <a:pt x="11553" y="7132"/>
                </a:lnTo>
                <a:lnTo>
                  <a:pt x="11626" y="7107"/>
                </a:lnTo>
                <a:lnTo>
                  <a:pt x="11724" y="7083"/>
                </a:lnTo>
                <a:lnTo>
                  <a:pt x="11870" y="7058"/>
                </a:lnTo>
                <a:lnTo>
                  <a:pt x="12188" y="7058"/>
                </a:lnTo>
                <a:lnTo>
                  <a:pt x="12359" y="7107"/>
                </a:lnTo>
                <a:lnTo>
                  <a:pt x="12481" y="7156"/>
                </a:lnTo>
                <a:lnTo>
                  <a:pt x="12603" y="7229"/>
                </a:lnTo>
                <a:lnTo>
                  <a:pt x="12676" y="7303"/>
                </a:lnTo>
                <a:lnTo>
                  <a:pt x="12774" y="7376"/>
                </a:lnTo>
                <a:lnTo>
                  <a:pt x="12896" y="7425"/>
                </a:lnTo>
                <a:lnTo>
                  <a:pt x="12969" y="7425"/>
                </a:lnTo>
                <a:lnTo>
                  <a:pt x="13140" y="7449"/>
                </a:lnTo>
                <a:lnTo>
                  <a:pt x="13213" y="7498"/>
                </a:lnTo>
                <a:lnTo>
                  <a:pt x="13262" y="7522"/>
                </a:lnTo>
                <a:lnTo>
                  <a:pt x="13311" y="7547"/>
                </a:lnTo>
                <a:lnTo>
                  <a:pt x="13360" y="7571"/>
                </a:lnTo>
                <a:lnTo>
                  <a:pt x="13409" y="7547"/>
                </a:lnTo>
                <a:lnTo>
                  <a:pt x="13458" y="7522"/>
                </a:lnTo>
                <a:lnTo>
                  <a:pt x="13507" y="7498"/>
                </a:lnTo>
                <a:lnTo>
                  <a:pt x="13580" y="7449"/>
                </a:lnTo>
                <a:lnTo>
                  <a:pt x="13726" y="7425"/>
                </a:lnTo>
                <a:lnTo>
                  <a:pt x="13897" y="7449"/>
                </a:lnTo>
                <a:lnTo>
                  <a:pt x="13971" y="7498"/>
                </a:lnTo>
                <a:lnTo>
                  <a:pt x="14019" y="7522"/>
                </a:lnTo>
                <a:lnTo>
                  <a:pt x="14093" y="7571"/>
                </a:lnTo>
                <a:lnTo>
                  <a:pt x="14190" y="7596"/>
                </a:lnTo>
                <a:lnTo>
                  <a:pt x="14337" y="7620"/>
                </a:lnTo>
                <a:lnTo>
                  <a:pt x="14654" y="7620"/>
                </a:lnTo>
                <a:lnTo>
                  <a:pt x="14801" y="7596"/>
                </a:lnTo>
                <a:lnTo>
                  <a:pt x="14899" y="7571"/>
                </a:lnTo>
                <a:lnTo>
                  <a:pt x="14972" y="7522"/>
                </a:lnTo>
                <a:lnTo>
                  <a:pt x="15021" y="7473"/>
                </a:lnTo>
                <a:lnTo>
                  <a:pt x="15045" y="7400"/>
                </a:lnTo>
                <a:lnTo>
                  <a:pt x="15070" y="7229"/>
                </a:lnTo>
                <a:lnTo>
                  <a:pt x="15070" y="7205"/>
                </a:lnTo>
                <a:lnTo>
                  <a:pt x="15045" y="7156"/>
                </a:lnTo>
                <a:lnTo>
                  <a:pt x="14948" y="7107"/>
                </a:lnTo>
                <a:lnTo>
                  <a:pt x="14825" y="7058"/>
                </a:lnTo>
                <a:lnTo>
                  <a:pt x="14679" y="7058"/>
                </a:lnTo>
                <a:lnTo>
                  <a:pt x="14532" y="7034"/>
                </a:lnTo>
                <a:lnTo>
                  <a:pt x="14361" y="6985"/>
                </a:lnTo>
                <a:lnTo>
                  <a:pt x="14215" y="6936"/>
                </a:lnTo>
                <a:lnTo>
                  <a:pt x="14117" y="6863"/>
                </a:lnTo>
                <a:lnTo>
                  <a:pt x="14019" y="6790"/>
                </a:lnTo>
                <a:lnTo>
                  <a:pt x="13922" y="6716"/>
                </a:lnTo>
                <a:lnTo>
                  <a:pt x="13824" y="6692"/>
                </a:lnTo>
                <a:lnTo>
                  <a:pt x="13726" y="6668"/>
                </a:lnTo>
                <a:lnTo>
                  <a:pt x="13653" y="6643"/>
                </a:lnTo>
                <a:lnTo>
                  <a:pt x="13555" y="6619"/>
                </a:lnTo>
                <a:lnTo>
                  <a:pt x="13458" y="6545"/>
                </a:lnTo>
                <a:lnTo>
                  <a:pt x="13360" y="6472"/>
                </a:lnTo>
                <a:lnTo>
                  <a:pt x="13287" y="6399"/>
                </a:lnTo>
                <a:lnTo>
                  <a:pt x="13189" y="6374"/>
                </a:lnTo>
                <a:lnTo>
                  <a:pt x="13116" y="6350"/>
                </a:lnTo>
                <a:lnTo>
                  <a:pt x="13067" y="6374"/>
                </a:lnTo>
                <a:lnTo>
                  <a:pt x="13018" y="6399"/>
                </a:lnTo>
                <a:lnTo>
                  <a:pt x="12945" y="6399"/>
                </a:lnTo>
                <a:lnTo>
                  <a:pt x="12872" y="6350"/>
                </a:lnTo>
                <a:lnTo>
                  <a:pt x="12774" y="6277"/>
                </a:lnTo>
                <a:lnTo>
                  <a:pt x="12701" y="6228"/>
                </a:lnTo>
                <a:lnTo>
                  <a:pt x="12627" y="6179"/>
                </a:lnTo>
                <a:lnTo>
                  <a:pt x="12505" y="6179"/>
                </a:lnTo>
                <a:lnTo>
                  <a:pt x="12456" y="6228"/>
                </a:lnTo>
                <a:lnTo>
                  <a:pt x="12383" y="6252"/>
                </a:lnTo>
                <a:lnTo>
                  <a:pt x="12212" y="6277"/>
                </a:lnTo>
                <a:lnTo>
                  <a:pt x="12114" y="6326"/>
                </a:lnTo>
                <a:lnTo>
                  <a:pt x="11968" y="6399"/>
                </a:lnTo>
                <a:lnTo>
                  <a:pt x="11797" y="6521"/>
                </a:lnTo>
                <a:lnTo>
                  <a:pt x="11650" y="6668"/>
                </a:lnTo>
                <a:lnTo>
                  <a:pt x="11479" y="6814"/>
                </a:lnTo>
                <a:lnTo>
                  <a:pt x="11309" y="6936"/>
                </a:lnTo>
                <a:lnTo>
                  <a:pt x="11186" y="7009"/>
                </a:lnTo>
                <a:lnTo>
                  <a:pt x="11064" y="7058"/>
                </a:lnTo>
                <a:lnTo>
                  <a:pt x="10918" y="7009"/>
                </a:lnTo>
                <a:lnTo>
                  <a:pt x="10844" y="6985"/>
                </a:lnTo>
                <a:lnTo>
                  <a:pt x="10796" y="6961"/>
                </a:lnTo>
                <a:lnTo>
                  <a:pt x="10747" y="6912"/>
                </a:lnTo>
                <a:lnTo>
                  <a:pt x="10722" y="6838"/>
                </a:lnTo>
                <a:lnTo>
                  <a:pt x="10698" y="6668"/>
                </a:lnTo>
                <a:lnTo>
                  <a:pt x="10722" y="6497"/>
                </a:lnTo>
                <a:lnTo>
                  <a:pt x="10747" y="6423"/>
                </a:lnTo>
                <a:lnTo>
                  <a:pt x="10796" y="6374"/>
                </a:lnTo>
                <a:lnTo>
                  <a:pt x="10844" y="6350"/>
                </a:lnTo>
                <a:lnTo>
                  <a:pt x="10967" y="6326"/>
                </a:lnTo>
                <a:lnTo>
                  <a:pt x="11113" y="6301"/>
                </a:lnTo>
                <a:lnTo>
                  <a:pt x="11260" y="6277"/>
                </a:lnTo>
                <a:lnTo>
                  <a:pt x="11406" y="6277"/>
                </a:lnTo>
                <a:lnTo>
                  <a:pt x="11528" y="6228"/>
                </a:lnTo>
                <a:lnTo>
                  <a:pt x="11602" y="6179"/>
                </a:lnTo>
                <a:lnTo>
                  <a:pt x="11626" y="6130"/>
                </a:lnTo>
                <a:lnTo>
                  <a:pt x="11650" y="6106"/>
                </a:lnTo>
                <a:lnTo>
                  <a:pt x="11602" y="5935"/>
                </a:lnTo>
                <a:lnTo>
                  <a:pt x="11577" y="5862"/>
                </a:lnTo>
                <a:lnTo>
                  <a:pt x="11553" y="5813"/>
                </a:lnTo>
                <a:lnTo>
                  <a:pt x="11504" y="5764"/>
                </a:lnTo>
                <a:lnTo>
                  <a:pt x="11504" y="5715"/>
                </a:lnTo>
                <a:lnTo>
                  <a:pt x="11504" y="5666"/>
                </a:lnTo>
                <a:lnTo>
                  <a:pt x="11553" y="5617"/>
                </a:lnTo>
                <a:lnTo>
                  <a:pt x="11602" y="5593"/>
                </a:lnTo>
                <a:lnTo>
                  <a:pt x="11675" y="5544"/>
                </a:lnTo>
                <a:lnTo>
                  <a:pt x="11821" y="5520"/>
                </a:lnTo>
                <a:lnTo>
                  <a:pt x="11919" y="5520"/>
                </a:lnTo>
                <a:lnTo>
                  <a:pt x="12017" y="5471"/>
                </a:lnTo>
                <a:lnTo>
                  <a:pt x="12114" y="5398"/>
                </a:lnTo>
                <a:lnTo>
                  <a:pt x="12212" y="5324"/>
                </a:lnTo>
                <a:lnTo>
                  <a:pt x="12285" y="5251"/>
                </a:lnTo>
                <a:lnTo>
                  <a:pt x="12359" y="5153"/>
                </a:lnTo>
                <a:lnTo>
                  <a:pt x="12383" y="5031"/>
                </a:lnTo>
                <a:lnTo>
                  <a:pt x="12408" y="4958"/>
                </a:lnTo>
                <a:lnTo>
                  <a:pt x="12383" y="4787"/>
                </a:lnTo>
                <a:lnTo>
                  <a:pt x="12334" y="4714"/>
                </a:lnTo>
                <a:lnTo>
                  <a:pt x="12310" y="4665"/>
                </a:lnTo>
                <a:lnTo>
                  <a:pt x="12310" y="4640"/>
                </a:lnTo>
                <a:lnTo>
                  <a:pt x="12310" y="4592"/>
                </a:lnTo>
                <a:lnTo>
                  <a:pt x="12383" y="4469"/>
                </a:lnTo>
                <a:lnTo>
                  <a:pt x="12505" y="4298"/>
                </a:lnTo>
                <a:lnTo>
                  <a:pt x="12701" y="4103"/>
                </a:lnTo>
                <a:lnTo>
                  <a:pt x="12798" y="4005"/>
                </a:lnTo>
                <a:lnTo>
                  <a:pt x="12945" y="3908"/>
                </a:lnTo>
                <a:lnTo>
                  <a:pt x="13091" y="3834"/>
                </a:lnTo>
                <a:lnTo>
                  <a:pt x="13262" y="3761"/>
                </a:lnTo>
                <a:lnTo>
                  <a:pt x="13604" y="3663"/>
                </a:lnTo>
                <a:lnTo>
                  <a:pt x="13775" y="3639"/>
                </a:lnTo>
                <a:lnTo>
                  <a:pt x="13922" y="3615"/>
                </a:lnTo>
                <a:close/>
                <a:moveTo>
                  <a:pt x="6888" y="2467"/>
                </a:moveTo>
                <a:lnTo>
                  <a:pt x="6986" y="2491"/>
                </a:lnTo>
                <a:lnTo>
                  <a:pt x="7083" y="2516"/>
                </a:lnTo>
                <a:lnTo>
                  <a:pt x="7132" y="2540"/>
                </a:lnTo>
                <a:lnTo>
                  <a:pt x="7181" y="2589"/>
                </a:lnTo>
                <a:lnTo>
                  <a:pt x="7181" y="2638"/>
                </a:lnTo>
                <a:lnTo>
                  <a:pt x="7181" y="2711"/>
                </a:lnTo>
                <a:lnTo>
                  <a:pt x="7132" y="2784"/>
                </a:lnTo>
                <a:lnTo>
                  <a:pt x="7083" y="2858"/>
                </a:lnTo>
                <a:lnTo>
                  <a:pt x="6937" y="3028"/>
                </a:lnTo>
                <a:lnTo>
                  <a:pt x="6864" y="3175"/>
                </a:lnTo>
                <a:lnTo>
                  <a:pt x="6839" y="3322"/>
                </a:lnTo>
                <a:lnTo>
                  <a:pt x="6864" y="3395"/>
                </a:lnTo>
                <a:lnTo>
                  <a:pt x="6888" y="3419"/>
                </a:lnTo>
                <a:lnTo>
                  <a:pt x="6961" y="3517"/>
                </a:lnTo>
                <a:lnTo>
                  <a:pt x="7010" y="3615"/>
                </a:lnTo>
                <a:lnTo>
                  <a:pt x="7059" y="3712"/>
                </a:lnTo>
                <a:lnTo>
                  <a:pt x="7083" y="3810"/>
                </a:lnTo>
                <a:lnTo>
                  <a:pt x="7059" y="3908"/>
                </a:lnTo>
                <a:lnTo>
                  <a:pt x="7010" y="4005"/>
                </a:lnTo>
                <a:lnTo>
                  <a:pt x="6961" y="4103"/>
                </a:lnTo>
                <a:lnTo>
                  <a:pt x="6888" y="4201"/>
                </a:lnTo>
                <a:lnTo>
                  <a:pt x="6839" y="4225"/>
                </a:lnTo>
                <a:lnTo>
                  <a:pt x="6644" y="4225"/>
                </a:lnTo>
                <a:lnTo>
                  <a:pt x="6473" y="4128"/>
                </a:lnTo>
                <a:lnTo>
                  <a:pt x="6302" y="4005"/>
                </a:lnTo>
                <a:lnTo>
                  <a:pt x="6155" y="3859"/>
                </a:lnTo>
                <a:lnTo>
                  <a:pt x="5984" y="3786"/>
                </a:lnTo>
                <a:lnTo>
                  <a:pt x="5838" y="3761"/>
                </a:lnTo>
                <a:lnTo>
                  <a:pt x="5789" y="3786"/>
                </a:lnTo>
                <a:lnTo>
                  <a:pt x="5740" y="3810"/>
                </a:lnTo>
                <a:lnTo>
                  <a:pt x="5642" y="3883"/>
                </a:lnTo>
                <a:lnTo>
                  <a:pt x="5545" y="3957"/>
                </a:lnTo>
                <a:lnTo>
                  <a:pt x="5447" y="3981"/>
                </a:lnTo>
                <a:lnTo>
                  <a:pt x="5349" y="4005"/>
                </a:lnTo>
                <a:lnTo>
                  <a:pt x="5203" y="4030"/>
                </a:lnTo>
                <a:lnTo>
                  <a:pt x="5129" y="4054"/>
                </a:lnTo>
                <a:lnTo>
                  <a:pt x="5081" y="4103"/>
                </a:lnTo>
                <a:lnTo>
                  <a:pt x="5032" y="4128"/>
                </a:lnTo>
                <a:lnTo>
                  <a:pt x="4959" y="4152"/>
                </a:lnTo>
                <a:lnTo>
                  <a:pt x="4788" y="4201"/>
                </a:lnTo>
                <a:lnTo>
                  <a:pt x="4690" y="4201"/>
                </a:lnTo>
                <a:lnTo>
                  <a:pt x="4592" y="4250"/>
                </a:lnTo>
                <a:lnTo>
                  <a:pt x="4494" y="4298"/>
                </a:lnTo>
                <a:lnTo>
                  <a:pt x="4397" y="4372"/>
                </a:lnTo>
                <a:lnTo>
                  <a:pt x="4372" y="4421"/>
                </a:lnTo>
                <a:lnTo>
                  <a:pt x="4372" y="4494"/>
                </a:lnTo>
                <a:lnTo>
                  <a:pt x="4372" y="4616"/>
                </a:lnTo>
                <a:lnTo>
                  <a:pt x="4470" y="4787"/>
                </a:lnTo>
                <a:lnTo>
                  <a:pt x="4592" y="4958"/>
                </a:lnTo>
                <a:lnTo>
                  <a:pt x="4690" y="5031"/>
                </a:lnTo>
                <a:lnTo>
                  <a:pt x="4788" y="5056"/>
                </a:lnTo>
                <a:lnTo>
                  <a:pt x="4885" y="5080"/>
                </a:lnTo>
                <a:lnTo>
                  <a:pt x="5007" y="5080"/>
                </a:lnTo>
                <a:lnTo>
                  <a:pt x="5129" y="5056"/>
                </a:lnTo>
                <a:lnTo>
                  <a:pt x="5227" y="5007"/>
                </a:lnTo>
                <a:lnTo>
                  <a:pt x="5349" y="4933"/>
                </a:lnTo>
                <a:lnTo>
                  <a:pt x="5447" y="4860"/>
                </a:lnTo>
                <a:lnTo>
                  <a:pt x="5642" y="4665"/>
                </a:lnTo>
                <a:lnTo>
                  <a:pt x="5838" y="4518"/>
                </a:lnTo>
                <a:lnTo>
                  <a:pt x="6009" y="4421"/>
                </a:lnTo>
                <a:lnTo>
                  <a:pt x="6131" y="4372"/>
                </a:lnTo>
                <a:lnTo>
                  <a:pt x="6204" y="4396"/>
                </a:lnTo>
                <a:lnTo>
                  <a:pt x="6253" y="4445"/>
                </a:lnTo>
                <a:lnTo>
                  <a:pt x="6302" y="4494"/>
                </a:lnTo>
                <a:lnTo>
                  <a:pt x="6302" y="4567"/>
                </a:lnTo>
                <a:lnTo>
                  <a:pt x="6326" y="4640"/>
                </a:lnTo>
                <a:lnTo>
                  <a:pt x="6375" y="4714"/>
                </a:lnTo>
                <a:lnTo>
                  <a:pt x="6424" y="4738"/>
                </a:lnTo>
                <a:lnTo>
                  <a:pt x="6497" y="4763"/>
                </a:lnTo>
                <a:lnTo>
                  <a:pt x="6595" y="4787"/>
                </a:lnTo>
                <a:lnTo>
                  <a:pt x="6693" y="4811"/>
                </a:lnTo>
                <a:lnTo>
                  <a:pt x="6790" y="4885"/>
                </a:lnTo>
                <a:lnTo>
                  <a:pt x="6888" y="4958"/>
                </a:lnTo>
                <a:lnTo>
                  <a:pt x="6937" y="5031"/>
                </a:lnTo>
                <a:lnTo>
                  <a:pt x="6961" y="5153"/>
                </a:lnTo>
                <a:lnTo>
                  <a:pt x="6937" y="5251"/>
                </a:lnTo>
                <a:lnTo>
                  <a:pt x="6888" y="5324"/>
                </a:lnTo>
                <a:lnTo>
                  <a:pt x="6790" y="5398"/>
                </a:lnTo>
                <a:lnTo>
                  <a:pt x="6693" y="5471"/>
                </a:lnTo>
                <a:lnTo>
                  <a:pt x="6595" y="5520"/>
                </a:lnTo>
                <a:lnTo>
                  <a:pt x="6497" y="5520"/>
                </a:lnTo>
                <a:lnTo>
                  <a:pt x="6399" y="5544"/>
                </a:lnTo>
                <a:lnTo>
                  <a:pt x="6253" y="5642"/>
                </a:lnTo>
                <a:lnTo>
                  <a:pt x="6082" y="5764"/>
                </a:lnTo>
                <a:lnTo>
                  <a:pt x="5935" y="5910"/>
                </a:lnTo>
                <a:lnTo>
                  <a:pt x="5764" y="6057"/>
                </a:lnTo>
                <a:lnTo>
                  <a:pt x="5594" y="6179"/>
                </a:lnTo>
                <a:lnTo>
                  <a:pt x="5471" y="6252"/>
                </a:lnTo>
                <a:lnTo>
                  <a:pt x="5349" y="6277"/>
                </a:lnTo>
                <a:lnTo>
                  <a:pt x="5227" y="6326"/>
                </a:lnTo>
                <a:lnTo>
                  <a:pt x="5056" y="6448"/>
                </a:lnTo>
                <a:lnTo>
                  <a:pt x="4812" y="6643"/>
                </a:lnTo>
                <a:lnTo>
                  <a:pt x="4568" y="6887"/>
                </a:lnTo>
                <a:lnTo>
                  <a:pt x="4226" y="7229"/>
                </a:lnTo>
                <a:lnTo>
                  <a:pt x="4104" y="7327"/>
                </a:lnTo>
                <a:lnTo>
                  <a:pt x="3957" y="7449"/>
                </a:lnTo>
                <a:lnTo>
                  <a:pt x="3640" y="7644"/>
                </a:lnTo>
                <a:lnTo>
                  <a:pt x="3347" y="7767"/>
                </a:lnTo>
                <a:lnTo>
                  <a:pt x="3200" y="7791"/>
                </a:lnTo>
                <a:lnTo>
                  <a:pt x="3078" y="7815"/>
                </a:lnTo>
                <a:lnTo>
                  <a:pt x="2834" y="7815"/>
                </a:lnTo>
                <a:lnTo>
                  <a:pt x="2614" y="7864"/>
                </a:lnTo>
                <a:lnTo>
                  <a:pt x="2443" y="7938"/>
                </a:lnTo>
                <a:lnTo>
                  <a:pt x="2321" y="8011"/>
                </a:lnTo>
                <a:lnTo>
                  <a:pt x="2248" y="8084"/>
                </a:lnTo>
                <a:lnTo>
                  <a:pt x="2174" y="8182"/>
                </a:lnTo>
                <a:lnTo>
                  <a:pt x="2125" y="8279"/>
                </a:lnTo>
                <a:lnTo>
                  <a:pt x="2125" y="8377"/>
                </a:lnTo>
                <a:lnTo>
                  <a:pt x="2125" y="8475"/>
                </a:lnTo>
                <a:lnTo>
                  <a:pt x="2174" y="8573"/>
                </a:lnTo>
                <a:lnTo>
                  <a:pt x="2248" y="8670"/>
                </a:lnTo>
                <a:lnTo>
                  <a:pt x="2321" y="8768"/>
                </a:lnTo>
                <a:lnTo>
                  <a:pt x="2394" y="8841"/>
                </a:lnTo>
                <a:lnTo>
                  <a:pt x="2492" y="8890"/>
                </a:lnTo>
                <a:lnTo>
                  <a:pt x="2614" y="8939"/>
                </a:lnTo>
                <a:lnTo>
                  <a:pt x="2687" y="8939"/>
                </a:lnTo>
                <a:lnTo>
                  <a:pt x="2809" y="8988"/>
                </a:lnTo>
                <a:lnTo>
                  <a:pt x="2956" y="9085"/>
                </a:lnTo>
                <a:lnTo>
                  <a:pt x="3151" y="9232"/>
                </a:lnTo>
                <a:lnTo>
                  <a:pt x="3371" y="9427"/>
                </a:lnTo>
                <a:lnTo>
                  <a:pt x="3566" y="9623"/>
                </a:lnTo>
                <a:lnTo>
                  <a:pt x="3762" y="9769"/>
                </a:lnTo>
                <a:lnTo>
                  <a:pt x="3908" y="9867"/>
                </a:lnTo>
                <a:lnTo>
                  <a:pt x="4030" y="9891"/>
                </a:lnTo>
                <a:lnTo>
                  <a:pt x="4177" y="9867"/>
                </a:lnTo>
                <a:lnTo>
                  <a:pt x="4250" y="9843"/>
                </a:lnTo>
                <a:lnTo>
                  <a:pt x="4324" y="9818"/>
                </a:lnTo>
                <a:lnTo>
                  <a:pt x="4372" y="9769"/>
                </a:lnTo>
                <a:lnTo>
                  <a:pt x="4494" y="9745"/>
                </a:lnTo>
                <a:lnTo>
                  <a:pt x="4641" y="9720"/>
                </a:lnTo>
                <a:lnTo>
                  <a:pt x="4959" y="9720"/>
                </a:lnTo>
                <a:lnTo>
                  <a:pt x="5105" y="9769"/>
                </a:lnTo>
                <a:lnTo>
                  <a:pt x="5252" y="9818"/>
                </a:lnTo>
                <a:lnTo>
                  <a:pt x="5349" y="9916"/>
                </a:lnTo>
                <a:lnTo>
                  <a:pt x="5447" y="9989"/>
                </a:lnTo>
                <a:lnTo>
                  <a:pt x="5545" y="10038"/>
                </a:lnTo>
                <a:lnTo>
                  <a:pt x="5642" y="10087"/>
                </a:lnTo>
                <a:lnTo>
                  <a:pt x="5740" y="10087"/>
                </a:lnTo>
                <a:lnTo>
                  <a:pt x="5838" y="10136"/>
                </a:lnTo>
                <a:lnTo>
                  <a:pt x="5984" y="10209"/>
                </a:lnTo>
                <a:lnTo>
                  <a:pt x="6155" y="10331"/>
                </a:lnTo>
                <a:lnTo>
                  <a:pt x="6302" y="10478"/>
                </a:lnTo>
                <a:lnTo>
                  <a:pt x="6473" y="10624"/>
                </a:lnTo>
                <a:lnTo>
                  <a:pt x="6644" y="10746"/>
                </a:lnTo>
                <a:lnTo>
                  <a:pt x="6790" y="10819"/>
                </a:lnTo>
                <a:lnTo>
                  <a:pt x="6888" y="10844"/>
                </a:lnTo>
                <a:lnTo>
                  <a:pt x="6961" y="10868"/>
                </a:lnTo>
                <a:lnTo>
                  <a:pt x="7083" y="10917"/>
                </a:lnTo>
                <a:lnTo>
                  <a:pt x="7181" y="10966"/>
                </a:lnTo>
                <a:lnTo>
                  <a:pt x="7254" y="11039"/>
                </a:lnTo>
                <a:lnTo>
                  <a:pt x="7352" y="11113"/>
                </a:lnTo>
                <a:lnTo>
                  <a:pt x="7450" y="11186"/>
                </a:lnTo>
                <a:lnTo>
                  <a:pt x="7547" y="11210"/>
                </a:lnTo>
                <a:lnTo>
                  <a:pt x="7645" y="11235"/>
                </a:lnTo>
                <a:lnTo>
                  <a:pt x="7743" y="11259"/>
                </a:lnTo>
                <a:lnTo>
                  <a:pt x="7840" y="11283"/>
                </a:lnTo>
                <a:lnTo>
                  <a:pt x="7938" y="11357"/>
                </a:lnTo>
                <a:lnTo>
                  <a:pt x="8036" y="11430"/>
                </a:lnTo>
                <a:lnTo>
                  <a:pt x="8109" y="11528"/>
                </a:lnTo>
                <a:lnTo>
                  <a:pt x="8158" y="11625"/>
                </a:lnTo>
                <a:lnTo>
                  <a:pt x="8207" y="11723"/>
                </a:lnTo>
                <a:lnTo>
                  <a:pt x="8207" y="11796"/>
                </a:lnTo>
                <a:lnTo>
                  <a:pt x="8207" y="11894"/>
                </a:lnTo>
                <a:lnTo>
                  <a:pt x="8158" y="11992"/>
                </a:lnTo>
                <a:lnTo>
                  <a:pt x="8109" y="12089"/>
                </a:lnTo>
                <a:lnTo>
                  <a:pt x="8036" y="12187"/>
                </a:lnTo>
                <a:lnTo>
                  <a:pt x="7963" y="12285"/>
                </a:lnTo>
                <a:lnTo>
                  <a:pt x="7889" y="12383"/>
                </a:lnTo>
                <a:lnTo>
                  <a:pt x="7840" y="12480"/>
                </a:lnTo>
                <a:lnTo>
                  <a:pt x="7840" y="12578"/>
                </a:lnTo>
                <a:lnTo>
                  <a:pt x="7816" y="12676"/>
                </a:lnTo>
                <a:lnTo>
                  <a:pt x="7718" y="12822"/>
                </a:lnTo>
                <a:lnTo>
                  <a:pt x="7596" y="12969"/>
                </a:lnTo>
                <a:lnTo>
                  <a:pt x="7450" y="13140"/>
                </a:lnTo>
                <a:lnTo>
                  <a:pt x="7303" y="13311"/>
                </a:lnTo>
                <a:lnTo>
                  <a:pt x="7181" y="13457"/>
                </a:lnTo>
                <a:lnTo>
                  <a:pt x="7108" y="13604"/>
                </a:lnTo>
                <a:lnTo>
                  <a:pt x="7083" y="13701"/>
                </a:lnTo>
                <a:lnTo>
                  <a:pt x="7034" y="13823"/>
                </a:lnTo>
                <a:lnTo>
                  <a:pt x="6961" y="13970"/>
                </a:lnTo>
                <a:lnTo>
                  <a:pt x="6839" y="14117"/>
                </a:lnTo>
                <a:lnTo>
                  <a:pt x="6693" y="14288"/>
                </a:lnTo>
                <a:lnTo>
                  <a:pt x="6546" y="14434"/>
                </a:lnTo>
                <a:lnTo>
                  <a:pt x="6424" y="14605"/>
                </a:lnTo>
                <a:lnTo>
                  <a:pt x="6351" y="14752"/>
                </a:lnTo>
                <a:lnTo>
                  <a:pt x="6302" y="14849"/>
                </a:lnTo>
                <a:lnTo>
                  <a:pt x="6277" y="14947"/>
                </a:lnTo>
                <a:lnTo>
                  <a:pt x="6229" y="15069"/>
                </a:lnTo>
                <a:lnTo>
                  <a:pt x="6131" y="15216"/>
                </a:lnTo>
                <a:lnTo>
                  <a:pt x="6033" y="15338"/>
                </a:lnTo>
                <a:lnTo>
                  <a:pt x="5911" y="15460"/>
                </a:lnTo>
                <a:lnTo>
                  <a:pt x="5813" y="15582"/>
                </a:lnTo>
                <a:lnTo>
                  <a:pt x="5764" y="15704"/>
                </a:lnTo>
                <a:lnTo>
                  <a:pt x="5740" y="15802"/>
                </a:lnTo>
                <a:lnTo>
                  <a:pt x="5764" y="15973"/>
                </a:lnTo>
                <a:lnTo>
                  <a:pt x="5789" y="16046"/>
                </a:lnTo>
                <a:lnTo>
                  <a:pt x="5838" y="16095"/>
                </a:lnTo>
                <a:lnTo>
                  <a:pt x="5862" y="16144"/>
                </a:lnTo>
                <a:lnTo>
                  <a:pt x="5911" y="16217"/>
                </a:lnTo>
                <a:lnTo>
                  <a:pt x="5935" y="16388"/>
                </a:lnTo>
                <a:lnTo>
                  <a:pt x="5911" y="16461"/>
                </a:lnTo>
                <a:lnTo>
                  <a:pt x="5862" y="16510"/>
                </a:lnTo>
                <a:lnTo>
                  <a:pt x="5813" y="16559"/>
                </a:lnTo>
                <a:lnTo>
                  <a:pt x="5642" y="16559"/>
                </a:lnTo>
                <a:lnTo>
                  <a:pt x="5545" y="16510"/>
                </a:lnTo>
                <a:lnTo>
                  <a:pt x="5447" y="16461"/>
                </a:lnTo>
                <a:lnTo>
                  <a:pt x="5349" y="16388"/>
                </a:lnTo>
                <a:lnTo>
                  <a:pt x="5276" y="16266"/>
                </a:lnTo>
                <a:lnTo>
                  <a:pt x="5227" y="16119"/>
                </a:lnTo>
                <a:lnTo>
                  <a:pt x="5178" y="15973"/>
                </a:lnTo>
                <a:lnTo>
                  <a:pt x="5178" y="15802"/>
                </a:lnTo>
                <a:lnTo>
                  <a:pt x="5154" y="15655"/>
                </a:lnTo>
                <a:lnTo>
                  <a:pt x="5105" y="15484"/>
                </a:lnTo>
                <a:lnTo>
                  <a:pt x="5056" y="15338"/>
                </a:lnTo>
                <a:lnTo>
                  <a:pt x="4983" y="15240"/>
                </a:lnTo>
                <a:lnTo>
                  <a:pt x="4934" y="15191"/>
                </a:lnTo>
                <a:lnTo>
                  <a:pt x="4910" y="15093"/>
                </a:lnTo>
                <a:lnTo>
                  <a:pt x="4836" y="14849"/>
                </a:lnTo>
                <a:lnTo>
                  <a:pt x="4812" y="14556"/>
                </a:lnTo>
                <a:lnTo>
                  <a:pt x="4788" y="14214"/>
                </a:lnTo>
                <a:lnTo>
                  <a:pt x="4788" y="13970"/>
                </a:lnTo>
                <a:lnTo>
                  <a:pt x="4788" y="13799"/>
                </a:lnTo>
                <a:lnTo>
                  <a:pt x="4739" y="13604"/>
                </a:lnTo>
                <a:lnTo>
                  <a:pt x="4714" y="13433"/>
                </a:lnTo>
                <a:lnTo>
                  <a:pt x="4641" y="13237"/>
                </a:lnTo>
                <a:lnTo>
                  <a:pt x="4568" y="13066"/>
                </a:lnTo>
                <a:lnTo>
                  <a:pt x="4494" y="12920"/>
                </a:lnTo>
                <a:lnTo>
                  <a:pt x="4397" y="12773"/>
                </a:lnTo>
                <a:lnTo>
                  <a:pt x="4324" y="12676"/>
                </a:lnTo>
                <a:lnTo>
                  <a:pt x="4128" y="12456"/>
                </a:lnTo>
                <a:lnTo>
                  <a:pt x="3982" y="12260"/>
                </a:lnTo>
                <a:lnTo>
                  <a:pt x="3884" y="12114"/>
                </a:lnTo>
                <a:lnTo>
                  <a:pt x="3835" y="11992"/>
                </a:lnTo>
                <a:lnTo>
                  <a:pt x="3811" y="11845"/>
                </a:lnTo>
                <a:lnTo>
                  <a:pt x="3786" y="11772"/>
                </a:lnTo>
                <a:lnTo>
                  <a:pt x="3737" y="11723"/>
                </a:lnTo>
                <a:lnTo>
                  <a:pt x="3713" y="11650"/>
                </a:lnTo>
                <a:lnTo>
                  <a:pt x="3664" y="11528"/>
                </a:lnTo>
                <a:lnTo>
                  <a:pt x="3664" y="11381"/>
                </a:lnTo>
                <a:lnTo>
                  <a:pt x="3640" y="11235"/>
                </a:lnTo>
                <a:lnTo>
                  <a:pt x="3664" y="11088"/>
                </a:lnTo>
                <a:lnTo>
                  <a:pt x="3664" y="10942"/>
                </a:lnTo>
                <a:lnTo>
                  <a:pt x="3713" y="10819"/>
                </a:lnTo>
                <a:lnTo>
                  <a:pt x="3737" y="10771"/>
                </a:lnTo>
                <a:lnTo>
                  <a:pt x="3786" y="10697"/>
                </a:lnTo>
                <a:lnTo>
                  <a:pt x="3811" y="10648"/>
                </a:lnTo>
                <a:lnTo>
                  <a:pt x="3835" y="10478"/>
                </a:lnTo>
                <a:lnTo>
                  <a:pt x="3811" y="10307"/>
                </a:lnTo>
                <a:lnTo>
                  <a:pt x="3786" y="10233"/>
                </a:lnTo>
                <a:lnTo>
                  <a:pt x="3737" y="10184"/>
                </a:lnTo>
                <a:lnTo>
                  <a:pt x="3689" y="10160"/>
                </a:lnTo>
                <a:lnTo>
                  <a:pt x="3615" y="10111"/>
                </a:lnTo>
                <a:lnTo>
                  <a:pt x="3444" y="10087"/>
                </a:lnTo>
                <a:lnTo>
                  <a:pt x="3347" y="10062"/>
                </a:lnTo>
                <a:lnTo>
                  <a:pt x="3200" y="9989"/>
                </a:lnTo>
                <a:lnTo>
                  <a:pt x="3054" y="9867"/>
                </a:lnTo>
                <a:lnTo>
                  <a:pt x="2883" y="9720"/>
                </a:lnTo>
                <a:lnTo>
                  <a:pt x="2712" y="9574"/>
                </a:lnTo>
                <a:lnTo>
                  <a:pt x="2565" y="9452"/>
                </a:lnTo>
                <a:lnTo>
                  <a:pt x="2419" y="9354"/>
                </a:lnTo>
                <a:lnTo>
                  <a:pt x="2321" y="9330"/>
                </a:lnTo>
                <a:lnTo>
                  <a:pt x="2199" y="9281"/>
                </a:lnTo>
                <a:lnTo>
                  <a:pt x="2003" y="9159"/>
                </a:lnTo>
                <a:lnTo>
                  <a:pt x="1784" y="8988"/>
                </a:lnTo>
                <a:lnTo>
                  <a:pt x="1539" y="8768"/>
                </a:lnTo>
                <a:lnTo>
                  <a:pt x="1246" y="8402"/>
                </a:lnTo>
                <a:lnTo>
                  <a:pt x="1078" y="8185"/>
                </a:lnTo>
                <a:lnTo>
                  <a:pt x="1124" y="7840"/>
                </a:lnTo>
                <a:lnTo>
                  <a:pt x="1197" y="7473"/>
                </a:lnTo>
                <a:lnTo>
                  <a:pt x="1295" y="7132"/>
                </a:lnTo>
                <a:lnTo>
                  <a:pt x="1393" y="6790"/>
                </a:lnTo>
                <a:lnTo>
                  <a:pt x="1515" y="6448"/>
                </a:lnTo>
                <a:lnTo>
                  <a:pt x="1637" y="6106"/>
                </a:lnTo>
                <a:lnTo>
                  <a:pt x="1784" y="5788"/>
                </a:lnTo>
                <a:lnTo>
                  <a:pt x="1954" y="5471"/>
                </a:lnTo>
                <a:lnTo>
                  <a:pt x="2125" y="5153"/>
                </a:lnTo>
                <a:lnTo>
                  <a:pt x="2296" y="4860"/>
                </a:lnTo>
                <a:lnTo>
                  <a:pt x="2516" y="4567"/>
                </a:lnTo>
                <a:lnTo>
                  <a:pt x="2712" y="4298"/>
                </a:lnTo>
                <a:lnTo>
                  <a:pt x="3151" y="3737"/>
                </a:lnTo>
                <a:lnTo>
                  <a:pt x="3664" y="3248"/>
                </a:lnTo>
                <a:lnTo>
                  <a:pt x="4079" y="3248"/>
                </a:lnTo>
                <a:lnTo>
                  <a:pt x="4299" y="3297"/>
                </a:lnTo>
                <a:lnTo>
                  <a:pt x="4470" y="3346"/>
                </a:lnTo>
                <a:lnTo>
                  <a:pt x="4592" y="3419"/>
                </a:lnTo>
                <a:lnTo>
                  <a:pt x="4690" y="3493"/>
                </a:lnTo>
                <a:lnTo>
                  <a:pt x="4788" y="3517"/>
                </a:lnTo>
                <a:lnTo>
                  <a:pt x="4885" y="3493"/>
                </a:lnTo>
                <a:lnTo>
                  <a:pt x="4983" y="3419"/>
                </a:lnTo>
                <a:lnTo>
                  <a:pt x="5056" y="3346"/>
                </a:lnTo>
                <a:lnTo>
                  <a:pt x="5178" y="3297"/>
                </a:lnTo>
                <a:lnTo>
                  <a:pt x="5276" y="3248"/>
                </a:lnTo>
                <a:lnTo>
                  <a:pt x="5349" y="3248"/>
                </a:lnTo>
                <a:lnTo>
                  <a:pt x="5471" y="3199"/>
                </a:lnTo>
                <a:lnTo>
                  <a:pt x="5594" y="3126"/>
                </a:lnTo>
                <a:lnTo>
                  <a:pt x="5764" y="3004"/>
                </a:lnTo>
                <a:lnTo>
                  <a:pt x="5935" y="2858"/>
                </a:lnTo>
                <a:lnTo>
                  <a:pt x="6131" y="2711"/>
                </a:lnTo>
                <a:lnTo>
                  <a:pt x="6375" y="2589"/>
                </a:lnTo>
                <a:lnTo>
                  <a:pt x="6619" y="2516"/>
                </a:lnTo>
                <a:lnTo>
                  <a:pt x="6888" y="2467"/>
                </a:lnTo>
                <a:close/>
                <a:moveTo>
                  <a:pt x="9379" y="0"/>
                </a:moveTo>
                <a:lnTo>
                  <a:pt x="8891" y="24"/>
                </a:lnTo>
                <a:lnTo>
                  <a:pt x="8427" y="49"/>
                </a:lnTo>
                <a:lnTo>
                  <a:pt x="7963" y="122"/>
                </a:lnTo>
                <a:lnTo>
                  <a:pt x="7499" y="195"/>
                </a:lnTo>
                <a:lnTo>
                  <a:pt x="7034" y="293"/>
                </a:lnTo>
                <a:lnTo>
                  <a:pt x="6595" y="440"/>
                </a:lnTo>
                <a:lnTo>
                  <a:pt x="6155" y="586"/>
                </a:lnTo>
                <a:lnTo>
                  <a:pt x="5740" y="733"/>
                </a:lnTo>
                <a:lnTo>
                  <a:pt x="5325" y="928"/>
                </a:lnTo>
                <a:lnTo>
                  <a:pt x="4910" y="1148"/>
                </a:lnTo>
                <a:lnTo>
                  <a:pt x="4519" y="1368"/>
                </a:lnTo>
                <a:lnTo>
                  <a:pt x="4128" y="1612"/>
                </a:lnTo>
                <a:lnTo>
                  <a:pt x="3762" y="1881"/>
                </a:lnTo>
                <a:lnTo>
                  <a:pt x="3420" y="2149"/>
                </a:lnTo>
                <a:lnTo>
                  <a:pt x="3078" y="2442"/>
                </a:lnTo>
                <a:lnTo>
                  <a:pt x="2760" y="2760"/>
                </a:lnTo>
                <a:lnTo>
                  <a:pt x="2443" y="3077"/>
                </a:lnTo>
                <a:lnTo>
                  <a:pt x="2150" y="3419"/>
                </a:lnTo>
                <a:lnTo>
                  <a:pt x="1881" y="3761"/>
                </a:lnTo>
                <a:lnTo>
                  <a:pt x="1613" y="4128"/>
                </a:lnTo>
                <a:lnTo>
                  <a:pt x="1368" y="4518"/>
                </a:lnTo>
                <a:lnTo>
                  <a:pt x="1149" y="4909"/>
                </a:lnTo>
                <a:lnTo>
                  <a:pt x="929" y="5324"/>
                </a:lnTo>
                <a:lnTo>
                  <a:pt x="733" y="5739"/>
                </a:lnTo>
                <a:lnTo>
                  <a:pt x="587" y="6155"/>
                </a:lnTo>
                <a:lnTo>
                  <a:pt x="440" y="6594"/>
                </a:lnTo>
                <a:lnTo>
                  <a:pt x="294" y="7034"/>
                </a:lnTo>
                <a:lnTo>
                  <a:pt x="196" y="7498"/>
                </a:lnTo>
                <a:lnTo>
                  <a:pt x="123" y="7962"/>
                </a:lnTo>
                <a:lnTo>
                  <a:pt x="49" y="8426"/>
                </a:lnTo>
                <a:lnTo>
                  <a:pt x="25" y="8890"/>
                </a:lnTo>
                <a:lnTo>
                  <a:pt x="1" y="9378"/>
                </a:lnTo>
                <a:lnTo>
                  <a:pt x="25" y="9867"/>
                </a:lnTo>
                <a:lnTo>
                  <a:pt x="49" y="10331"/>
                </a:lnTo>
                <a:lnTo>
                  <a:pt x="123" y="10795"/>
                </a:lnTo>
                <a:lnTo>
                  <a:pt x="196" y="11259"/>
                </a:lnTo>
                <a:lnTo>
                  <a:pt x="294" y="11723"/>
                </a:lnTo>
                <a:lnTo>
                  <a:pt x="440" y="12163"/>
                </a:lnTo>
                <a:lnTo>
                  <a:pt x="587" y="12602"/>
                </a:lnTo>
                <a:lnTo>
                  <a:pt x="733" y="13018"/>
                </a:lnTo>
                <a:lnTo>
                  <a:pt x="929" y="13433"/>
                </a:lnTo>
                <a:lnTo>
                  <a:pt x="1149" y="13848"/>
                </a:lnTo>
                <a:lnTo>
                  <a:pt x="1368" y="14239"/>
                </a:lnTo>
                <a:lnTo>
                  <a:pt x="1613" y="14629"/>
                </a:lnTo>
                <a:lnTo>
                  <a:pt x="1881" y="14996"/>
                </a:lnTo>
                <a:lnTo>
                  <a:pt x="2150" y="15338"/>
                </a:lnTo>
                <a:lnTo>
                  <a:pt x="2443" y="15680"/>
                </a:lnTo>
                <a:lnTo>
                  <a:pt x="2760" y="15997"/>
                </a:lnTo>
                <a:lnTo>
                  <a:pt x="3078" y="16315"/>
                </a:lnTo>
                <a:lnTo>
                  <a:pt x="3420" y="16608"/>
                </a:lnTo>
                <a:lnTo>
                  <a:pt x="3762" y="16876"/>
                </a:lnTo>
                <a:lnTo>
                  <a:pt x="4128" y="17145"/>
                </a:lnTo>
                <a:lnTo>
                  <a:pt x="4519" y="17389"/>
                </a:lnTo>
                <a:lnTo>
                  <a:pt x="4910" y="17609"/>
                </a:lnTo>
                <a:lnTo>
                  <a:pt x="5325" y="17829"/>
                </a:lnTo>
                <a:lnTo>
                  <a:pt x="5740" y="18024"/>
                </a:lnTo>
                <a:lnTo>
                  <a:pt x="6155" y="18171"/>
                </a:lnTo>
                <a:lnTo>
                  <a:pt x="6595" y="18317"/>
                </a:lnTo>
                <a:lnTo>
                  <a:pt x="7034" y="18464"/>
                </a:lnTo>
                <a:lnTo>
                  <a:pt x="7499" y="18562"/>
                </a:lnTo>
                <a:lnTo>
                  <a:pt x="7963" y="18635"/>
                </a:lnTo>
                <a:lnTo>
                  <a:pt x="8427" y="18708"/>
                </a:lnTo>
                <a:lnTo>
                  <a:pt x="8891" y="18733"/>
                </a:lnTo>
                <a:lnTo>
                  <a:pt x="9379" y="18757"/>
                </a:lnTo>
                <a:lnTo>
                  <a:pt x="9868" y="18733"/>
                </a:lnTo>
                <a:lnTo>
                  <a:pt x="10332" y="18708"/>
                </a:lnTo>
                <a:lnTo>
                  <a:pt x="10796" y="18635"/>
                </a:lnTo>
                <a:lnTo>
                  <a:pt x="11260" y="18562"/>
                </a:lnTo>
                <a:lnTo>
                  <a:pt x="11724" y="18464"/>
                </a:lnTo>
                <a:lnTo>
                  <a:pt x="12163" y="18317"/>
                </a:lnTo>
                <a:lnTo>
                  <a:pt x="12603" y="18171"/>
                </a:lnTo>
                <a:lnTo>
                  <a:pt x="13018" y="18024"/>
                </a:lnTo>
                <a:lnTo>
                  <a:pt x="13433" y="17829"/>
                </a:lnTo>
                <a:lnTo>
                  <a:pt x="13848" y="17609"/>
                </a:lnTo>
                <a:lnTo>
                  <a:pt x="14239" y="17389"/>
                </a:lnTo>
                <a:lnTo>
                  <a:pt x="14630" y="17145"/>
                </a:lnTo>
                <a:lnTo>
                  <a:pt x="14996" y="16876"/>
                </a:lnTo>
                <a:lnTo>
                  <a:pt x="15338" y="16608"/>
                </a:lnTo>
                <a:lnTo>
                  <a:pt x="15680" y="16315"/>
                </a:lnTo>
                <a:lnTo>
                  <a:pt x="15998" y="15997"/>
                </a:lnTo>
                <a:lnTo>
                  <a:pt x="16315" y="15680"/>
                </a:lnTo>
                <a:lnTo>
                  <a:pt x="16608" y="15338"/>
                </a:lnTo>
                <a:lnTo>
                  <a:pt x="16877" y="14996"/>
                </a:lnTo>
                <a:lnTo>
                  <a:pt x="17146" y="14629"/>
                </a:lnTo>
                <a:lnTo>
                  <a:pt x="17390" y="14239"/>
                </a:lnTo>
                <a:lnTo>
                  <a:pt x="17610" y="13848"/>
                </a:lnTo>
                <a:lnTo>
                  <a:pt x="17829" y="13433"/>
                </a:lnTo>
                <a:lnTo>
                  <a:pt x="18025" y="13018"/>
                </a:lnTo>
                <a:lnTo>
                  <a:pt x="18171" y="12602"/>
                </a:lnTo>
                <a:lnTo>
                  <a:pt x="18318" y="12163"/>
                </a:lnTo>
                <a:lnTo>
                  <a:pt x="18464" y="11723"/>
                </a:lnTo>
                <a:lnTo>
                  <a:pt x="18562" y="11259"/>
                </a:lnTo>
                <a:lnTo>
                  <a:pt x="18635" y="10795"/>
                </a:lnTo>
                <a:lnTo>
                  <a:pt x="18709" y="10331"/>
                </a:lnTo>
                <a:lnTo>
                  <a:pt x="18733" y="9867"/>
                </a:lnTo>
                <a:lnTo>
                  <a:pt x="18758" y="9378"/>
                </a:lnTo>
                <a:lnTo>
                  <a:pt x="18733" y="8890"/>
                </a:lnTo>
                <a:lnTo>
                  <a:pt x="18709" y="8426"/>
                </a:lnTo>
                <a:lnTo>
                  <a:pt x="18635" y="7962"/>
                </a:lnTo>
                <a:lnTo>
                  <a:pt x="18562" y="7498"/>
                </a:lnTo>
                <a:lnTo>
                  <a:pt x="18464" y="7034"/>
                </a:lnTo>
                <a:lnTo>
                  <a:pt x="18318" y="6594"/>
                </a:lnTo>
                <a:lnTo>
                  <a:pt x="18171" y="6155"/>
                </a:lnTo>
                <a:lnTo>
                  <a:pt x="18025" y="5739"/>
                </a:lnTo>
                <a:lnTo>
                  <a:pt x="17829" y="5324"/>
                </a:lnTo>
                <a:lnTo>
                  <a:pt x="17610" y="4909"/>
                </a:lnTo>
                <a:lnTo>
                  <a:pt x="17390" y="4518"/>
                </a:lnTo>
                <a:lnTo>
                  <a:pt x="17146" y="4128"/>
                </a:lnTo>
                <a:lnTo>
                  <a:pt x="16877" y="3761"/>
                </a:lnTo>
                <a:lnTo>
                  <a:pt x="16608" y="3419"/>
                </a:lnTo>
                <a:lnTo>
                  <a:pt x="16315" y="3077"/>
                </a:lnTo>
                <a:lnTo>
                  <a:pt x="15998" y="2760"/>
                </a:lnTo>
                <a:lnTo>
                  <a:pt x="15680" y="2442"/>
                </a:lnTo>
                <a:lnTo>
                  <a:pt x="15338" y="2149"/>
                </a:lnTo>
                <a:lnTo>
                  <a:pt x="14996" y="1881"/>
                </a:lnTo>
                <a:lnTo>
                  <a:pt x="14630" y="1612"/>
                </a:lnTo>
                <a:lnTo>
                  <a:pt x="14239" y="1368"/>
                </a:lnTo>
                <a:lnTo>
                  <a:pt x="13848" y="1148"/>
                </a:lnTo>
                <a:lnTo>
                  <a:pt x="13433" y="928"/>
                </a:lnTo>
                <a:lnTo>
                  <a:pt x="13018" y="733"/>
                </a:lnTo>
                <a:lnTo>
                  <a:pt x="12603" y="586"/>
                </a:lnTo>
                <a:lnTo>
                  <a:pt x="12163" y="440"/>
                </a:lnTo>
                <a:lnTo>
                  <a:pt x="11724" y="293"/>
                </a:lnTo>
                <a:lnTo>
                  <a:pt x="11260" y="195"/>
                </a:lnTo>
                <a:lnTo>
                  <a:pt x="10796" y="122"/>
                </a:lnTo>
                <a:lnTo>
                  <a:pt x="10332" y="49"/>
                </a:lnTo>
                <a:lnTo>
                  <a:pt x="9868" y="24"/>
                </a:lnTo>
                <a:lnTo>
                  <a:pt x="937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200" name="Google Shape;892;p47">
            <a:extLst>
              <a:ext uri="{FF2B5EF4-FFF2-40B4-BE49-F238E27FC236}">
                <a16:creationId xmlns:a16="http://schemas.microsoft.com/office/drawing/2014/main" xmlns="" id="{6E1D8893-A4E5-12A1-9BF6-8E2E3D4AE4D5}"/>
              </a:ext>
            </a:extLst>
          </p:cNvPr>
          <p:cNvGrpSpPr/>
          <p:nvPr/>
        </p:nvGrpSpPr>
        <p:grpSpPr>
          <a:xfrm>
            <a:off x="6584053" y="4026332"/>
            <a:ext cx="202443" cy="202456"/>
            <a:chOff x="6654650" y="3665275"/>
            <a:chExt cx="409100" cy="409125"/>
          </a:xfrm>
        </p:grpSpPr>
        <p:sp>
          <p:nvSpPr>
            <p:cNvPr id="201" name="Google Shape;893;p47">
              <a:extLst>
                <a:ext uri="{FF2B5EF4-FFF2-40B4-BE49-F238E27FC236}">
                  <a16:creationId xmlns:a16="http://schemas.microsoft.com/office/drawing/2014/main" xmlns="" id="{2CD4C9CA-BD5D-3DBF-277E-E8EA6AE05FCB}"/>
                </a:ext>
              </a:extLst>
            </p:cNvPr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l" t="t" r="r" b="b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2" name="Google Shape;894;p47">
              <a:extLst>
                <a:ext uri="{FF2B5EF4-FFF2-40B4-BE49-F238E27FC236}">
                  <a16:creationId xmlns:a16="http://schemas.microsoft.com/office/drawing/2014/main" xmlns="" id="{63412FD6-3CA0-78B7-D189-E7A598A322A7}"/>
                </a:ext>
              </a:extLst>
            </p:cNvPr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l" t="t" r="r" b="b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203" name="Google Shape;895;p47">
            <a:extLst>
              <a:ext uri="{FF2B5EF4-FFF2-40B4-BE49-F238E27FC236}">
                <a16:creationId xmlns:a16="http://schemas.microsoft.com/office/drawing/2014/main" xmlns="" id="{105A164B-E66D-CF7E-EE0B-64DECAF21E37}"/>
              </a:ext>
            </a:extLst>
          </p:cNvPr>
          <p:cNvGrpSpPr/>
          <p:nvPr/>
        </p:nvGrpSpPr>
        <p:grpSpPr>
          <a:xfrm>
            <a:off x="3573497" y="4351435"/>
            <a:ext cx="219367" cy="219380"/>
            <a:chOff x="570875" y="4322250"/>
            <a:chExt cx="443300" cy="443325"/>
          </a:xfrm>
        </p:grpSpPr>
        <p:sp>
          <p:nvSpPr>
            <p:cNvPr id="204" name="Google Shape;896;p47">
              <a:extLst>
                <a:ext uri="{FF2B5EF4-FFF2-40B4-BE49-F238E27FC236}">
                  <a16:creationId xmlns:a16="http://schemas.microsoft.com/office/drawing/2014/main" xmlns="" id="{374339AF-39D1-830F-16AF-A1C49DC708B5}"/>
                </a:ext>
              </a:extLst>
            </p:cNvPr>
            <p:cNvSpPr/>
            <p:nvPr/>
          </p:nvSpPr>
          <p:spPr>
            <a:xfrm>
              <a:off x="570875" y="4322250"/>
              <a:ext cx="443300" cy="443325"/>
            </a:xfrm>
            <a:custGeom>
              <a:avLst/>
              <a:gdLst/>
              <a:ahLst/>
              <a:cxnLst/>
              <a:rect l="l" t="t" r="r" b="b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5" name="Google Shape;897;p47">
              <a:extLst>
                <a:ext uri="{FF2B5EF4-FFF2-40B4-BE49-F238E27FC236}">
                  <a16:creationId xmlns:a16="http://schemas.microsoft.com/office/drawing/2014/main" xmlns="" id="{CB067586-5D1A-F66A-F311-644AAA431BD2}"/>
                </a:ext>
              </a:extLst>
            </p:cNvPr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6" name="Google Shape;898;p47">
              <a:extLst>
                <a:ext uri="{FF2B5EF4-FFF2-40B4-BE49-F238E27FC236}">
                  <a16:creationId xmlns:a16="http://schemas.microsoft.com/office/drawing/2014/main" xmlns="" id="{4BDE13A1-D6BF-AC36-4131-7FAB2A7776C7}"/>
                </a:ext>
              </a:extLst>
            </p:cNvPr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l" t="t" r="r" b="b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7" name="Google Shape;899;p47">
              <a:extLst>
                <a:ext uri="{FF2B5EF4-FFF2-40B4-BE49-F238E27FC236}">
                  <a16:creationId xmlns:a16="http://schemas.microsoft.com/office/drawing/2014/main" xmlns="" id="{E2FD332C-CF77-56EB-00A1-886E43E9CA3A}"/>
                </a:ext>
              </a:extLst>
            </p:cNvPr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208" name="Google Shape;900;p47">
            <a:extLst>
              <a:ext uri="{FF2B5EF4-FFF2-40B4-BE49-F238E27FC236}">
                <a16:creationId xmlns:a16="http://schemas.microsoft.com/office/drawing/2014/main" xmlns="" id="{B3EEC4EE-C9BA-0040-9A66-7FC2B1BCBBC3}"/>
              </a:ext>
            </a:extLst>
          </p:cNvPr>
          <p:cNvSpPr/>
          <p:nvPr/>
        </p:nvSpPr>
        <p:spPr>
          <a:xfrm>
            <a:off x="3897999" y="4394062"/>
            <a:ext cx="237503" cy="134166"/>
          </a:xfrm>
          <a:custGeom>
            <a:avLst/>
            <a:gdLst/>
            <a:ahLst/>
            <a:cxnLst/>
            <a:rect l="l" t="t" r="r" b="b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209" name="Google Shape;901;p47">
            <a:extLst>
              <a:ext uri="{FF2B5EF4-FFF2-40B4-BE49-F238E27FC236}">
                <a16:creationId xmlns:a16="http://schemas.microsoft.com/office/drawing/2014/main" xmlns="" id="{CE4A80A4-59E6-4827-3A01-D27FC306E41B}"/>
              </a:ext>
            </a:extLst>
          </p:cNvPr>
          <p:cNvGrpSpPr/>
          <p:nvPr/>
        </p:nvGrpSpPr>
        <p:grpSpPr>
          <a:xfrm>
            <a:off x="4270538" y="4335130"/>
            <a:ext cx="159540" cy="251990"/>
            <a:chOff x="1979475" y="4289300"/>
            <a:chExt cx="322400" cy="509225"/>
          </a:xfrm>
        </p:grpSpPr>
        <p:sp>
          <p:nvSpPr>
            <p:cNvPr id="210" name="Google Shape;902;p47">
              <a:extLst>
                <a:ext uri="{FF2B5EF4-FFF2-40B4-BE49-F238E27FC236}">
                  <a16:creationId xmlns:a16="http://schemas.microsoft.com/office/drawing/2014/main" xmlns="" id="{181DF358-7E42-C3C9-DA42-019D08645D3F}"/>
                </a:ext>
              </a:extLst>
            </p:cNvPr>
            <p:cNvSpPr/>
            <p:nvPr/>
          </p:nvSpPr>
          <p:spPr>
            <a:xfrm>
              <a:off x="2187075" y="4509100"/>
              <a:ext cx="114800" cy="114800"/>
            </a:xfrm>
            <a:custGeom>
              <a:avLst/>
              <a:gdLst/>
              <a:ahLst/>
              <a:cxnLst/>
              <a:rect l="l" t="t" r="r" b="b"/>
              <a:pathLst>
                <a:path w="4592" h="4592" extrusionOk="0">
                  <a:moveTo>
                    <a:pt x="4396" y="0"/>
                  </a:moveTo>
                  <a:lnTo>
                    <a:pt x="3981" y="49"/>
                  </a:lnTo>
                  <a:lnTo>
                    <a:pt x="3419" y="171"/>
                  </a:lnTo>
                  <a:lnTo>
                    <a:pt x="2784" y="367"/>
                  </a:lnTo>
                  <a:lnTo>
                    <a:pt x="2100" y="587"/>
                  </a:lnTo>
                  <a:lnTo>
                    <a:pt x="1465" y="831"/>
                  </a:lnTo>
                  <a:lnTo>
                    <a:pt x="1172" y="953"/>
                  </a:lnTo>
                  <a:lnTo>
                    <a:pt x="928" y="1099"/>
                  </a:lnTo>
                  <a:lnTo>
                    <a:pt x="708" y="1246"/>
                  </a:lnTo>
                  <a:lnTo>
                    <a:pt x="562" y="1368"/>
                  </a:lnTo>
                  <a:lnTo>
                    <a:pt x="440" y="1515"/>
                  </a:lnTo>
                  <a:lnTo>
                    <a:pt x="318" y="1637"/>
                  </a:lnTo>
                  <a:lnTo>
                    <a:pt x="244" y="1808"/>
                  </a:lnTo>
                  <a:lnTo>
                    <a:pt x="171" y="1954"/>
                  </a:lnTo>
                  <a:lnTo>
                    <a:pt x="98" y="2101"/>
                  </a:lnTo>
                  <a:lnTo>
                    <a:pt x="49" y="2272"/>
                  </a:lnTo>
                  <a:lnTo>
                    <a:pt x="25" y="2443"/>
                  </a:lnTo>
                  <a:lnTo>
                    <a:pt x="0" y="2589"/>
                  </a:lnTo>
                  <a:lnTo>
                    <a:pt x="0" y="2760"/>
                  </a:lnTo>
                  <a:lnTo>
                    <a:pt x="25" y="2931"/>
                  </a:lnTo>
                  <a:lnTo>
                    <a:pt x="49" y="3102"/>
                  </a:lnTo>
                  <a:lnTo>
                    <a:pt x="98" y="3273"/>
                  </a:lnTo>
                  <a:lnTo>
                    <a:pt x="147" y="3420"/>
                  </a:lnTo>
                  <a:lnTo>
                    <a:pt x="220" y="3566"/>
                  </a:lnTo>
                  <a:lnTo>
                    <a:pt x="318" y="3737"/>
                  </a:lnTo>
                  <a:lnTo>
                    <a:pt x="415" y="3859"/>
                  </a:lnTo>
                  <a:lnTo>
                    <a:pt x="2418" y="1857"/>
                  </a:lnTo>
                  <a:lnTo>
                    <a:pt x="2491" y="1808"/>
                  </a:lnTo>
                  <a:lnTo>
                    <a:pt x="2638" y="1808"/>
                  </a:lnTo>
                  <a:lnTo>
                    <a:pt x="2711" y="1857"/>
                  </a:lnTo>
                  <a:lnTo>
                    <a:pt x="2760" y="1930"/>
                  </a:lnTo>
                  <a:lnTo>
                    <a:pt x="2784" y="2028"/>
                  </a:lnTo>
                  <a:lnTo>
                    <a:pt x="2760" y="2101"/>
                  </a:lnTo>
                  <a:lnTo>
                    <a:pt x="2711" y="2174"/>
                  </a:lnTo>
                  <a:lnTo>
                    <a:pt x="708" y="4177"/>
                  </a:lnTo>
                  <a:lnTo>
                    <a:pt x="855" y="4274"/>
                  </a:lnTo>
                  <a:lnTo>
                    <a:pt x="1001" y="4372"/>
                  </a:lnTo>
                  <a:lnTo>
                    <a:pt x="1172" y="4445"/>
                  </a:lnTo>
                  <a:lnTo>
                    <a:pt x="1319" y="4494"/>
                  </a:lnTo>
                  <a:lnTo>
                    <a:pt x="1490" y="4543"/>
                  </a:lnTo>
                  <a:lnTo>
                    <a:pt x="1661" y="4568"/>
                  </a:lnTo>
                  <a:lnTo>
                    <a:pt x="1807" y="4592"/>
                  </a:lnTo>
                  <a:lnTo>
                    <a:pt x="1978" y="4568"/>
                  </a:lnTo>
                  <a:lnTo>
                    <a:pt x="2149" y="4568"/>
                  </a:lnTo>
                  <a:lnTo>
                    <a:pt x="2320" y="4543"/>
                  </a:lnTo>
                  <a:lnTo>
                    <a:pt x="2491" y="4494"/>
                  </a:lnTo>
                  <a:lnTo>
                    <a:pt x="2638" y="4421"/>
                  </a:lnTo>
                  <a:lnTo>
                    <a:pt x="2784" y="4348"/>
                  </a:lnTo>
                  <a:lnTo>
                    <a:pt x="2931" y="4250"/>
                  </a:lnTo>
                  <a:lnTo>
                    <a:pt x="3077" y="4152"/>
                  </a:lnTo>
                  <a:lnTo>
                    <a:pt x="3200" y="4030"/>
                  </a:lnTo>
                  <a:lnTo>
                    <a:pt x="3346" y="3859"/>
                  </a:lnTo>
                  <a:lnTo>
                    <a:pt x="3493" y="3664"/>
                  </a:lnTo>
                  <a:lnTo>
                    <a:pt x="3615" y="3395"/>
                  </a:lnTo>
                  <a:lnTo>
                    <a:pt x="3761" y="3127"/>
                  </a:lnTo>
                  <a:lnTo>
                    <a:pt x="4005" y="2467"/>
                  </a:lnTo>
                  <a:lnTo>
                    <a:pt x="4225" y="1808"/>
                  </a:lnTo>
                  <a:lnTo>
                    <a:pt x="4421" y="1148"/>
                  </a:lnTo>
                  <a:lnTo>
                    <a:pt x="4543" y="611"/>
                  </a:lnTo>
                  <a:lnTo>
                    <a:pt x="4592" y="196"/>
                  </a:lnTo>
                  <a:lnTo>
                    <a:pt x="4592" y="74"/>
                  </a:lnTo>
                  <a:lnTo>
                    <a:pt x="456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1" name="Google Shape;903;p47">
              <a:extLst>
                <a:ext uri="{FF2B5EF4-FFF2-40B4-BE49-F238E27FC236}">
                  <a16:creationId xmlns:a16="http://schemas.microsoft.com/office/drawing/2014/main" xmlns="" id="{28597464-4D1C-04DB-8D4F-81B145D7F328}"/>
                </a:ext>
              </a:extLst>
            </p:cNvPr>
            <p:cNvSpPr/>
            <p:nvPr/>
          </p:nvSpPr>
          <p:spPr>
            <a:xfrm>
              <a:off x="1979475" y="4542675"/>
              <a:ext cx="156925" cy="156950"/>
            </a:xfrm>
            <a:custGeom>
              <a:avLst/>
              <a:gdLst/>
              <a:ahLst/>
              <a:cxnLst/>
              <a:rect l="l" t="t" r="r" b="b"/>
              <a:pathLst>
                <a:path w="6277" h="6278" extrusionOk="0">
                  <a:moveTo>
                    <a:pt x="122" y="1"/>
                  </a:moveTo>
                  <a:lnTo>
                    <a:pt x="25" y="25"/>
                  </a:lnTo>
                  <a:lnTo>
                    <a:pt x="0" y="123"/>
                  </a:lnTo>
                  <a:lnTo>
                    <a:pt x="0" y="294"/>
                  </a:lnTo>
                  <a:lnTo>
                    <a:pt x="25" y="538"/>
                  </a:lnTo>
                  <a:lnTo>
                    <a:pt x="74" y="856"/>
                  </a:lnTo>
                  <a:lnTo>
                    <a:pt x="244" y="1613"/>
                  </a:lnTo>
                  <a:lnTo>
                    <a:pt x="489" y="2492"/>
                  </a:lnTo>
                  <a:lnTo>
                    <a:pt x="806" y="3420"/>
                  </a:lnTo>
                  <a:lnTo>
                    <a:pt x="977" y="3860"/>
                  </a:lnTo>
                  <a:lnTo>
                    <a:pt x="1148" y="4275"/>
                  </a:lnTo>
                  <a:lnTo>
                    <a:pt x="1319" y="4666"/>
                  </a:lnTo>
                  <a:lnTo>
                    <a:pt x="1514" y="5007"/>
                  </a:lnTo>
                  <a:lnTo>
                    <a:pt x="1710" y="5301"/>
                  </a:lnTo>
                  <a:lnTo>
                    <a:pt x="1905" y="5520"/>
                  </a:lnTo>
                  <a:lnTo>
                    <a:pt x="2076" y="5691"/>
                  </a:lnTo>
                  <a:lnTo>
                    <a:pt x="2272" y="5838"/>
                  </a:lnTo>
                  <a:lnTo>
                    <a:pt x="2467" y="5960"/>
                  </a:lnTo>
                  <a:lnTo>
                    <a:pt x="2687" y="6058"/>
                  </a:lnTo>
                  <a:lnTo>
                    <a:pt x="2907" y="6155"/>
                  </a:lnTo>
                  <a:lnTo>
                    <a:pt x="3126" y="6204"/>
                  </a:lnTo>
                  <a:lnTo>
                    <a:pt x="3371" y="6253"/>
                  </a:lnTo>
                  <a:lnTo>
                    <a:pt x="3590" y="6277"/>
                  </a:lnTo>
                  <a:lnTo>
                    <a:pt x="3835" y="6277"/>
                  </a:lnTo>
                  <a:lnTo>
                    <a:pt x="4054" y="6253"/>
                  </a:lnTo>
                  <a:lnTo>
                    <a:pt x="4299" y="6204"/>
                  </a:lnTo>
                  <a:lnTo>
                    <a:pt x="4519" y="6155"/>
                  </a:lnTo>
                  <a:lnTo>
                    <a:pt x="4738" y="6058"/>
                  </a:lnTo>
                  <a:lnTo>
                    <a:pt x="4958" y="5960"/>
                  </a:lnTo>
                  <a:lnTo>
                    <a:pt x="5154" y="5838"/>
                  </a:lnTo>
                  <a:lnTo>
                    <a:pt x="5349" y="5691"/>
                  </a:lnTo>
                  <a:lnTo>
                    <a:pt x="2003" y="2345"/>
                  </a:lnTo>
                  <a:lnTo>
                    <a:pt x="1954" y="2272"/>
                  </a:lnTo>
                  <a:lnTo>
                    <a:pt x="1954" y="2174"/>
                  </a:lnTo>
                  <a:lnTo>
                    <a:pt x="1954" y="2101"/>
                  </a:lnTo>
                  <a:lnTo>
                    <a:pt x="2003" y="2003"/>
                  </a:lnTo>
                  <a:lnTo>
                    <a:pt x="2101" y="1955"/>
                  </a:lnTo>
                  <a:lnTo>
                    <a:pt x="2272" y="1955"/>
                  </a:lnTo>
                  <a:lnTo>
                    <a:pt x="2345" y="2003"/>
                  </a:lnTo>
                  <a:lnTo>
                    <a:pt x="5691" y="5349"/>
                  </a:lnTo>
                  <a:lnTo>
                    <a:pt x="5837" y="5154"/>
                  </a:lnTo>
                  <a:lnTo>
                    <a:pt x="5959" y="4959"/>
                  </a:lnTo>
                  <a:lnTo>
                    <a:pt x="6057" y="4739"/>
                  </a:lnTo>
                  <a:lnTo>
                    <a:pt x="6155" y="4519"/>
                  </a:lnTo>
                  <a:lnTo>
                    <a:pt x="6204" y="4299"/>
                  </a:lnTo>
                  <a:lnTo>
                    <a:pt x="6253" y="4055"/>
                  </a:lnTo>
                  <a:lnTo>
                    <a:pt x="6277" y="3835"/>
                  </a:lnTo>
                  <a:lnTo>
                    <a:pt x="6277" y="3591"/>
                  </a:lnTo>
                  <a:lnTo>
                    <a:pt x="6253" y="3371"/>
                  </a:lnTo>
                  <a:lnTo>
                    <a:pt x="6204" y="3127"/>
                  </a:lnTo>
                  <a:lnTo>
                    <a:pt x="6155" y="2907"/>
                  </a:lnTo>
                  <a:lnTo>
                    <a:pt x="6057" y="2687"/>
                  </a:lnTo>
                  <a:lnTo>
                    <a:pt x="5959" y="2467"/>
                  </a:lnTo>
                  <a:lnTo>
                    <a:pt x="5837" y="2272"/>
                  </a:lnTo>
                  <a:lnTo>
                    <a:pt x="5691" y="2077"/>
                  </a:lnTo>
                  <a:lnTo>
                    <a:pt x="5520" y="1906"/>
                  </a:lnTo>
                  <a:lnTo>
                    <a:pt x="5300" y="1710"/>
                  </a:lnTo>
                  <a:lnTo>
                    <a:pt x="5007" y="1515"/>
                  </a:lnTo>
                  <a:lnTo>
                    <a:pt x="4665" y="1320"/>
                  </a:lnTo>
                  <a:lnTo>
                    <a:pt x="4274" y="1149"/>
                  </a:lnTo>
                  <a:lnTo>
                    <a:pt x="3859" y="978"/>
                  </a:lnTo>
                  <a:lnTo>
                    <a:pt x="3419" y="807"/>
                  </a:lnTo>
                  <a:lnTo>
                    <a:pt x="2491" y="489"/>
                  </a:lnTo>
                  <a:lnTo>
                    <a:pt x="1612" y="245"/>
                  </a:lnTo>
                  <a:lnTo>
                    <a:pt x="855" y="74"/>
                  </a:lnTo>
                  <a:lnTo>
                    <a:pt x="538" y="25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2" name="Google Shape;904;p47">
              <a:extLst>
                <a:ext uri="{FF2B5EF4-FFF2-40B4-BE49-F238E27FC236}">
                  <a16:creationId xmlns:a16="http://schemas.microsoft.com/office/drawing/2014/main" xmlns="" id="{236F11A3-F470-8895-3D1B-78F8534C223C}"/>
                </a:ext>
              </a:extLst>
            </p:cNvPr>
            <p:cNvSpPr/>
            <p:nvPr/>
          </p:nvSpPr>
          <p:spPr>
            <a:xfrm>
              <a:off x="2041125" y="4289300"/>
              <a:ext cx="240000" cy="509225"/>
            </a:xfrm>
            <a:custGeom>
              <a:avLst/>
              <a:gdLst/>
              <a:ahLst/>
              <a:cxnLst/>
              <a:rect l="l" t="t" r="r" b="b"/>
              <a:pathLst>
                <a:path w="9600" h="20369" extrusionOk="0">
                  <a:moveTo>
                    <a:pt x="4788" y="3664"/>
                  </a:moveTo>
                  <a:lnTo>
                    <a:pt x="5032" y="3688"/>
                  </a:lnTo>
                  <a:lnTo>
                    <a:pt x="5228" y="3761"/>
                  </a:lnTo>
                  <a:lnTo>
                    <a:pt x="5423" y="3859"/>
                  </a:lnTo>
                  <a:lnTo>
                    <a:pt x="5594" y="3981"/>
                  </a:lnTo>
                  <a:lnTo>
                    <a:pt x="5716" y="4152"/>
                  </a:lnTo>
                  <a:lnTo>
                    <a:pt x="5838" y="4347"/>
                  </a:lnTo>
                  <a:lnTo>
                    <a:pt x="5887" y="4567"/>
                  </a:lnTo>
                  <a:lnTo>
                    <a:pt x="5911" y="4787"/>
                  </a:lnTo>
                  <a:lnTo>
                    <a:pt x="5887" y="5007"/>
                  </a:lnTo>
                  <a:lnTo>
                    <a:pt x="5838" y="5227"/>
                  </a:lnTo>
                  <a:lnTo>
                    <a:pt x="5716" y="5422"/>
                  </a:lnTo>
                  <a:lnTo>
                    <a:pt x="5594" y="5569"/>
                  </a:lnTo>
                  <a:lnTo>
                    <a:pt x="5423" y="5715"/>
                  </a:lnTo>
                  <a:lnTo>
                    <a:pt x="5228" y="5813"/>
                  </a:lnTo>
                  <a:lnTo>
                    <a:pt x="5032" y="5886"/>
                  </a:lnTo>
                  <a:lnTo>
                    <a:pt x="4788" y="5911"/>
                  </a:lnTo>
                  <a:lnTo>
                    <a:pt x="4568" y="5886"/>
                  </a:lnTo>
                  <a:lnTo>
                    <a:pt x="4348" y="5813"/>
                  </a:lnTo>
                  <a:lnTo>
                    <a:pt x="4177" y="5715"/>
                  </a:lnTo>
                  <a:lnTo>
                    <a:pt x="4006" y="5569"/>
                  </a:lnTo>
                  <a:lnTo>
                    <a:pt x="3860" y="5422"/>
                  </a:lnTo>
                  <a:lnTo>
                    <a:pt x="3762" y="5227"/>
                  </a:lnTo>
                  <a:lnTo>
                    <a:pt x="3689" y="5007"/>
                  </a:lnTo>
                  <a:lnTo>
                    <a:pt x="3664" y="4787"/>
                  </a:lnTo>
                  <a:lnTo>
                    <a:pt x="3689" y="4567"/>
                  </a:lnTo>
                  <a:lnTo>
                    <a:pt x="3762" y="4347"/>
                  </a:lnTo>
                  <a:lnTo>
                    <a:pt x="3860" y="4152"/>
                  </a:lnTo>
                  <a:lnTo>
                    <a:pt x="4006" y="3981"/>
                  </a:lnTo>
                  <a:lnTo>
                    <a:pt x="4177" y="3859"/>
                  </a:lnTo>
                  <a:lnTo>
                    <a:pt x="4348" y="3761"/>
                  </a:lnTo>
                  <a:lnTo>
                    <a:pt x="4568" y="3688"/>
                  </a:lnTo>
                  <a:lnTo>
                    <a:pt x="4788" y="3664"/>
                  </a:lnTo>
                  <a:close/>
                  <a:moveTo>
                    <a:pt x="4568" y="0"/>
                  </a:moveTo>
                  <a:lnTo>
                    <a:pt x="4348" y="49"/>
                  </a:lnTo>
                  <a:lnTo>
                    <a:pt x="4153" y="122"/>
                  </a:lnTo>
                  <a:lnTo>
                    <a:pt x="3933" y="220"/>
                  </a:lnTo>
                  <a:lnTo>
                    <a:pt x="3738" y="342"/>
                  </a:lnTo>
                  <a:lnTo>
                    <a:pt x="3542" y="489"/>
                  </a:lnTo>
                  <a:lnTo>
                    <a:pt x="3347" y="684"/>
                  </a:lnTo>
                  <a:lnTo>
                    <a:pt x="3176" y="904"/>
                  </a:lnTo>
                  <a:lnTo>
                    <a:pt x="2907" y="855"/>
                  </a:lnTo>
                  <a:lnTo>
                    <a:pt x="2663" y="855"/>
                  </a:lnTo>
                  <a:lnTo>
                    <a:pt x="2394" y="904"/>
                  </a:lnTo>
                  <a:lnTo>
                    <a:pt x="2175" y="953"/>
                  </a:lnTo>
                  <a:lnTo>
                    <a:pt x="1955" y="1026"/>
                  </a:lnTo>
                  <a:lnTo>
                    <a:pt x="1759" y="1124"/>
                  </a:lnTo>
                  <a:lnTo>
                    <a:pt x="1564" y="1246"/>
                  </a:lnTo>
                  <a:lnTo>
                    <a:pt x="1393" y="1392"/>
                  </a:lnTo>
                  <a:lnTo>
                    <a:pt x="1271" y="1563"/>
                  </a:lnTo>
                  <a:lnTo>
                    <a:pt x="1124" y="1734"/>
                  </a:lnTo>
                  <a:lnTo>
                    <a:pt x="1027" y="1930"/>
                  </a:lnTo>
                  <a:lnTo>
                    <a:pt x="953" y="2149"/>
                  </a:lnTo>
                  <a:lnTo>
                    <a:pt x="905" y="2394"/>
                  </a:lnTo>
                  <a:lnTo>
                    <a:pt x="880" y="2638"/>
                  </a:lnTo>
                  <a:lnTo>
                    <a:pt x="880" y="2906"/>
                  </a:lnTo>
                  <a:lnTo>
                    <a:pt x="905" y="3175"/>
                  </a:lnTo>
                  <a:lnTo>
                    <a:pt x="685" y="3346"/>
                  </a:lnTo>
                  <a:lnTo>
                    <a:pt x="514" y="3517"/>
                  </a:lnTo>
                  <a:lnTo>
                    <a:pt x="343" y="3712"/>
                  </a:lnTo>
                  <a:lnTo>
                    <a:pt x="221" y="3932"/>
                  </a:lnTo>
                  <a:lnTo>
                    <a:pt x="123" y="4128"/>
                  </a:lnTo>
                  <a:lnTo>
                    <a:pt x="50" y="4347"/>
                  </a:lnTo>
                  <a:lnTo>
                    <a:pt x="25" y="4567"/>
                  </a:lnTo>
                  <a:lnTo>
                    <a:pt x="1" y="4787"/>
                  </a:lnTo>
                  <a:lnTo>
                    <a:pt x="25" y="5007"/>
                  </a:lnTo>
                  <a:lnTo>
                    <a:pt x="50" y="5227"/>
                  </a:lnTo>
                  <a:lnTo>
                    <a:pt x="123" y="5422"/>
                  </a:lnTo>
                  <a:lnTo>
                    <a:pt x="221" y="5642"/>
                  </a:lnTo>
                  <a:lnTo>
                    <a:pt x="343" y="5837"/>
                  </a:lnTo>
                  <a:lnTo>
                    <a:pt x="514" y="6033"/>
                  </a:lnTo>
                  <a:lnTo>
                    <a:pt x="685" y="6228"/>
                  </a:lnTo>
                  <a:lnTo>
                    <a:pt x="905" y="6399"/>
                  </a:lnTo>
                  <a:lnTo>
                    <a:pt x="880" y="6668"/>
                  </a:lnTo>
                  <a:lnTo>
                    <a:pt x="880" y="6936"/>
                  </a:lnTo>
                  <a:lnTo>
                    <a:pt x="905" y="7181"/>
                  </a:lnTo>
                  <a:lnTo>
                    <a:pt x="953" y="7400"/>
                  </a:lnTo>
                  <a:lnTo>
                    <a:pt x="1027" y="7620"/>
                  </a:lnTo>
                  <a:lnTo>
                    <a:pt x="1124" y="7816"/>
                  </a:lnTo>
                  <a:lnTo>
                    <a:pt x="1271" y="8011"/>
                  </a:lnTo>
                  <a:lnTo>
                    <a:pt x="1393" y="8182"/>
                  </a:lnTo>
                  <a:lnTo>
                    <a:pt x="1564" y="8328"/>
                  </a:lnTo>
                  <a:lnTo>
                    <a:pt x="1759" y="8451"/>
                  </a:lnTo>
                  <a:lnTo>
                    <a:pt x="1955" y="8548"/>
                  </a:lnTo>
                  <a:lnTo>
                    <a:pt x="2175" y="8621"/>
                  </a:lnTo>
                  <a:lnTo>
                    <a:pt x="2394" y="8670"/>
                  </a:lnTo>
                  <a:lnTo>
                    <a:pt x="2663" y="8695"/>
                  </a:lnTo>
                  <a:lnTo>
                    <a:pt x="2907" y="8695"/>
                  </a:lnTo>
                  <a:lnTo>
                    <a:pt x="3176" y="8670"/>
                  </a:lnTo>
                  <a:lnTo>
                    <a:pt x="3420" y="8939"/>
                  </a:lnTo>
                  <a:lnTo>
                    <a:pt x="3664" y="9159"/>
                  </a:lnTo>
                  <a:lnTo>
                    <a:pt x="3933" y="9354"/>
                  </a:lnTo>
                  <a:lnTo>
                    <a:pt x="4202" y="9476"/>
                  </a:lnTo>
                  <a:lnTo>
                    <a:pt x="4202" y="19783"/>
                  </a:lnTo>
                  <a:lnTo>
                    <a:pt x="4226" y="19905"/>
                  </a:lnTo>
                  <a:lnTo>
                    <a:pt x="4251" y="20027"/>
                  </a:lnTo>
                  <a:lnTo>
                    <a:pt x="4299" y="20125"/>
                  </a:lnTo>
                  <a:lnTo>
                    <a:pt x="4373" y="20198"/>
                  </a:lnTo>
                  <a:lnTo>
                    <a:pt x="4470" y="20271"/>
                  </a:lnTo>
                  <a:lnTo>
                    <a:pt x="4568" y="20345"/>
                  </a:lnTo>
                  <a:lnTo>
                    <a:pt x="4666" y="20369"/>
                  </a:lnTo>
                  <a:lnTo>
                    <a:pt x="4910" y="20369"/>
                  </a:lnTo>
                  <a:lnTo>
                    <a:pt x="5032" y="20345"/>
                  </a:lnTo>
                  <a:lnTo>
                    <a:pt x="5130" y="20271"/>
                  </a:lnTo>
                  <a:lnTo>
                    <a:pt x="5203" y="20198"/>
                  </a:lnTo>
                  <a:lnTo>
                    <a:pt x="5276" y="20125"/>
                  </a:lnTo>
                  <a:lnTo>
                    <a:pt x="5350" y="20027"/>
                  </a:lnTo>
                  <a:lnTo>
                    <a:pt x="5374" y="19905"/>
                  </a:lnTo>
                  <a:lnTo>
                    <a:pt x="5374" y="19783"/>
                  </a:lnTo>
                  <a:lnTo>
                    <a:pt x="5374" y="9476"/>
                  </a:lnTo>
                  <a:lnTo>
                    <a:pt x="5667" y="9354"/>
                  </a:lnTo>
                  <a:lnTo>
                    <a:pt x="5936" y="9159"/>
                  </a:lnTo>
                  <a:lnTo>
                    <a:pt x="6180" y="8939"/>
                  </a:lnTo>
                  <a:lnTo>
                    <a:pt x="6400" y="8670"/>
                  </a:lnTo>
                  <a:lnTo>
                    <a:pt x="6668" y="8695"/>
                  </a:lnTo>
                  <a:lnTo>
                    <a:pt x="6937" y="8695"/>
                  </a:lnTo>
                  <a:lnTo>
                    <a:pt x="7181" y="8670"/>
                  </a:lnTo>
                  <a:lnTo>
                    <a:pt x="7426" y="8621"/>
                  </a:lnTo>
                  <a:lnTo>
                    <a:pt x="7645" y="8548"/>
                  </a:lnTo>
                  <a:lnTo>
                    <a:pt x="7841" y="8451"/>
                  </a:lnTo>
                  <a:lnTo>
                    <a:pt x="8012" y="8328"/>
                  </a:lnTo>
                  <a:lnTo>
                    <a:pt x="8183" y="8182"/>
                  </a:lnTo>
                  <a:lnTo>
                    <a:pt x="8329" y="8011"/>
                  </a:lnTo>
                  <a:lnTo>
                    <a:pt x="8451" y="7816"/>
                  </a:lnTo>
                  <a:lnTo>
                    <a:pt x="8549" y="7620"/>
                  </a:lnTo>
                  <a:lnTo>
                    <a:pt x="8622" y="7400"/>
                  </a:lnTo>
                  <a:lnTo>
                    <a:pt x="8696" y="7181"/>
                  </a:lnTo>
                  <a:lnTo>
                    <a:pt x="8720" y="6936"/>
                  </a:lnTo>
                  <a:lnTo>
                    <a:pt x="8720" y="6668"/>
                  </a:lnTo>
                  <a:lnTo>
                    <a:pt x="8696" y="6399"/>
                  </a:lnTo>
                  <a:lnTo>
                    <a:pt x="8891" y="6228"/>
                  </a:lnTo>
                  <a:lnTo>
                    <a:pt x="9086" y="6033"/>
                  </a:lnTo>
                  <a:lnTo>
                    <a:pt x="9233" y="5837"/>
                  </a:lnTo>
                  <a:lnTo>
                    <a:pt x="9355" y="5642"/>
                  </a:lnTo>
                  <a:lnTo>
                    <a:pt x="9453" y="5422"/>
                  </a:lnTo>
                  <a:lnTo>
                    <a:pt x="9526" y="5227"/>
                  </a:lnTo>
                  <a:lnTo>
                    <a:pt x="9575" y="5007"/>
                  </a:lnTo>
                  <a:lnTo>
                    <a:pt x="9599" y="4787"/>
                  </a:lnTo>
                  <a:lnTo>
                    <a:pt x="9575" y="4567"/>
                  </a:lnTo>
                  <a:lnTo>
                    <a:pt x="9526" y="4347"/>
                  </a:lnTo>
                  <a:lnTo>
                    <a:pt x="9453" y="4128"/>
                  </a:lnTo>
                  <a:lnTo>
                    <a:pt x="9355" y="3932"/>
                  </a:lnTo>
                  <a:lnTo>
                    <a:pt x="9233" y="3712"/>
                  </a:lnTo>
                  <a:lnTo>
                    <a:pt x="9086" y="3517"/>
                  </a:lnTo>
                  <a:lnTo>
                    <a:pt x="8891" y="3346"/>
                  </a:lnTo>
                  <a:lnTo>
                    <a:pt x="8696" y="3175"/>
                  </a:lnTo>
                  <a:lnTo>
                    <a:pt x="8720" y="2906"/>
                  </a:lnTo>
                  <a:lnTo>
                    <a:pt x="8720" y="2638"/>
                  </a:lnTo>
                  <a:lnTo>
                    <a:pt x="8696" y="2394"/>
                  </a:lnTo>
                  <a:lnTo>
                    <a:pt x="8622" y="2149"/>
                  </a:lnTo>
                  <a:lnTo>
                    <a:pt x="8549" y="1930"/>
                  </a:lnTo>
                  <a:lnTo>
                    <a:pt x="8451" y="1734"/>
                  </a:lnTo>
                  <a:lnTo>
                    <a:pt x="8329" y="1563"/>
                  </a:lnTo>
                  <a:lnTo>
                    <a:pt x="8183" y="1392"/>
                  </a:lnTo>
                  <a:lnTo>
                    <a:pt x="8012" y="1246"/>
                  </a:lnTo>
                  <a:lnTo>
                    <a:pt x="7841" y="1124"/>
                  </a:lnTo>
                  <a:lnTo>
                    <a:pt x="7645" y="1026"/>
                  </a:lnTo>
                  <a:lnTo>
                    <a:pt x="7426" y="953"/>
                  </a:lnTo>
                  <a:lnTo>
                    <a:pt x="7181" y="904"/>
                  </a:lnTo>
                  <a:lnTo>
                    <a:pt x="6937" y="855"/>
                  </a:lnTo>
                  <a:lnTo>
                    <a:pt x="6668" y="855"/>
                  </a:lnTo>
                  <a:lnTo>
                    <a:pt x="6400" y="904"/>
                  </a:lnTo>
                  <a:lnTo>
                    <a:pt x="6229" y="684"/>
                  </a:lnTo>
                  <a:lnTo>
                    <a:pt x="6058" y="489"/>
                  </a:lnTo>
                  <a:lnTo>
                    <a:pt x="5863" y="342"/>
                  </a:lnTo>
                  <a:lnTo>
                    <a:pt x="5643" y="220"/>
                  </a:lnTo>
                  <a:lnTo>
                    <a:pt x="5447" y="122"/>
                  </a:lnTo>
                  <a:lnTo>
                    <a:pt x="5228" y="49"/>
                  </a:lnTo>
                  <a:lnTo>
                    <a:pt x="500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213" name="Google Shape;905;p47">
            <a:extLst>
              <a:ext uri="{FF2B5EF4-FFF2-40B4-BE49-F238E27FC236}">
                <a16:creationId xmlns:a16="http://schemas.microsoft.com/office/drawing/2014/main" xmlns="" id="{E68AE410-58F8-9FF9-D788-2BB84669A849}"/>
              </a:ext>
            </a:extLst>
          </p:cNvPr>
          <p:cNvGrpSpPr/>
          <p:nvPr/>
        </p:nvGrpSpPr>
        <p:grpSpPr>
          <a:xfrm>
            <a:off x="4589905" y="4338449"/>
            <a:ext cx="188241" cy="245359"/>
            <a:chOff x="2624850" y="4296000"/>
            <a:chExt cx="380400" cy="495825"/>
          </a:xfrm>
        </p:grpSpPr>
        <p:sp>
          <p:nvSpPr>
            <p:cNvPr id="214" name="Google Shape;906;p47">
              <a:extLst>
                <a:ext uri="{FF2B5EF4-FFF2-40B4-BE49-F238E27FC236}">
                  <a16:creationId xmlns:a16="http://schemas.microsoft.com/office/drawing/2014/main" xmlns="" id="{B6C95125-23FD-6A15-74C7-11A214F10D15}"/>
                </a:ext>
              </a:extLst>
            </p:cNvPr>
            <p:cNvSpPr/>
            <p:nvPr/>
          </p:nvSpPr>
          <p:spPr>
            <a:xfrm>
              <a:off x="2845875" y="4296000"/>
              <a:ext cx="126425" cy="125800"/>
            </a:xfrm>
            <a:custGeom>
              <a:avLst/>
              <a:gdLst/>
              <a:ahLst/>
              <a:cxnLst/>
              <a:rect l="l" t="t" r="r" b="b"/>
              <a:pathLst>
                <a:path w="5057" h="5032" extrusionOk="0">
                  <a:moveTo>
                    <a:pt x="4812" y="1"/>
                  </a:moveTo>
                  <a:lnTo>
                    <a:pt x="4372" y="74"/>
                  </a:lnTo>
                  <a:lnTo>
                    <a:pt x="3762" y="196"/>
                  </a:lnTo>
                  <a:lnTo>
                    <a:pt x="3053" y="392"/>
                  </a:lnTo>
                  <a:lnTo>
                    <a:pt x="2321" y="636"/>
                  </a:lnTo>
                  <a:lnTo>
                    <a:pt x="1612" y="929"/>
                  </a:lnTo>
                  <a:lnTo>
                    <a:pt x="1295" y="1075"/>
                  </a:lnTo>
                  <a:lnTo>
                    <a:pt x="1026" y="1222"/>
                  </a:lnTo>
                  <a:lnTo>
                    <a:pt x="782" y="1368"/>
                  </a:lnTo>
                  <a:lnTo>
                    <a:pt x="611" y="1515"/>
                  </a:lnTo>
                  <a:lnTo>
                    <a:pt x="489" y="1662"/>
                  </a:lnTo>
                  <a:lnTo>
                    <a:pt x="367" y="1808"/>
                  </a:lnTo>
                  <a:lnTo>
                    <a:pt x="269" y="1979"/>
                  </a:lnTo>
                  <a:lnTo>
                    <a:pt x="172" y="2150"/>
                  </a:lnTo>
                  <a:lnTo>
                    <a:pt x="123" y="2321"/>
                  </a:lnTo>
                  <a:lnTo>
                    <a:pt x="74" y="2492"/>
                  </a:lnTo>
                  <a:lnTo>
                    <a:pt x="25" y="2687"/>
                  </a:lnTo>
                  <a:lnTo>
                    <a:pt x="1" y="2858"/>
                  </a:lnTo>
                  <a:lnTo>
                    <a:pt x="1" y="3054"/>
                  </a:lnTo>
                  <a:lnTo>
                    <a:pt x="25" y="3225"/>
                  </a:lnTo>
                  <a:lnTo>
                    <a:pt x="49" y="3420"/>
                  </a:lnTo>
                  <a:lnTo>
                    <a:pt x="98" y="3591"/>
                  </a:lnTo>
                  <a:lnTo>
                    <a:pt x="172" y="3762"/>
                  </a:lnTo>
                  <a:lnTo>
                    <a:pt x="245" y="3933"/>
                  </a:lnTo>
                  <a:lnTo>
                    <a:pt x="342" y="4104"/>
                  </a:lnTo>
                  <a:lnTo>
                    <a:pt x="440" y="4250"/>
                  </a:lnTo>
                  <a:lnTo>
                    <a:pt x="2638" y="2052"/>
                  </a:lnTo>
                  <a:lnTo>
                    <a:pt x="2736" y="2003"/>
                  </a:lnTo>
                  <a:lnTo>
                    <a:pt x="2809" y="1979"/>
                  </a:lnTo>
                  <a:lnTo>
                    <a:pt x="2907" y="2003"/>
                  </a:lnTo>
                  <a:lnTo>
                    <a:pt x="2980" y="2052"/>
                  </a:lnTo>
                  <a:lnTo>
                    <a:pt x="3029" y="2126"/>
                  </a:lnTo>
                  <a:lnTo>
                    <a:pt x="3053" y="2223"/>
                  </a:lnTo>
                  <a:lnTo>
                    <a:pt x="3029" y="2321"/>
                  </a:lnTo>
                  <a:lnTo>
                    <a:pt x="2980" y="2394"/>
                  </a:lnTo>
                  <a:lnTo>
                    <a:pt x="782" y="4592"/>
                  </a:lnTo>
                  <a:lnTo>
                    <a:pt x="953" y="4690"/>
                  </a:lnTo>
                  <a:lnTo>
                    <a:pt x="1100" y="4788"/>
                  </a:lnTo>
                  <a:lnTo>
                    <a:pt x="1271" y="4885"/>
                  </a:lnTo>
                  <a:lnTo>
                    <a:pt x="1466" y="4934"/>
                  </a:lnTo>
                  <a:lnTo>
                    <a:pt x="1637" y="4983"/>
                  </a:lnTo>
                  <a:lnTo>
                    <a:pt x="1808" y="5008"/>
                  </a:lnTo>
                  <a:lnTo>
                    <a:pt x="2003" y="5032"/>
                  </a:lnTo>
                  <a:lnTo>
                    <a:pt x="2174" y="5032"/>
                  </a:lnTo>
                  <a:lnTo>
                    <a:pt x="2370" y="5008"/>
                  </a:lnTo>
                  <a:lnTo>
                    <a:pt x="2541" y="4983"/>
                  </a:lnTo>
                  <a:lnTo>
                    <a:pt x="2712" y="4934"/>
                  </a:lnTo>
                  <a:lnTo>
                    <a:pt x="2907" y="4861"/>
                  </a:lnTo>
                  <a:lnTo>
                    <a:pt x="3053" y="4788"/>
                  </a:lnTo>
                  <a:lnTo>
                    <a:pt x="3224" y="4690"/>
                  </a:lnTo>
                  <a:lnTo>
                    <a:pt x="3371" y="4568"/>
                  </a:lnTo>
                  <a:lnTo>
                    <a:pt x="3517" y="4421"/>
                  </a:lnTo>
                  <a:lnTo>
                    <a:pt x="3664" y="4250"/>
                  </a:lnTo>
                  <a:lnTo>
                    <a:pt x="3835" y="4006"/>
                  </a:lnTo>
                  <a:lnTo>
                    <a:pt x="3981" y="3738"/>
                  </a:lnTo>
                  <a:lnTo>
                    <a:pt x="4128" y="3420"/>
                  </a:lnTo>
                  <a:lnTo>
                    <a:pt x="4397" y="2736"/>
                  </a:lnTo>
                  <a:lnTo>
                    <a:pt x="4641" y="1979"/>
                  </a:lnTo>
                  <a:lnTo>
                    <a:pt x="4836" y="1271"/>
                  </a:lnTo>
                  <a:lnTo>
                    <a:pt x="4983" y="660"/>
                  </a:lnTo>
                  <a:lnTo>
                    <a:pt x="5032" y="221"/>
                  </a:lnTo>
                  <a:lnTo>
                    <a:pt x="5056" y="98"/>
                  </a:lnTo>
                  <a:lnTo>
                    <a:pt x="5032" y="25"/>
                  </a:lnTo>
                  <a:lnTo>
                    <a:pt x="49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5" name="Google Shape;907;p47">
              <a:extLst>
                <a:ext uri="{FF2B5EF4-FFF2-40B4-BE49-F238E27FC236}">
                  <a16:creationId xmlns:a16="http://schemas.microsoft.com/office/drawing/2014/main" xmlns="" id="{5CD0BC7D-9E65-8E47-5249-82064CB73962}"/>
                </a:ext>
              </a:extLst>
            </p:cNvPr>
            <p:cNvSpPr/>
            <p:nvPr/>
          </p:nvSpPr>
          <p:spPr>
            <a:xfrm>
              <a:off x="2635850" y="4316150"/>
              <a:ext cx="369400" cy="475675"/>
            </a:xfrm>
            <a:custGeom>
              <a:avLst/>
              <a:gdLst/>
              <a:ahLst/>
              <a:cxnLst/>
              <a:rect l="l" t="t" r="r" b="b"/>
              <a:pathLst>
                <a:path w="14776" h="19027" extrusionOk="0">
                  <a:moveTo>
                    <a:pt x="7400" y="1"/>
                  </a:moveTo>
                  <a:lnTo>
                    <a:pt x="7254" y="25"/>
                  </a:lnTo>
                  <a:lnTo>
                    <a:pt x="7132" y="50"/>
                  </a:lnTo>
                  <a:lnTo>
                    <a:pt x="7034" y="123"/>
                  </a:lnTo>
                  <a:lnTo>
                    <a:pt x="6936" y="196"/>
                  </a:lnTo>
                  <a:lnTo>
                    <a:pt x="6863" y="294"/>
                  </a:lnTo>
                  <a:lnTo>
                    <a:pt x="6790" y="392"/>
                  </a:lnTo>
                  <a:lnTo>
                    <a:pt x="6765" y="514"/>
                  </a:lnTo>
                  <a:lnTo>
                    <a:pt x="6741" y="636"/>
                  </a:lnTo>
                  <a:lnTo>
                    <a:pt x="6741" y="4226"/>
                  </a:lnTo>
                  <a:lnTo>
                    <a:pt x="6887" y="4592"/>
                  </a:lnTo>
                  <a:lnTo>
                    <a:pt x="7009" y="4959"/>
                  </a:lnTo>
                  <a:lnTo>
                    <a:pt x="7058" y="5325"/>
                  </a:lnTo>
                  <a:lnTo>
                    <a:pt x="7083" y="5716"/>
                  </a:lnTo>
                  <a:lnTo>
                    <a:pt x="7058" y="6107"/>
                  </a:lnTo>
                  <a:lnTo>
                    <a:pt x="7009" y="6473"/>
                  </a:lnTo>
                  <a:lnTo>
                    <a:pt x="6887" y="6864"/>
                  </a:lnTo>
                  <a:lnTo>
                    <a:pt x="6741" y="7230"/>
                  </a:lnTo>
                  <a:lnTo>
                    <a:pt x="6741" y="13629"/>
                  </a:lnTo>
                  <a:lnTo>
                    <a:pt x="6203" y="13678"/>
                  </a:lnTo>
                  <a:lnTo>
                    <a:pt x="5666" y="13775"/>
                  </a:lnTo>
                  <a:lnTo>
                    <a:pt x="5153" y="13897"/>
                  </a:lnTo>
                  <a:lnTo>
                    <a:pt x="4640" y="14044"/>
                  </a:lnTo>
                  <a:lnTo>
                    <a:pt x="4152" y="14239"/>
                  </a:lnTo>
                  <a:lnTo>
                    <a:pt x="3688" y="14459"/>
                  </a:lnTo>
                  <a:lnTo>
                    <a:pt x="3224" y="14703"/>
                  </a:lnTo>
                  <a:lnTo>
                    <a:pt x="2784" y="14972"/>
                  </a:lnTo>
                  <a:lnTo>
                    <a:pt x="2369" y="15265"/>
                  </a:lnTo>
                  <a:lnTo>
                    <a:pt x="1954" y="15583"/>
                  </a:lnTo>
                  <a:lnTo>
                    <a:pt x="1588" y="15925"/>
                  </a:lnTo>
                  <a:lnTo>
                    <a:pt x="1221" y="16291"/>
                  </a:lnTo>
                  <a:lnTo>
                    <a:pt x="879" y="16682"/>
                  </a:lnTo>
                  <a:lnTo>
                    <a:pt x="562" y="17097"/>
                  </a:lnTo>
                  <a:lnTo>
                    <a:pt x="269" y="17512"/>
                  </a:lnTo>
                  <a:lnTo>
                    <a:pt x="0" y="17952"/>
                  </a:lnTo>
                  <a:lnTo>
                    <a:pt x="293" y="18074"/>
                  </a:lnTo>
                  <a:lnTo>
                    <a:pt x="611" y="18196"/>
                  </a:lnTo>
                  <a:lnTo>
                    <a:pt x="1319" y="18391"/>
                  </a:lnTo>
                  <a:lnTo>
                    <a:pt x="2125" y="18587"/>
                  </a:lnTo>
                  <a:lnTo>
                    <a:pt x="3053" y="18733"/>
                  </a:lnTo>
                  <a:lnTo>
                    <a:pt x="4030" y="18855"/>
                  </a:lnTo>
                  <a:lnTo>
                    <a:pt x="5104" y="18953"/>
                  </a:lnTo>
                  <a:lnTo>
                    <a:pt x="6228" y="19002"/>
                  </a:lnTo>
                  <a:lnTo>
                    <a:pt x="7376" y="19026"/>
                  </a:lnTo>
                  <a:lnTo>
                    <a:pt x="8548" y="19002"/>
                  </a:lnTo>
                  <a:lnTo>
                    <a:pt x="9672" y="18953"/>
                  </a:lnTo>
                  <a:lnTo>
                    <a:pt x="10746" y="18855"/>
                  </a:lnTo>
                  <a:lnTo>
                    <a:pt x="11723" y="18733"/>
                  </a:lnTo>
                  <a:lnTo>
                    <a:pt x="12651" y="18587"/>
                  </a:lnTo>
                  <a:lnTo>
                    <a:pt x="13457" y="18391"/>
                  </a:lnTo>
                  <a:lnTo>
                    <a:pt x="14165" y="18196"/>
                  </a:lnTo>
                  <a:lnTo>
                    <a:pt x="14483" y="18074"/>
                  </a:lnTo>
                  <a:lnTo>
                    <a:pt x="14776" y="17952"/>
                  </a:lnTo>
                  <a:lnTo>
                    <a:pt x="14507" y="17512"/>
                  </a:lnTo>
                  <a:lnTo>
                    <a:pt x="14214" y="17097"/>
                  </a:lnTo>
                  <a:lnTo>
                    <a:pt x="13897" y="16682"/>
                  </a:lnTo>
                  <a:lnTo>
                    <a:pt x="13555" y="16291"/>
                  </a:lnTo>
                  <a:lnTo>
                    <a:pt x="13188" y="15925"/>
                  </a:lnTo>
                  <a:lnTo>
                    <a:pt x="12822" y="15583"/>
                  </a:lnTo>
                  <a:lnTo>
                    <a:pt x="12407" y="15265"/>
                  </a:lnTo>
                  <a:lnTo>
                    <a:pt x="11992" y="14972"/>
                  </a:lnTo>
                  <a:lnTo>
                    <a:pt x="11552" y="14703"/>
                  </a:lnTo>
                  <a:lnTo>
                    <a:pt x="11088" y="14459"/>
                  </a:lnTo>
                  <a:lnTo>
                    <a:pt x="10624" y="14239"/>
                  </a:lnTo>
                  <a:lnTo>
                    <a:pt x="10136" y="14044"/>
                  </a:lnTo>
                  <a:lnTo>
                    <a:pt x="9623" y="13897"/>
                  </a:lnTo>
                  <a:lnTo>
                    <a:pt x="9110" y="13775"/>
                  </a:lnTo>
                  <a:lnTo>
                    <a:pt x="8573" y="13678"/>
                  </a:lnTo>
                  <a:lnTo>
                    <a:pt x="8035" y="13629"/>
                  </a:lnTo>
                  <a:lnTo>
                    <a:pt x="8035" y="3347"/>
                  </a:lnTo>
                  <a:lnTo>
                    <a:pt x="7913" y="3054"/>
                  </a:lnTo>
                  <a:lnTo>
                    <a:pt x="7840" y="2761"/>
                  </a:lnTo>
                  <a:lnTo>
                    <a:pt x="7791" y="2467"/>
                  </a:lnTo>
                  <a:lnTo>
                    <a:pt x="7767" y="2174"/>
                  </a:lnTo>
                  <a:lnTo>
                    <a:pt x="7791" y="1857"/>
                  </a:lnTo>
                  <a:lnTo>
                    <a:pt x="7840" y="1564"/>
                  </a:lnTo>
                  <a:lnTo>
                    <a:pt x="7913" y="1271"/>
                  </a:lnTo>
                  <a:lnTo>
                    <a:pt x="8035" y="978"/>
                  </a:lnTo>
                  <a:lnTo>
                    <a:pt x="8035" y="636"/>
                  </a:lnTo>
                  <a:lnTo>
                    <a:pt x="8011" y="514"/>
                  </a:lnTo>
                  <a:lnTo>
                    <a:pt x="7986" y="392"/>
                  </a:lnTo>
                  <a:lnTo>
                    <a:pt x="7913" y="294"/>
                  </a:lnTo>
                  <a:lnTo>
                    <a:pt x="7840" y="196"/>
                  </a:lnTo>
                  <a:lnTo>
                    <a:pt x="7742" y="123"/>
                  </a:lnTo>
                  <a:lnTo>
                    <a:pt x="7644" y="50"/>
                  </a:lnTo>
                  <a:lnTo>
                    <a:pt x="7522" y="25"/>
                  </a:lnTo>
                  <a:lnTo>
                    <a:pt x="74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6" name="Google Shape;908;p47">
              <a:extLst>
                <a:ext uri="{FF2B5EF4-FFF2-40B4-BE49-F238E27FC236}">
                  <a16:creationId xmlns:a16="http://schemas.microsoft.com/office/drawing/2014/main" xmlns="" id="{9EF91BCD-D5DC-5D75-C3C5-1680538E7601}"/>
                </a:ext>
              </a:extLst>
            </p:cNvPr>
            <p:cNvSpPr/>
            <p:nvPr/>
          </p:nvSpPr>
          <p:spPr>
            <a:xfrm>
              <a:off x="2624850" y="4357675"/>
              <a:ext cx="171600" cy="171600"/>
            </a:xfrm>
            <a:custGeom>
              <a:avLst/>
              <a:gdLst/>
              <a:ahLst/>
              <a:cxnLst/>
              <a:rect l="l" t="t" r="r" b="b"/>
              <a:pathLst>
                <a:path w="6864" h="6864" extrusionOk="0">
                  <a:moveTo>
                    <a:pt x="74" y="1"/>
                  </a:moveTo>
                  <a:lnTo>
                    <a:pt x="25" y="25"/>
                  </a:lnTo>
                  <a:lnTo>
                    <a:pt x="0" y="74"/>
                  </a:lnTo>
                  <a:lnTo>
                    <a:pt x="0" y="123"/>
                  </a:lnTo>
                  <a:lnTo>
                    <a:pt x="0" y="318"/>
                  </a:lnTo>
                  <a:lnTo>
                    <a:pt x="25" y="587"/>
                  </a:lnTo>
                  <a:lnTo>
                    <a:pt x="74" y="929"/>
                  </a:lnTo>
                  <a:lnTo>
                    <a:pt x="269" y="1759"/>
                  </a:lnTo>
                  <a:lnTo>
                    <a:pt x="538" y="2736"/>
                  </a:lnTo>
                  <a:lnTo>
                    <a:pt x="880" y="3737"/>
                  </a:lnTo>
                  <a:lnTo>
                    <a:pt x="1051" y="4226"/>
                  </a:lnTo>
                  <a:lnTo>
                    <a:pt x="1246" y="4690"/>
                  </a:lnTo>
                  <a:lnTo>
                    <a:pt x="1441" y="5105"/>
                  </a:lnTo>
                  <a:lnTo>
                    <a:pt x="1661" y="5496"/>
                  </a:lnTo>
                  <a:lnTo>
                    <a:pt x="1857" y="5813"/>
                  </a:lnTo>
                  <a:lnTo>
                    <a:pt x="2076" y="6057"/>
                  </a:lnTo>
                  <a:lnTo>
                    <a:pt x="2272" y="6228"/>
                  </a:lnTo>
                  <a:lnTo>
                    <a:pt x="2492" y="6399"/>
                  </a:lnTo>
                  <a:lnTo>
                    <a:pt x="2711" y="6521"/>
                  </a:lnTo>
                  <a:lnTo>
                    <a:pt x="2956" y="6644"/>
                  </a:lnTo>
                  <a:lnTo>
                    <a:pt x="3200" y="6741"/>
                  </a:lnTo>
                  <a:lnTo>
                    <a:pt x="3444" y="6815"/>
                  </a:lnTo>
                  <a:lnTo>
                    <a:pt x="3688" y="6863"/>
                  </a:lnTo>
                  <a:lnTo>
                    <a:pt x="4201" y="6863"/>
                  </a:lnTo>
                  <a:lnTo>
                    <a:pt x="4445" y="6839"/>
                  </a:lnTo>
                  <a:lnTo>
                    <a:pt x="4690" y="6815"/>
                  </a:lnTo>
                  <a:lnTo>
                    <a:pt x="4958" y="6741"/>
                  </a:lnTo>
                  <a:lnTo>
                    <a:pt x="5178" y="6644"/>
                  </a:lnTo>
                  <a:lnTo>
                    <a:pt x="5422" y="6521"/>
                  </a:lnTo>
                  <a:lnTo>
                    <a:pt x="5642" y="6399"/>
                  </a:lnTo>
                  <a:lnTo>
                    <a:pt x="5862" y="6228"/>
                  </a:lnTo>
                  <a:lnTo>
                    <a:pt x="2198" y="2565"/>
                  </a:lnTo>
                  <a:lnTo>
                    <a:pt x="2150" y="2492"/>
                  </a:lnTo>
                  <a:lnTo>
                    <a:pt x="2125" y="2394"/>
                  </a:lnTo>
                  <a:lnTo>
                    <a:pt x="2150" y="2296"/>
                  </a:lnTo>
                  <a:lnTo>
                    <a:pt x="2198" y="2199"/>
                  </a:lnTo>
                  <a:lnTo>
                    <a:pt x="2296" y="2150"/>
                  </a:lnTo>
                  <a:lnTo>
                    <a:pt x="2394" y="2125"/>
                  </a:lnTo>
                  <a:lnTo>
                    <a:pt x="2492" y="2150"/>
                  </a:lnTo>
                  <a:lnTo>
                    <a:pt x="2565" y="2199"/>
                  </a:lnTo>
                  <a:lnTo>
                    <a:pt x="6228" y="5862"/>
                  </a:lnTo>
                  <a:lnTo>
                    <a:pt x="6375" y="5642"/>
                  </a:lnTo>
                  <a:lnTo>
                    <a:pt x="6521" y="5422"/>
                  </a:lnTo>
                  <a:lnTo>
                    <a:pt x="6643" y="5203"/>
                  </a:lnTo>
                  <a:lnTo>
                    <a:pt x="6741" y="4958"/>
                  </a:lnTo>
                  <a:lnTo>
                    <a:pt x="6814" y="4714"/>
                  </a:lnTo>
                  <a:lnTo>
                    <a:pt x="6839" y="4446"/>
                  </a:lnTo>
                  <a:lnTo>
                    <a:pt x="6863" y="4201"/>
                  </a:lnTo>
                  <a:lnTo>
                    <a:pt x="6863" y="3933"/>
                  </a:lnTo>
                  <a:lnTo>
                    <a:pt x="6839" y="3688"/>
                  </a:lnTo>
                  <a:lnTo>
                    <a:pt x="6814" y="3444"/>
                  </a:lnTo>
                  <a:lnTo>
                    <a:pt x="6741" y="3200"/>
                  </a:lnTo>
                  <a:lnTo>
                    <a:pt x="6643" y="2956"/>
                  </a:lnTo>
                  <a:lnTo>
                    <a:pt x="6521" y="2711"/>
                  </a:lnTo>
                  <a:lnTo>
                    <a:pt x="6399" y="2492"/>
                  </a:lnTo>
                  <a:lnTo>
                    <a:pt x="6228" y="2272"/>
                  </a:lnTo>
                  <a:lnTo>
                    <a:pt x="6057" y="2076"/>
                  </a:lnTo>
                  <a:lnTo>
                    <a:pt x="5813" y="1857"/>
                  </a:lnTo>
                  <a:lnTo>
                    <a:pt x="5496" y="1661"/>
                  </a:lnTo>
                  <a:lnTo>
                    <a:pt x="5105" y="1466"/>
                  </a:lnTo>
                  <a:lnTo>
                    <a:pt x="4690" y="1246"/>
                  </a:lnTo>
                  <a:lnTo>
                    <a:pt x="4226" y="1051"/>
                  </a:lnTo>
                  <a:lnTo>
                    <a:pt x="3737" y="880"/>
                  </a:lnTo>
                  <a:lnTo>
                    <a:pt x="2736" y="538"/>
                  </a:lnTo>
                  <a:lnTo>
                    <a:pt x="1759" y="269"/>
                  </a:lnTo>
                  <a:lnTo>
                    <a:pt x="928" y="74"/>
                  </a:lnTo>
                  <a:lnTo>
                    <a:pt x="587" y="25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217" name="Google Shape;909;p47">
            <a:extLst>
              <a:ext uri="{FF2B5EF4-FFF2-40B4-BE49-F238E27FC236}">
                <a16:creationId xmlns:a16="http://schemas.microsoft.com/office/drawing/2014/main" xmlns="" id="{F6F460A6-2D5D-CEE6-EA8B-FC21A00B8262}"/>
              </a:ext>
            </a:extLst>
          </p:cNvPr>
          <p:cNvSpPr/>
          <p:nvPr/>
        </p:nvSpPr>
        <p:spPr>
          <a:xfrm>
            <a:off x="5250406" y="4360526"/>
            <a:ext cx="201231" cy="201243"/>
          </a:xfrm>
          <a:custGeom>
            <a:avLst/>
            <a:gdLst/>
            <a:ahLst/>
            <a:cxnLst/>
            <a:rect l="l" t="t" r="r" b="b"/>
            <a:pathLst>
              <a:path w="16266" h="16267" extrusionOk="0">
                <a:moveTo>
                  <a:pt x="11503" y="5349"/>
                </a:moveTo>
                <a:lnTo>
                  <a:pt x="11650" y="5398"/>
                </a:lnTo>
                <a:lnTo>
                  <a:pt x="11796" y="5447"/>
                </a:lnTo>
                <a:lnTo>
                  <a:pt x="11919" y="5545"/>
                </a:lnTo>
                <a:lnTo>
                  <a:pt x="12065" y="5691"/>
                </a:lnTo>
                <a:lnTo>
                  <a:pt x="12163" y="5838"/>
                </a:lnTo>
                <a:lnTo>
                  <a:pt x="12212" y="6033"/>
                </a:lnTo>
                <a:lnTo>
                  <a:pt x="12236" y="6229"/>
                </a:lnTo>
                <a:lnTo>
                  <a:pt x="12236" y="6375"/>
                </a:lnTo>
                <a:lnTo>
                  <a:pt x="12187" y="6522"/>
                </a:lnTo>
                <a:lnTo>
                  <a:pt x="12138" y="6644"/>
                </a:lnTo>
                <a:lnTo>
                  <a:pt x="12041" y="6766"/>
                </a:lnTo>
                <a:lnTo>
                  <a:pt x="7938" y="10893"/>
                </a:lnTo>
                <a:lnTo>
                  <a:pt x="7816" y="11015"/>
                </a:lnTo>
                <a:lnTo>
                  <a:pt x="7645" y="11113"/>
                </a:lnTo>
                <a:lnTo>
                  <a:pt x="7474" y="11186"/>
                </a:lnTo>
                <a:lnTo>
                  <a:pt x="7303" y="11211"/>
                </a:lnTo>
                <a:lnTo>
                  <a:pt x="7083" y="11211"/>
                </a:lnTo>
                <a:lnTo>
                  <a:pt x="6912" y="11162"/>
                </a:lnTo>
                <a:lnTo>
                  <a:pt x="6765" y="11064"/>
                </a:lnTo>
                <a:lnTo>
                  <a:pt x="6619" y="10967"/>
                </a:lnTo>
                <a:lnTo>
                  <a:pt x="4567" y="8915"/>
                </a:lnTo>
                <a:lnTo>
                  <a:pt x="4470" y="8769"/>
                </a:lnTo>
                <a:lnTo>
                  <a:pt x="4372" y="8622"/>
                </a:lnTo>
                <a:lnTo>
                  <a:pt x="4323" y="8451"/>
                </a:lnTo>
                <a:lnTo>
                  <a:pt x="4323" y="8280"/>
                </a:lnTo>
                <a:lnTo>
                  <a:pt x="4323" y="8109"/>
                </a:lnTo>
                <a:lnTo>
                  <a:pt x="4372" y="7938"/>
                </a:lnTo>
                <a:lnTo>
                  <a:pt x="4470" y="7792"/>
                </a:lnTo>
                <a:lnTo>
                  <a:pt x="4567" y="7670"/>
                </a:lnTo>
                <a:lnTo>
                  <a:pt x="4714" y="7547"/>
                </a:lnTo>
                <a:lnTo>
                  <a:pt x="4860" y="7474"/>
                </a:lnTo>
                <a:lnTo>
                  <a:pt x="5031" y="7425"/>
                </a:lnTo>
                <a:lnTo>
                  <a:pt x="5202" y="7401"/>
                </a:lnTo>
                <a:lnTo>
                  <a:pt x="5373" y="7425"/>
                </a:lnTo>
                <a:lnTo>
                  <a:pt x="5520" y="7474"/>
                </a:lnTo>
                <a:lnTo>
                  <a:pt x="5691" y="7547"/>
                </a:lnTo>
                <a:lnTo>
                  <a:pt x="5813" y="7670"/>
                </a:lnTo>
                <a:lnTo>
                  <a:pt x="7181" y="9013"/>
                </a:lnTo>
                <a:lnTo>
                  <a:pt x="10673" y="5667"/>
                </a:lnTo>
                <a:lnTo>
                  <a:pt x="10820" y="5520"/>
                </a:lnTo>
                <a:lnTo>
                  <a:pt x="10991" y="5423"/>
                </a:lnTo>
                <a:lnTo>
                  <a:pt x="11161" y="5374"/>
                </a:lnTo>
                <a:lnTo>
                  <a:pt x="11357" y="5349"/>
                </a:lnTo>
                <a:close/>
                <a:moveTo>
                  <a:pt x="7718" y="1"/>
                </a:moveTo>
                <a:lnTo>
                  <a:pt x="7303" y="50"/>
                </a:lnTo>
                <a:lnTo>
                  <a:pt x="6887" y="98"/>
                </a:lnTo>
                <a:lnTo>
                  <a:pt x="6497" y="172"/>
                </a:lnTo>
                <a:lnTo>
                  <a:pt x="6106" y="245"/>
                </a:lnTo>
                <a:lnTo>
                  <a:pt x="5715" y="367"/>
                </a:lnTo>
                <a:lnTo>
                  <a:pt x="5349" y="489"/>
                </a:lnTo>
                <a:lnTo>
                  <a:pt x="4958" y="636"/>
                </a:lnTo>
                <a:lnTo>
                  <a:pt x="4616" y="807"/>
                </a:lnTo>
                <a:lnTo>
                  <a:pt x="4250" y="978"/>
                </a:lnTo>
                <a:lnTo>
                  <a:pt x="3908" y="1173"/>
                </a:lnTo>
                <a:lnTo>
                  <a:pt x="3590" y="1393"/>
                </a:lnTo>
                <a:lnTo>
                  <a:pt x="3273" y="1613"/>
                </a:lnTo>
                <a:lnTo>
                  <a:pt x="2955" y="1857"/>
                </a:lnTo>
                <a:lnTo>
                  <a:pt x="2662" y="2125"/>
                </a:lnTo>
                <a:lnTo>
                  <a:pt x="2394" y="2394"/>
                </a:lnTo>
                <a:lnTo>
                  <a:pt x="2125" y="2663"/>
                </a:lnTo>
                <a:lnTo>
                  <a:pt x="1856" y="2956"/>
                </a:lnTo>
                <a:lnTo>
                  <a:pt x="1612" y="3273"/>
                </a:lnTo>
                <a:lnTo>
                  <a:pt x="1392" y="3591"/>
                </a:lnTo>
                <a:lnTo>
                  <a:pt x="1172" y="3908"/>
                </a:lnTo>
                <a:lnTo>
                  <a:pt x="977" y="4250"/>
                </a:lnTo>
                <a:lnTo>
                  <a:pt x="806" y="4617"/>
                </a:lnTo>
                <a:lnTo>
                  <a:pt x="635" y="4959"/>
                </a:lnTo>
                <a:lnTo>
                  <a:pt x="489" y="5349"/>
                </a:lnTo>
                <a:lnTo>
                  <a:pt x="366" y="5716"/>
                </a:lnTo>
                <a:lnTo>
                  <a:pt x="244" y="6106"/>
                </a:lnTo>
                <a:lnTo>
                  <a:pt x="171" y="6497"/>
                </a:lnTo>
                <a:lnTo>
                  <a:pt x="98" y="6888"/>
                </a:lnTo>
                <a:lnTo>
                  <a:pt x="49" y="7303"/>
                </a:lnTo>
                <a:lnTo>
                  <a:pt x="0" y="7718"/>
                </a:lnTo>
                <a:lnTo>
                  <a:pt x="0" y="8134"/>
                </a:lnTo>
                <a:lnTo>
                  <a:pt x="0" y="8549"/>
                </a:lnTo>
                <a:lnTo>
                  <a:pt x="49" y="8964"/>
                </a:lnTo>
                <a:lnTo>
                  <a:pt x="98" y="9379"/>
                </a:lnTo>
                <a:lnTo>
                  <a:pt x="171" y="9770"/>
                </a:lnTo>
                <a:lnTo>
                  <a:pt x="244" y="10161"/>
                </a:lnTo>
                <a:lnTo>
                  <a:pt x="366" y="10551"/>
                </a:lnTo>
                <a:lnTo>
                  <a:pt x="489" y="10918"/>
                </a:lnTo>
                <a:lnTo>
                  <a:pt x="635" y="11309"/>
                </a:lnTo>
                <a:lnTo>
                  <a:pt x="806" y="11650"/>
                </a:lnTo>
                <a:lnTo>
                  <a:pt x="977" y="12017"/>
                </a:lnTo>
                <a:lnTo>
                  <a:pt x="1172" y="12359"/>
                </a:lnTo>
                <a:lnTo>
                  <a:pt x="1392" y="12676"/>
                </a:lnTo>
                <a:lnTo>
                  <a:pt x="1612" y="12994"/>
                </a:lnTo>
                <a:lnTo>
                  <a:pt x="1856" y="13311"/>
                </a:lnTo>
                <a:lnTo>
                  <a:pt x="2125" y="13604"/>
                </a:lnTo>
                <a:lnTo>
                  <a:pt x="2394" y="13873"/>
                </a:lnTo>
                <a:lnTo>
                  <a:pt x="2662" y="14142"/>
                </a:lnTo>
                <a:lnTo>
                  <a:pt x="2955" y="14410"/>
                </a:lnTo>
                <a:lnTo>
                  <a:pt x="3273" y="14655"/>
                </a:lnTo>
                <a:lnTo>
                  <a:pt x="3590" y="14874"/>
                </a:lnTo>
                <a:lnTo>
                  <a:pt x="3908" y="15094"/>
                </a:lnTo>
                <a:lnTo>
                  <a:pt x="4250" y="15290"/>
                </a:lnTo>
                <a:lnTo>
                  <a:pt x="4616" y="15460"/>
                </a:lnTo>
                <a:lnTo>
                  <a:pt x="4958" y="15631"/>
                </a:lnTo>
                <a:lnTo>
                  <a:pt x="5349" y="15778"/>
                </a:lnTo>
                <a:lnTo>
                  <a:pt x="5715" y="15900"/>
                </a:lnTo>
                <a:lnTo>
                  <a:pt x="6106" y="16022"/>
                </a:lnTo>
                <a:lnTo>
                  <a:pt x="6497" y="16095"/>
                </a:lnTo>
                <a:lnTo>
                  <a:pt x="6887" y="16169"/>
                </a:lnTo>
                <a:lnTo>
                  <a:pt x="7303" y="16218"/>
                </a:lnTo>
                <a:lnTo>
                  <a:pt x="7718" y="16266"/>
                </a:lnTo>
                <a:lnTo>
                  <a:pt x="8548" y="16266"/>
                </a:lnTo>
                <a:lnTo>
                  <a:pt x="8963" y="16218"/>
                </a:lnTo>
                <a:lnTo>
                  <a:pt x="9379" y="16169"/>
                </a:lnTo>
                <a:lnTo>
                  <a:pt x="9769" y="16095"/>
                </a:lnTo>
                <a:lnTo>
                  <a:pt x="10160" y="16022"/>
                </a:lnTo>
                <a:lnTo>
                  <a:pt x="10551" y="15900"/>
                </a:lnTo>
                <a:lnTo>
                  <a:pt x="10942" y="15778"/>
                </a:lnTo>
                <a:lnTo>
                  <a:pt x="11308" y="15631"/>
                </a:lnTo>
                <a:lnTo>
                  <a:pt x="11650" y="15460"/>
                </a:lnTo>
                <a:lnTo>
                  <a:pt x="12016" y="15290"/>
                </a:lnTo>
                <a:lnTo>
                  <a:pt x="12358" y="15094"/>
                </a:lnTo>
                <a:lnTo>
                  <a:pt x="12676" y="14874"/>
                </a:lnTo>
                <a:lnTo>
                  <a:pt x="12993" y="14655"/>
                </a:lnTo>
                <a:lnTo>
                  <a:pt x="13311" y="14410"/>
                </a:lnTo>
                <a:lnTo>
                  <a:pt x="13604" y="14142"/>
                </a:lnTo>
                <a:lnTo>
                  <a:pt x="13872" y="13873"/>
                </a:lnTo>
                <a:lnTo>
                  <a:pt x="14166" y="13604"/>
                </a:lnTo>
                <a:lnTo>
                  <a:pt x="14410" y="13311"/>
                </a:lnTo>
                <a:lnTo>
                  <a:pt x="14654" y="12994"/>
                </a:lnTo>
                <a:lnTo>
                  <a:pt x="14874" y="12676"/>
                </a:lnTo>
                <a:lnTo>
                  <a:pt x="15094" y="12359"/>
                </a:lnTo>
                <a:lnTo>
                  <a:pt x="15289" y="12017"/>
                </a:lnTo>
                <a:lnTo>
                  <a:pt x="15460" y="11650"/>
                </a:lnTo>
                <a:lnTo>
                  <a:pt x="15631" y="11309"/>
                </a:lnTo>
                <a:lnTo>
                  <a:pt x="15777" y="10918"/>
                </a:lnTo>
                <a:lnTo>
                  <a:pt x="15900" y="10551"/>
                </a:lnTo>
                <a:lnTo>
                  <a:pt x="16022" y="10161"/>
                </a:lnTo>
                <a:lnTo>
                  <a:pt x="16095" y="9770"/>
                </a:lnTo>
                <a:lnTo>
                  <a:pt x="16168" y="9379"/>
                </a:lnTo>
                <a:lnTo>
                  <a:pt x="16217" y="8964"/>
                </a:lnTo>
                <a:lnTo>
                  <a:pt x="16266" y="8549"/>
                </a:lnTo>
                <a:lnTo>
                  <a:pt x="16266" y="8134"/>
                </a:lnTo>
                <a:lnTo>
                  <a:pt x="16266" y="7718"/>
                </a:lnTo>
                <a:lnTo>
                  <a:pt x="16217" y="7303"/>
                </a:lnTo>
                <a:lnTo>
                  <a:pt x="16168" y="6888"/>
                </a:lnTo>
                <a:lnTo>
                  <a:pt x="16095" y="6497"/>
                </a:lnTo>
                <a:lnTo>
                  <a:pt x="16022" y="6106"/>
                </a:lnTo>
                <a:lnTo>
                  <a:pt x="15900" y="5716"/>
                </a:lnTo>
                <a:lnTo>
                  <a:pt x="15777" y="5349"/>
                </a:lnTo>
                <a:lnTo>
                  <a:pt x="15631" y="4959"/>
                </a:lnTo>
                <a:lnTo>
                  <a:pt x="15460" y="4617"/>
                </a:lnTo>
                <a:lnTo>
                  <a:pt x="15289" y="4250"/>
                </a:lnTo>
                <a:lnTo>
                  <a:pt x="15094" y="3908"/>
                </a:lnTo>
                <a:lnTo>
                  <a:pt x="14874" y="3591"/>
                </a:lnTo>
                <a:lnTo>
                  <a:pt x="14654" y="3273"/>
                </a:lnTo>
                <a:lnTo>
                  <a:pt x="14410" y="2956"/>
                </a:lnTo>
                <a:lnTo>
                  <a:pt x="14166" y="2663"/>
                </a:lnTo>
                <a:lnTo>
                  <a:pt x="13872" y="2394"/>
                </a:lnTo>
                <a:lnTo>
                  <a:pt x="13604" y="2125"/>
                </a:lnTo>
                <a:lnTo>
                  <a:pt x="13311" y="1857"/>
                </a:lnTo>
                <a:lnTo>
                  <a:pt x="12993" y="1613"/>
                </a:lnTo>
                <a:lnTo>
                  <a:pt x="12676" y="1393"/>
                </a:lnTo>
                <a:lnTo>
                  <a:pt x="12358" y="1173"/>
                </a:lnTo>
                <a:lnTo>
                  <a:pt x="12016" y="978"/>
                </a:lnTo>
                <a:lnTo>
                  <a:pt x="11650" y="807"/>
                </a:lnTo>
                <a:lnTo>
                  <a:pt x="11308" y="636"/>
                </a:lnTo>
                <a:lnTo>
                  <a:pt x="10942" y="489"/>
                </a:lnTo>
                <a:lnTo>
                  <a:pt x="10551" y="367"/>
                </a:lnTo>
                <a:lnTo>
                  <a:pt x="10160" y="245"/>
                </a:lnTo>
                <a:lnTo>
                  <a:pt x="9769" y="172"/>
                </a:lnTo>
                <a:lnTo>
                  <a:pt x="9379" y="98"/>
                </a:lnTo>
                <a:lnTo>
                  <a:pt x="8963" y="50"/>
                </a:lnTo>
                <a:lnTo>
                  <a:pt x="854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218" name="Google Shape;910;p47">
            <a:extLst>
              <a:ext uri="{FF2B5EF4-FFF2-40B4-BE49-F238E27FC236}">
                <a16:creationId xmlns:a16="http://schemas.microsoft.com/office/drawing/2014/main" xmlns="" id="{ED1C1806-228D-1939-4083-2E36EA2D8208}"/>
              </a:ext>
            </a:extLst>
          </p:cNvPr>
          <p:cNvSpPr/>
          <p:nvPr/>
        </p:nvSpPr>
        <p:spPr>
          <a:xfrm>
            <a:off x="4916839" y="4373219"/>
            <a:ext cx="201231" cy="175857"/>
          </a:xfrm>
          <a:custGeom>
            <a:avLst/>
            <a:gdLst/>
            <a:ahLst/>
            <a:cxnLst/>
            <a:rect l="l" t="t" r="r" b="b"/>
            <a:pathLst>
              <a:path w="16266" h="14215" extrusionOk="0">
                <a:moveTo>
                  <a:pt x="8597" y="4397"/>
                </a:moveTo>
                <a:lnTo>
                  <a:pt x="8719" y="4421"/>
                </a:lnTo>
                <a:lnTo>
                  <a:pt x="8866" y="4445"/>
                </a:lnTo>
                <a:lnTo>
                  <a:pt x="8988" y="4519"/>
                </a:lnTo>
                <a:lnTo>
                  <a:pt x="9085" y="4616"/>
                </a:lnTo>
                <a:lnTo>
                  <a:pt x="9159" y="4714"/>
                </a:lnTo>
                <a:lnTo>
                  <a:pt x="9208" y="4836"/>
                </a:lnTo>
                <a:lnTo>
                  <a:pt x="9232" y="4958"/>
                </a:lnTo>
                <a:lnTo>
                  <a:pt x="9256" y="5105"/>
                </a:lnTo>
                <a:lnTo>
                  <a:pt x="8963" y="8939"/>
                </a:lnTo>
                <a:lnTo>
                  <a:pt x="8939" y="9086"/>
                </a:lnTo>
                <a:lnTo>
                  <a:pt x="8890" y="9232"/>
                </a:lnTo>
                <a:lnTo>
                  <a:pt x="8817" y="9330"/>
                </a:lnTo>
                <a:lnTo>
                  <a:pt x="8719" y="9452"/>
                </a:lnTo>
                <a:lnTo>
                  <a:pt x="8597" y="9525"/>
                </a:lnTo>
                <a:lnTo>
                  <a:pt x="8475" y="9599"/>
                </a:lnTo>
                <a:lnTo>
                  <a:pt x="8353" y="9648"/>
                </a:lnTo>
                <a:lnTo>
                  <a:pt x="7913" y="9648"/>
                </a:lnTo>
                <a:lnTo>
                  <a:pt x="7791" y="9599"/>
                </a:lnTo>
                <a:lnTo>
                  <a:pt x="7669" y="9525"/>
                </a:lnTo>
                <a:lnTo>
                  <a:pt x="7547" y="9452"/>
                </a:lnTo>
                <a:lnTo>
                  <a:pt x="7449" y="9330"/>
                </a:lnTo>
                <a:lnTo>
                  <a:pt x="7376" y="9232"/>
                </a:lnTo>
                <a:lnTo>
                  <a:pt x="7327" y="9086"/>
                </a:lnTo>
                <a:lnTo>
                  <a:pt x="7303" y="8939"/>
                </a:lnTo>
                <a:lnTo>
                  <a:pt x="7010" y="5105"/>
                </a:lnTo>
                <a:lnTo>
                  <a:pt x="7034" y="4958"/>
                </a:lnTo>
                <a:lnTo>
                  <a:pt x="7058" y="4836"/>
                </a:lnTo>
                <a:lnTo>
                  <a:pt x="7107" y="4714"/>
                </a:lnTo>
                <a:lnTo>
                  <a:pt x="7180" y="4616"/>
                </a:lnTo>
                <a:lnTo>
                  <a:pt x="7278" y="4519"/>
                </a:lnTo>
                <a:lnTo>
                  <a:pt x="7400" y="4445"/>
                </a:lnTo>
                <a:lnTo>
                  <a:pt x="7547" y="4421"/>
                </a:lnTo>
                <a:lnTo>
                  <a:pt x="7669" y="4397"/>
                </a:lnTo>
                <a:close/>
                <a:moveTo>
                  <a:pt x="8133" y="10429"/>
                </a:moveTo>
                <a:lnTo>
                  <a:pt x="8328" y="10454"/>
                </a:lnTo>
                <a:lnTo>
                  <a:pt x="8499" y="10502"/>
                </a:lnTo>
                <a:lnTo>
                  <a:pt x="8670" y="10600"/>
                </a:lnTo>
                <a:lnTo>
                  <a:pt x="8817" y="10722"/>
                </a:lnTo>
                <a:lnTo>
                  <a:pt x="8939" y="10869"/>
                </a:lnTo>
                <a:lnTo>
                  <a:pt x="9037" y="11040"/>
                </a:lnTo>
                <a:lnTo>
                  <a:pt x="9085" y="11211"/>
                </a:lnTo>
                <a:lnTo>
                  <a:pt x="9110" y="11406"/>
                </a:lnTo>
                <a:lnTo>
                  <a:pt x="9085" y="11601"/>
                </a:lnTo>
                <a:lnTo>
                  <a:pt x="9037" y="11797"/>
                </a:lnTo>
                <a:lnTo>
                  <a:pt x="8939" y="11943"/>
                </a:lnTo>
                <a:lnTo>
                  <a:pt x="8817" y="12090"/>
                </a:lnTo>
                <a:lnTo>
                  <a:pt x="8670" y="12212"/>
                </a:lnTo>
                <a:lnTo>
                  <a:pt x="8499" y="12310"/>
                </a:lnTo>
                <a:lnTo>
                  <a:pt x="8328" y="12359"/>
                </a:lnTo>
                <a:lnTo>
                  <a:pt x="8133" y="12383"/>
                </a:lnTo>
                <a:lnTo>
                  <a:pt x="7938" y="12359"/>
                </a:lnTo>
                <a:lnTo>
                  <a:pt x="7742" y="12310"/>
                </a:lnTo>
                <a:lnTo>
                  <a:pt x="7596" y="12212"/>
                </a:lnTo>
                <a:lnTo>
                  <a:pt x="7449" y="12090"/>
                </a:lnTo>
                <a:lnTo>
                  <a:pt x="7327" y="11943"/>
                </a:lnTo>
                <a:lnTo>
                  <a:pt x="7229" y="11797"/>
                </a:lnTo>
                <a:lnTo>
                  <a:pt x="7180" y="11601"/>
                </a:lnTo>
                <a:lnTo>
                  <a:pt x="7156" y="11406"/>
                </a:lnTo>
                <a:lnTo>
                  <a:pt x="7180" y="11211"/>
                </a:lnTo>
                <a:lnTo>
                  <a:pt x="7229" y="11040"/>
                </a:lnTo>
                <a:lnTo>
                  <a:pt x="7327" y="10869"/>
                </a:lnTo>
                <a:lnTo>
                  <a:pt x="7449" y="10722"/>
                </a:lnTo>
                <a:lnTo>
                  <a:pt x="7596" y="10600"/>
                </a:lnTo>
                <a:lnTo>
                  <a:pt x="7742" y="10502"/>
                </a:lnTo>
                <a:lnTo>
                  <a:pt x="7938" y="10454"/>
                </a:lnTo>
                <a:lnTo>
                  <a:pt x="8133" y="10429"/>
                </a:lnTo>
                <a:close/>
                <a:moveTo>
                  <a:pt x="7986" y="0"/>
                </a:moveTo>
                <a:lnTo>
                  <a:pt x="7864" y="25"/>
                </a:lnTo>
                <a:lnTo>
                  <a:pt x="7742" y="74"/>
                </a:lnTo>
                <a:lnTo>
                  <a:pt x="7620" y="123"/>
                </a:lnTo>
                <a:lnTo>
                  <a:pt x="7522" y="196"/>
                </a:lnTo>
                <a:lnTo>
                  <a:pt x="7425" y="294"/>
                </a:lnTo>
                <a:lnTo>
                  <a:pt x="7327" y="391"/>
                </a:lnTo>
                <a:lnTo>
                  <a:pt x="7254" y="489"/>
                </a:lnTo>
                <a:lnTo>
                  <a:pt x="147" y="12700"/>
                </a:lnTo>
                <a:lnTo>
                  <a:pt x="73" y="12823"/>
                </a:lnTo>
                <a:lnTo>
                  <a:pt x="25" y="12945"/>
                </a:lnTo>
                <a:lnTo>
                  <a:pt x="0" y="13067"/>
                </a:lnTo>
                <a:lnTo>
                  <a:pt x="0" y="13213"/>
                </a:lnTo>
                <a:lnTo>
                  <a:pt x="0" y="13335"/>
                </a:lnTo>
                <a:lnTo>
                  <a:pt x="25" y="13458"/>
                </a:lnTo>
                <a:lnTo>
                  <a:pt x="73" y="13604"/>
                </a:lnTo>
                <a:lnTo>
                  <a:pt x="147" y="13726"/>
                </a:lnTo>
                <a:lnTo>
                  <a:pt x="220" y="13824"/>
                </a:lnTo>
                <a:lnTo>
                  <a:pt x="293" y="13922"/>
                </a:lnTo>
                <a:lnTo>
                  <a:pt x="391" y="14019"/>
                </a:lnTo>
                <a:lnTo>
                  <a:pt x="513" y="14093"/>
                </a:lnTo>
                <a:lnTo>
                  <a:pt x="635" y="14141"/>
                </a:lnTo>
                <a:lnTo>
                  <a:pt x="757" y="14190"/>
                </a:lnTo>
                <a:lnTo>
                  <a:pt x="879" y="14215"/>
                </a:lnTo>
                <a:lnTo>
                  <a:pt x="15387" y="14215"/>
                </a:lnTo>
                <a:lnTo>
                  <a:pt x="15509" y="14190"/>
                </a:lnTo>
                <a:lnTo>
                  <a:pt x="15631" y="14141"/>
                </a:lnTo>
                <a:lnTo>
                  <a:pt x="15753" y="14093"/>
                </a:lnTo>
                <a:lnTo>
                  <a:pt x="15875" y="14019"/>
                </a:lnTo>
                <a:lnTo>
                  <a:pt x="15973" y="13922"/>
                </a:lnTo>
                <a:lnTo>
                  <a:pt x="16046" y="13824"/>
                </a:lnTo>
                <a:lnTo>
                  <a:pt x="16119" y="13726"/>
                </a:lnTo>
                <a:lnTo>
                  <a:pt x="16193" y="13604"/>
                </a:lnTo>
                <a:lnTo>
                  <a:pt x="16241" y="13458"/>
                </a:lnTo>
                <a:lnTo>
                  <a:pt x="16266" y="13335"/>
                </a:lnTo>
                <a:lnTo>
                  <a:pt x="16266" y="13213"/>
                </a:lnTo>
                <a:lnTo>
                  <a:pt x="16266" y="13067"/>
                </a:lnTo>
                <a:lnTo>
                  <a:pt x="16241" y="12945"/>
                </a:lnTo>
                <a:lnTo>
                  <a:pt x="16193" y="12823"/>
                </a:lnTo>
                <a:lnTo>
                  <a:pt x="16119" y="12700"/>
                </a:lnTo>
                <a:lnTo>
                  <a:pt x="9012" y="489"/>
                </a:lnTo>
                <a:lnTo>
                  <a:pt x="8939" y="391"/>
                </a:lnTo>
                <a:lnTo>
                  <a:pt x="8841" y="294"/>
                </a:lnTo>
                <a:lnTo>
                  <a:pt x="8744" y="196"/>
                </a:lnTo>
                <a:lnTo>
                  <a:pt x="8646" y="123"/>
                </a:lnTo>
                <a:lnTo>
                  <a:pt x="8524" y="74"/>
                </a:lnTo>
                <a:lnTo>
                  <a:pt x="8402" y="25"/>
                </a:lnTo>
                <a:lnTo>
                  <a:pt x="825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219" name="Google Shape;911;p47">
            <a:extLst>
              <a:ext uri="{FF2B5EF4-FFF2-40B4-BE49-F238E27FC236}">
                <a16:creationId xmlns:a16="http://schemas.microsoft.com/office/drawing/2014/main" xmlns="" id="{0773363D-F444-590E-B437-5CFF9C7F1C9C}"/>
              </a:ext>
            </a:extLst>
          </p:cNvPr>
          <p:cNvSpPr/>
          <p:nvPr/>
        </p:nvSpPr>
        <p:spPr>
          <a:xfrm>
            <a:off x="5583056" y="4359623"/>
            <a:ext cx="203062" cy="203049"/>
          </a:xfrm>
          <a:custGeom>
            <a:avLst/>
            <a:gdLst/>
            <a:ahLst/>
            <a:cxnLst/>
            <a:rect l="l" t="t" r="r" b="b"/>
            <a:pathLst>
              <a:path w="16414" h="16413" extrusionOk="0">
                <a:moveTo>
                  <a:pt x="10088" y="5080"/>
                </a:moveTo>
                <a:lnTo>
                  <a:pt x="10234" y="5105"/>
                </a:lnTo>
                <a:lnTo>
                  <a:pt x="10307" y="5129"/>
                </a:lnTo>
                <a:lnTo>
                  <a:pt x="10356" y="5178"/>
                </a:lnTo>
                <a:lnTo>
                  <a:pt x="11235" y="6057"/>
                </a:lnTo>
                <a:lnTo>
                  <a:pt x="11284" y="6106"/>
                </a:lnTo>
                <a:lnTo>
                  <a:pt x="11309" y="6179"/>
                </a:lnTo>
                <a:lnTo>
                  <a:pt x="11333" y="6326"/>
                </a:lnTo>
                <a:lnTo>
                  <a:pt x="11309" y="6473"/>
                </a:lnTo>
                <a:lnTo>
                  <a:pt x="11284" y="6546"/>
                </a:lnTo>
                <a:lnTo>
                  <a:pt x="11235" y="6595"/>
                </a:lnTo>
                <a:lnTo>
                  <a:pt x="9892" y="7938"/>
                </a:lnTo>
                <a:lnTo>
                  <a:pt x="9843" y="7987"/>
                </a:lnTo>
                <a:lnTo>
                  <a:pt x="9819" y="8060"/>
                </a:lnTo>
                <a:lnTo>
                  <a:pt x="9795" y="8207"/>
                </a:lnTo>
                <a:lnTo>
                  <a:pt x="9819" y="8353"/>
                </a:lnTo>
                <a:lnTo>
                  <a:pt x="9843" y="8426"/>
                </a:lnTo>
                <a:lnTo>
                  <a:pt x="9892" y="8475"/>
                </a:lnTo>
                <a:lnTo>
                  <a:pt x="11235" y="9818"/>
                </a:lnTo>
                <a:lnTo>
                  <a:pt x="11284" y="9867"/>
                </a:lnTo>
                <a:lnTo>
                  <a:pt x="11309" y="9941"/>
                </a:lnTo>
                <a:lnTo>
                  <a:pt x="11333" y="10087"/>
                </a:lnTo>
                <a:lnTo>
                  <a:pt x="11309" y="10234"/>
                </a:lnTo>
                <a:lnTo>
                  <a:pt x="11284" y="10307"/>
                </a:lnTo>
                <a:lnTo>
                  <a:pt x="11235" y="10356"/>
                </a:lnTo>
                <a:lnTo>
                  <a:pt x="10356" y="11235"/>
                </a:lnTo>
                <a:lnTo>
                  <a:pt x="10307" y="11284"/>
                </a:lnTo>
                <a:lnTo>
                  <a:pt x="10234" y="11308"/>
                </a:lnTo>
                <a:lnTo>
                  <a:pt x="10088" y="11333"/>
                </a:lnTo>
                <a:lnTo>
                  <a:pt x="9941" y="11308"/>
                </a:lnTo>
                <a:lnTo>
                  <a:pt x="9868" y="11284"/>
                </a:lnTo>
                <a:lnTo>
                  <a:pt x="9819" y="11235"/>
                </a:lnTo>
                <a:lnTo>
                  <a:pt x="8476" y="9892"/>
                </a:lnTo>
                <a:lnTo>
                  <a:pt x="8427" y="9843"/>
                </a:lnTo>
                <a:lnTo>
                  <a:pt x="8354" y="9818"/>
                </a:lnTo>
                <a:lnTo>
                  <a:pt x="8207" y="9794"/>
                </a:lnTo>
                <a:lnTo>
                  <a:pt x="8061" y="9818"/>
                </a:lnTo>
                <a:lnTo>
                  <a:pt x="7987" y="9843"/>
                </a:lnTo>
                <a:lnTo>
                  <a:pt x="7938" y="9892"/>
                </a:lnTo>
                <a:lnTo>
                  <a:pt x="6595" y="11235"/>
                </a:lnTo>
                <a:lnTo>
                  <a:pt x="6546" y="11284"/>
                </a:lnTo>
                <a:lnTo>
                  <a:pt x="6473" y="11308"/>
                </a:lnTo>
                <a:lnTo>
                  <a:pt x="6326" y="11333"/>
                </a:lnTo>
                <a:lnTo>
                  <a:pt x="6180" y="11308"/>
                </a:lnTo>
                <a:lnTo>
                  <a:pt x="6107" y="11284"/>
                </a:lnTo>
                <a:lnTo>
                  <a:pt x="6058" y="11235"/>
                </a:lnTo>
                <a:lnTo>
                  <a:pt x="5179" y="10356"/>
                </a:lnTo>
                <a:lnTo>
                  <a:pt x="5130" y="10307"/>
                </a:lnTo>
                <a:lnTo>
                  <a:pt x="5105" y="10234"/>
                </a:lnTo>
                <a:lnTo>
                  <a:pt x="5081" y="10087"/>
                </a:lnTo>
                <a:lnTo>
                  <a:pt x="5105" y="9941"/>
                </a:lnTo>
                <a:lnTo>
                  <a:pt x="5130" y="9867"/>
                </a:lnTo>
                <a:lnTo>
                  <a:pt x="5179" y="9818"/>
                </a:lnTo>
                <a:lnTo>
                  <a:pt x="6522" y="8475"/>
                </a:lnTo>
                <a:lnTo>
                  <a:pt x="6571" y="8426"/>
                </a:lnTo>
                <a:lnTo>
                  <a:pt x="6595" y="8353"/>
                </a:lnTo>
                <a:lnTo>
                  <a:pt x="6620" y="8207"/>
                </a:lnTo>
                <a:lnTo>
                  <a:pt x="6595" y="8060"/>
                </a:lnTo>
                <a:lnTo>
                  <a:pt x="6571" y="7987"/>
                </a:lnTo>
                <a:lnTo>
                  <a:pt x="6522" y="7938"/>
                </a:lnTo>
                <a:lnTo>
                  <a:pt x="5179" y="6595"/>
                </a:lnTo>
                <a:lnTo>
                  <a:pt x="5130" y="6546"/>
                </a:lnTo>
                <a:lnTo>
                  <a:pt x="5105" y="6473"/>
                </a:lnTo>
                <a:lnTo>
                  <a:pt x="5081" y="6326"/>
                </a:lnTo>
                <a:lnTo>
                  <a:pt x="5105" y="6179"/>
                </a:lnTo>
                <a:lnTo>
                  <a:pt x="5130" y="6106"/>
                </a:lnTo>
                <a:lnTo>
                  <a:pt x="5179" y="6057"/>
                </a:lnTo>
                <a:lnTo>
                  <a:pt x="6058" y="5178"/>
                </a:lnTo>
                <a:lnTo>
                  <a:pt x="6107" y="5129"/>
                </a:lnTo>
                <a:lnTo>
                  <a:pt x="6180" y="5105"/>
                </a:lnTo>
                <a:lnTo>
                  <a:pt x="6326" y="5080"/>
                </a:lnTo>
                <a:lnTo>
                  <a:pt x="6473" y="5105"/>
                </a:lnTo>
                <a:lnTo>
                  <a:pt x="6546" y="5129"/>
                </a:lnTo>
                <a:lnTo>
                  <a:pt x="6595" y="5178"/>
                </a:lnTo>
                <a:lnTo>
                  <a:pt x="7938" y="6521"/>
                </a:lnTo>
                <a:lnTo>
                  <a:pt x="7987" y="6570"/>
                </a:lnTo>
                <a:lnTo>
                  <a:pt x="8061" y="6595"/>
                </a:lnTo>
                <a:lnTo>
                  <a:pt x="8207" y="6619"/>
                </a:lnTo>
                <a:lnTo>
                  <a:pt x="8354" y="6595"/>
                </a:lnTo>
                <a:lnTo>
                  <a:pt x="8427" y="6570"/>
                </a:lnTo>
                <a:lnTo>
                  <a:pt x="8476" y="6521"/>
                </a:lnTo>
                <a:lnTo>
                  <a:pt x="9819" y="5178"/>
                </a:lnTo>
                <a:lnTo>
                  <a:pt x="9868" y="5129"/>
                </a:lnTo>
                <a:lnTo>
                  <a:pt x="9941" y="5105"/>
                </a:lnTo>
                <a:lnTo>
                  <a:pt x="10088" y="5080"/>
                </a:lnTo>
                <a:close/>
                <a:moveTo>
                  <a:pt x="5130" y="0"/>
                </a:moveTo>
                <a:lnTo>
                  <a:pt x="4934" y="25"/>
                </a:lnTo>
                <a:lnTo>
                  <a:pt x="4739" y="74"/>
                </a:lnTo>
                <a:lnTo>
                  <a:pt x="4568" y="171"/>
                </a:lnTo>
                <a:lnTo>
                  <a:pt x="4397" y="293"/>
                </a:lnTo>
                <a:lnTo>
                  <a:pt x="294" y="4397"/>
                </a:lnTo>
                <a:lnTo>
                  <a:pt x="172" y="4568"/>
                </a:lnTo>
                <a:lnTo>
                  <a:pt x="74" y="4738"/>
                </a:lnTo>
                <a:lnTo>
                  <a:pt x="25" y="4934"/>
                </a:lnTo>
                <a:lnTo>
                  <a:pt x="1" y="5129"/>
                </a:lnTo>
                <a:lnTo>
                  <a:pt x="1" y="11284"/>
                </a:lnTo>
                <a:lnTo>
                  <a:pt x="25" y="11479"/>
                </a:lnTo>
                <a:lnTo>
                  <a:pt x="74" y="11675"/>
                </a:lnTo>
                <a:lnTo>
                  <a:pt x="172" y="11846"/>
                </a:lnTo>
                <a:lnTo>
                  <a:pt x="294" y="12017"/>
                </a:lnTo>
                <a:lnTo>
                  <a:pt x="4397" y="16120"/>
                </a:lnTo>
                <a:lnTo>
                  <a:pt x="4568" y="16242"/>
                </a:lnTo>
                <a:lnTo>
                  <a:pt x="4739" y="16339"/>
                </a:lnTo>
                <a:lnTo>
                  <a:pt x="4934" y="16388"/>
                </a:lnTo>
                <a:lnTo>
                  <a:pt x="5130" y="16413"/>
                </a:lnTo>
                <a:lnTo>
                  <a:pt x="11284" y="16413"/>
                </a:lnTo>
                <a:lnTo>
                  <a:pt x="11480" y="16388"/>
                </a:lnTo>
                <a:lnTo>
                  <a:pt x="11675" y="16339"/>
                </a:lnTo>
                <a:lnTo>
                  <a:pt x="11846" y="16242"/>
                </a:lnTo>
                <a:lnTo>
                  <a:pt x="12017" y="16120"/>
                </a:lnTo>
                <a:lnTo>
                  <a:pt x="16120" y="12017"/>
                </a:lnTo>
                <a:lnTo>
                  <a:pt x="16242" y="11846"/>
                </a:lnTo>
                <a:lnTo>
                  <a:pt x="16340" y="11675"/>
                </a:lnTo>
                <a:lnTo>
                  <a:pt x="16389" y="11479"/>
                </a:lnTo>
                <a:lnTo>
                  <a:pt x="16413" y="11284"/>
                </a:lnTo>
                <a:lnTo>
                  <a:pt x="16413" y="5129"/>
                </a:lnTo>
                <a:lnTo>
                  <a:pt x="16389" y="4934"/>
                </a:lnTo>
                <a:lnTo>
                  <a:pt x="16340" y="4738"/>
                </a:lnTo>
                <a:lnTo>
                  <a:pt x="16242" y="4568"/>
                </a:lnTo>
                <a:lnTo>
                  <a:pt x="16120" y="4397"/>
                </a:lnTo>
                <a:lnTo>
                  <a:pt x="12017" y="293"/>
                </a:lnTo>
                <a:lnTo>
                  <a:pt x="11846" y="171"/>
                </a:lnTo>
                <a:lnTo>
                  <a:pt x="11675" y="74"/>
                </a:lnTo>
                <a:lnTo>
                  <a:pt x="11480" y="25"/>
                </a:lnTo>
                <a:lnTo>
                  <a:pt x="1128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220" name="Google Shape;912;p47">
            <a:extLst>
              <a:ext uri="{FF2B5EF4-FFF2-40B4-BE49-F238E27FC236}">
                <a16:creationId xmlns:a16="http://schemas.microsoft.com/office/drawing/2014/main" xmlns="" id="{CC291EAD-8C07-5F22-C64F-CA87BFB9E305}"/>
              </a:ext>
            </a:extLst>
          </p:cNvPr>
          <p:cNvGrpSpPr/>
          <p:nvPr/>
        </p:nvGrpSpPr>
        <p:grpSpPr>
          <a:xfrm>
            <a:off x="5901812" y="4362619"/>
            <a:ext cx="232654" cy="197012"/>
            <a:chOff x="5275975" y="4344850"/>
            <a:chExt cx="470150" cy="398125"/>
          </a:xfrm>
        </p:grpSpPr>
        <p:sp>
          <p:nvSpPr>
            <p:cNvPr id="221" name="Google Shape;913;p47">
              <a:extLst>
                <a:ext uri="{FF2B5EF4-FFF2-40B4-BE49-F238E27FC236}">
                  <a16:creationId xmlns:a16="http://schemas.microsoft.com/office/drawing/2014/main" xmlns="" id="{DAE2F9C6-D9F4-DCE9-23FA-0D01351DD439}"/>
                </a:ext>
              </a:extLst>
            </p:cNvPr>
            <p:cNvSpPr/>
            <p:nvPr/>
          </p:nvSpPr>
          <p:spPr>
            <a:xfrm>
              <a:off x="5661250" y="4690450"/>
              <a:ext cx="65950" cy="52525"/>
            </a:xfrm>
            <a:custGeom>
              <a:avLst/>
              <a:gdLst/>
              <a:ahLst/>
              <a:cxnLst/>
              <a:rect l="l" t="t" r="r" b="b"/>
              <a:pathLst>
                <a:path w="2638" h="2101" extrusionOk="0">
                  <a:moveTo>
                    <a:pt x="0" y="0"/>
                  </a:moveTo>
                  <a:lnTo>
                    <a:pt x="0" y="782"/>
                  </a:lnTo>
                  <a:lnTo>
                    <a:pt x="25" y="1050"/>
                  </a:lnTo>
                  <a:lnTo>
                    <a:pt x="122" y="1295"/>
                  </a:lnTo>
                  <a:lnTo>
                    <a:pt x="244" y="1514"/>
                  </a:lnTo>
                  <a:lnTo>
                    <a:pt x="391" y="1710"/>
                  </a:lnTo>
                  <a:lnTo>
                    <a:pt x="586" y="1856"/>
                  </a:lnTo>
                  <a:lnTo>
                    <a:pt x="806" y="1978"/>
                  </a:lnTo>
                  <a:lnTo>
                    <a:pt x="1050" y="2076"/>
                  </a:lnTo>
                  <a:lnTo>
                    <a:pt x="1319" y="2100"/>
                  </a:lnTo>
                  <a:lnTo>
                    <a:pt x="1588" y="2076"/>
                  </a:lnTo>
                  <a:lnTo>
                    <a:pt x="1832" y="1978"/>
                  </a:lnTo>
                  <a:lnTo>
                    <a:pt x="2052" y="1856"/>
                  </a:lnTo>
                  <a:lnTo>
                    <a:pt x="2247" y="1710"/>
                  </a:lnTo>
                  <a:lnTo>
                    <a:pt x="2418" y="1514"/>
                  </a:lnTo>
                  <a:lnTo>
                    <a:pt x="2540" y="1295"/>
                  </a:lnTo>
                  <a:lnTo>
                    <a:pt x="2613" y="1050"/>
                  </a:lnTo>
                  <a:lnTo>
                    <a:pt x="2638" y="782"/>
                  </a:lnTo>
                  <a:lnTo>
                    <a:pt x="263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2" name="Google Shape;914;p47">
              <a:extLst>
                <a:ext uri="{FF2B5EF4-FFF2-40B4-BE49-F238E27FC236}">
                  <a16:creationId xmlns:a16="http://schemas.microsoft.com/office/drawing/2014/main" xmlns="" id="{3E54F9D9-50ED-5E6A-E567-EED6583AAFB9}"/>
                </a:ext>
              </a:extLst>
            </p:cNvPr>
            <p:cNvSpPr/>
            <p:nvPr/>
          </p:nvSpPr>
          <p:spPr>
            <a:xfrm>
              <a:off x="5294900" y="4690450"/>
              <a:ext cx="65950" cy="52525"/>
            </a:xfrm>
            <a:custGeom>
              <a:avLst/>
              <a:gdLst/>
              <a:ahLst/>
              <a:cxnLst/>
              <a:rect l="l" t="t" r="r" b="b"/>
              <a:pathLst>
                <a:path w="2638" h="2101" extrusionOk="0">
                  <a:moveTo>
                    <a:pt x="0" y="0"/>
                  </a:moveTo>
                  <a:lnTo>
                    <a:pt x="0" y="782"/>
                  </a:lnTo>
                  <a:lnTo>
                    <a:pt x="25" y="1050"/>
                  </a:lnTo>
                  <a:lnTo>
                    <a:pt x="98" y="1295"/>
                  </a:lnTo>
                  <a:lnTo>
                    <a:pt x="220" y="1514"/>
                  </a:lnTo>
                  <a:lnTo>
                    <a:pt x="391" y="1710"/>
                  </a:lnTo>
                  <a:lnTo>
                    <a:pt x="586" y="1856"/>
                  </a:lnTo>
                  <a:lnTo>
                    <a:pt x="806" y="1978"/>
                  </a:lnTo>
                  <a:lnTo>
                    <a:pt x="1050" y="2076"/>
                  </a:lnTo>
                  <a:lnTo>
                    <a:pt x="1319" y="2100"/>
                  </a:lnTo>
                  <a:lnTo>
                    <a:pt x="1588" y="2076"/>
                  </a:lnTo>
                  <a:lnTo>
                    <a:pt x="1832" y="1978"/>
                  </a:lnTo>
                  <a:lnTo>
                    <a:pt x="2052" y="1856"/>
                  </a:lnTo>
                  <a:lnTo>
                    <a:pt x="2247" y="1710"/>
                  </a:lnTo>
                  <a:lnTo>
                    <a:pt x="2394" y="1514"/>
                  </a:lnTo>
                  <a:lnTo>
                    <a:pt x="2516" y="1295"/>
                  </a:lnTo>
                  <a:lnTo>
                    <a:pt x="2614" y="1050"/>
                  </a:lnTo>
                  <a:lnTo>
                    <a:pt x="2638" y="782"/>
                  </a:lnTo>
                  <a:lnTo>
                    <a:pt x="263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3" name="Google Shape;915;p47">
              <a:extLst>
                <a:ext uri="{FF2B5EF4-FFF2-40B4-BE49-F238E27FC236}">
                  <a16:creationId xmlns:a16="http://schemas.microsoft.com/office/drawing/2014/main" xmlns="" id="{1B874D75-FDE3-57F2-7029-F0660CAEEAC3}"/>
                </a:ext>
              </a:extLst>
            </p:cNvPr>
            <p:cNvSpPr/>
            <p:nvPr/>
          </p:nvSpPr>
          <p:spPr>
            <a:xfrm>
              <a:off x="5275975" y="4344850"/>
              <a:ext cx="470150" cy="334025"/>
            </a:xfrm>
            <a:custGeom>
              <a:avLst/>
              <a:gdLst/>
              <a:ahLst/>
              <a:cxnLst/>
              <a:rect l="l" t="t" r="r" b="b"/>
              <a:pathLst>
                <a:path w="18806" h="13361" extrusionOk="0">
                  <a:moveTo>
                    <a:pt x="10062" y="1344"/>
                  </a:moveTo>
                  <a:lnTo>
                    <a:pt x="10673" y="1368"/>
                  </a:lnTo>
                  <a:lnTo>
                    <a:pt x="11699" y="1442"/>
                  </a:lnTo>
                  <a:lnTo>
                    <a:pt x="12529" y="1564"/>
                  </a:lnTo>
                  <a:lnTo>
                    <a:pt x="13164" y="1686"/>
                  </a:lnTo>
                  <a:lnTo>
                    <a:pt x="13628" y="1808"/>
                  </a:lnTo>
                  <a:lnTo>
                    <a:pt x="13946" y="1906"/>
                  </a:lnTo>
                  <a:lnTo>
                    <a:pt x="14166" y="2003"/>
                  </a:lnTo>
                  <a:lnTo>
                    <a:pt x="14214" y="2052"/>
                  </a:lnTo>
                  <a:lnTo>
                    <a:pt x="14288" y="2174"/>
                  </a:lnTo>
                  <a:lnTo>
                    <a:pt x="14459" y="2638"/>
                  </a:lnTo>
                  <a:lnTo>
                    <a:pt x="14678" y="3273"/>
                  </a:lnTo>
                  <a:lnTo>
                    <a:pt x="14898" y="4006"/>
                  </a:lnTo>
                  <a:lnTo>
                    <a:pt x="15313" y="5374"/>
                  </a:lnTo>
                  <a:lnTo>
                    <a:pt x="15484" y="5984"/>
                  </a:lnTo>
                  <a:lnTo>
                    <a:pt x="15460" y="6033"/>
                  </a:lnTo>
                  <a:lnTo>
                    <a:pt x="15411" y="6106"/>
                  </a:lnTo>
                  <a:lnTo>
                    <a:pt x="15313" y="6180"/>
                  </a:lnTo>
                  <a:lnTo>
                    <a:pt x="15167" y="6277"/>
                  </a:lnTo>
                  <a:lnTo>
                    <a:pt x="14972" y="6399"/>
                  </a:lnTo>
                  <a:lnTo>
                    <a:pt x="14727" y="6522"/>
                  </a:lnTo>
                  <a:lnTo>
                    <a:pt x="14410" y="6619"/>
                  </a:lnTo>
                  <a:lnTo>
                    <a:pt x="14068" y="6741"/>
                  </a:lnTo>
                  <a:lnTo>
                    <a:pt x="13677" y="6864"/>
                  </a:lnTo>
                  <a:lnTo>
                    <a:pt x="13213" y="6986"/>
                  </a:lnTo>
                  <a:lnTo>
                    <a:pt x="12725" y="7083"/>
                  </a:lnTo>
                  <a:lnTo>
                    <a:pt x="12163" y="7181"/>
                  </a:lnTo>
                  <a:lnTo>
                    <a:pt x="11552" y="7254"/>
                  </a:lnTo>
                  <a:lnTo>
                    <a:pt x="10893" y="7303"/>
                  </a:lnTo>
                  <a:lnTo>
                    <a:pt x="10185" y="7352"/>
                  </a:lnTo>
                  <a:lnTo>
                    <a:pt x="8622" y="7352"/>
                  </a:lnTo>
                  <a:lnTo>
                    <a:pt x="7913" y="7303"/>
                  </a:lnTo>
                  <a:lnTo>
                    <a:pt x="7254" y="7254"/>
                  </a:lnTo>
                  <a:lnTo>
                    <a:pt x="6643" y="7181"/>
                  </a:lnTo>
                  <a:lnTo>
                    <a:pt x="6082" y="7083"/>
                  </a:lnTo>
                  <a:lnTo>
                    <a:pt x="5593" y="6986"/>
                  </a:lnTo>
                  <a:lnTo>
                    <a:pt x="5129" y="6864"/>
                  </a:lnTo>
                  <a:lnTo>
                    <a:pt x="4738" y="6741"/>
                  </a:lnTo>
                  <a:lnTo>
                    <a:pt x="4396" y="6619"/>
                  </a:lnTo>
                  <a:lnTo>
                    <a:pt x="4079" y="6522"/>
                  </a:lnTo>
                  <a:lnTo>
                    <a:pt x="3835" y="6399"/>
                  </a:lnTo>
                  <a:lnTo>
                    <a:pt x="3639" y="6277"/>
                  </a:lnTo>
                  <a:lnTo>
                    <a:pt x="3493" y="6180"/>
                  </a:lnTo>
                  <a:lnTo>
                    <a:pt x="3395" y="6106"/>
                  </a:lnTo>
                  <a:lnTo>
                    <a:pt x="3346" y="6033"/>
                  </a:lnTo>
                  <a:lnTo>
                    <a:pt x="3322" y="5984"/>
                  </a:lnTo>
                  <a:lnTo>
                    <a:pt x="3493" y="5374"/>
                  </a:lnTo>
                  <a:lnTo>
                    <a:pt x="3908" y="4006"/>
                  </a:lnTo>
                  <a:lnTo>
                    <a:pt x="4128" y="3273"/>
                  </a:lnTo>
                  <a:lnTo>
                    <a:pt x="4347" y="2638"/>
                  </a:lnTo>
                  <a:lnTo>
                    <a:pt x="4518" y="2174"/>
                  </a:lnTo>
                  <a:lnTo>
                    <a:pt x="4592" y="2052"/>
                  </a:lnTo>
                  <a:lnTo>
                    <a:pt x="4641" y="2003"/>
                  </a:lnTo>
                  <a:lnTo>
                    <a:pt x="4860" y="1906"/>
                  </a:lnTo>
                  <a:lnTo>
                    <a:pt x="5178" y="1808"/>
                  </a:lnTo>
                  <a:lnTo>
                    <a:pt x="5642" y="1686"/>
                  </a:lnTo>
                  <a:lnTo>
                    <a:pt x="6277" y="1564"/>
                  </a:lnTo>
                  <a:lnTo>
                    <a:pt x="7107" y="1442"/>
                  </a:lnTo>
                  <a:lnTo>
                    <a:pt x="8133" y="1368"/>
                  </a:lnTo>
                  <a:lnTo>
                    <a:pt x="8744" y="1344"/>
                  </a:lnTo>
                  <a:close/>
                  <a:moveTo>
                    <a:pt x="11919" y="9916"/>
                  </a:moveTo>
                  <a:lnTo>
                    <a:pt x="12016" y="9941"/>
                  </a:lnTo>
                  <a:lnTo>
                    <a:pt x="12090" y="9990"/>
                  </a:lnTo>
                  <a:lnTo>
                    <a:pt x="12138" y="10063"/>
                  </a:lnTo>
                  <a:lnTo>
                    <a:pt x="12163" y="10161"/>
                  </a:lnTo>
                  <a:lnTo>
                    <a:pt x="12138" y="10258"/>
                  </a:lnTo>
                  <a:lnTo>
                    <a:pt x="12090" y="10332"/>
                  </a:lnTo>
                  <a:lnTo>
                    <a:pt x="12016" y="10380"/>
                  </a:lnTo>
                  <a:lnTo>
                    <a:pt x="11919" y="10405"/>
                  </a:lnTo>
                  <a:lnTo>
                    <a:pt x="6887" y="10405"/>
                  </a:lnTo>
                  <a:lnTo>
                    <a:pt x="6790" y="10380"/>
                  </a:lnTo>
                  <a:lnTo>
                    <a:pt x="6717" y="10332"/>
                  </a:lnTo>
                  <a:lnTo>
                    <a:pt x="6668" y="10258"/>
                  </a:lnTo>
                  <a:lnTo>
                    <a:pt x="6643" y="10161"/>
                  </a:lnTo>
                  <a:lnTo>
                    <a:pt x="6668" y="10063"/>
                  </a:lnTo>
                  <a:lnTo>
                    <a:pt x="6717" y="9990"/>
                  </a:lnTo>
                  <a:lnTo>
                    <a:pt x="6790" y="9941"/>
                  </a:lnTo>
                  <a:lnTo>
                    <a:pt x="6887" y="9916"/>
                  </a:lnTo>
                  <a:close/>
                  <a:moveTo>
                    <a:pt x="11626" y="10991"/>
                  </a:moveTo>
                  <a:lnTo>
                    <a:pt x="11723" y="11015"/>
                  </a:lnTo>
                  <a:lnTo>
                    <a:pt x="11797" y="11064"/>
                  </a:lnTo>
                  <a:lnTo>
                    <a:pt x="11845" y="11138"/>
                  </a:lnTo>
                  <a:lnTo>
                    <a:pt x="11870" y="11235"/>
                  </a:lnTo>
                  <a:lnTo>
                    <a:pt x="11845" y="11333"/>
                  </a:lnTo>
                  <a:lnTo>
                    <a:pt x="11797" y="11406"/>
                  </a:lnTo>
                  <a:lnTo>
                    <a:pt x="11723" y="11455"/>
                  </a:lnTo>
                  <a:lnTo>
                    <a:pt x="11626" y="11479"/>
                  </a:lnTo>
                  <a:lnTo>
                    <a:pt x="7181" y="11479"/>
                  </a:lnTo>
                  <a:lnTo>
                    <a:pt x="7083" y="11455"/>
                  </a:lnTo>
                  <a:lnTo>
                    <a:pt x="7010" y="11406"/>
                  </a:lnTo>
                  <a:lnTo>
                    <a:pt x="6961" y="11333"/>
                  </a:lnTo>
                  <a:lnTo>
                    <a:pt x="6936" y="11235"/>
                  </a:lnTo>
                  <a:lnTo>
                    <a:pt x="6961" y="11138"/>
                  </a:lnTo>
                  <a:lnTo>
                    <a:pt x="7010" y="11064"/>
                  </a:lnTo>
                  <a:lnTo>
                    <a:pt x="7083" y="11015"/>
                  </a:lnTo>
                  <a:lnTo>
                    <a:pt x="7181" y="10991"/>
                  </a:lnTo>
                  <a:close/>
                  <a:moveTo>
                    <a:pt x="4152" y="9110"/>
                  </a:moveTo>
                  <a:lnTo>
                    <a:pt x="4299" y="9159"/>
                  </a:lnTo>
                  <a:lnTo>
                    <a:pt x="4470" y="9208"/>
                  </a:lnTo>
                  <a:lnTo>
                    <a:pt x="4616" y="9281"/>
                  </a:lnTo>
                  <a:lnTo>
                    <a:pt x="4763" y="9379"/>
                  </a:lnTo>
                  <a:lnTo>
                    <a:pt x="4885" y="9501"/>
                  </a:lnTo>
                  <a:lnTo>
                    <a:pt x="5129" y="9745"/>
                  </a:lnTo>
                  <a:lnTo>
                    <a:pt x="5324" y="10039"/>
                  </a:lnTo>
                  <a:lnTo>
                    <a:pt x="5471" y="10332"/>
                  </a:lnTo>
                  <a:lnTo>
                    <a:pt x="5569" y="10649"/>
                  </a:lnTo>
                  <a:lnTo>
                    <a:pt x="5593" y="10796"/>
                  </a:lnTo>
                  <a:lnTo>
                    <a:pt x="5593" y="10918"/>
                  </a:lnTo>
                  <a:lnTo>
                    <a:pt x="5593" y="11064"/>
                  </a:lnTo>
                  <a:lnTo>
                    <a:pt x="5569" y="11162"/>
                  </a:lnTo>
                  <a:lnTo>
                    <a:pt x="5520" y="11260"/>
                  </a:lnTo>
                  <a:lnTo>
                    <a:pt x="5471" y="11357"/>
                  </a:lnTo>
                  <a:lnTo>
                    <a:pt x="5398" y="11431"/>
                  </a:lnTo>
                  <a:lnTo>
                    <a:pt x="5324" y="11504"/>
                  </a:lnTo>
                  <a:lnTo>
                    <a:pt x="5129" y="11602"/>
                  </a:lnTo>
                  <a:lnTo>
                    <a:pt x="4885" y="11675"/>
                  </a:lnTo>
                  <a:lnTo>
                    <a:pt x="4616" y="11699"/>
                  </a:lnTo>
                  <a:lnTo>
                    <a:pt x="4299" y="11724"/>
                  </a:lnTo>
                  <a:lnTo>
                    <a:pt x="3981" y="11724"/>
                  </a:lnTo>
                  <a:lnTo>
                    <a:pt x="3639" y="11699"/>
                  </a:lnTo>
                  <a:lnTo>
                    <a:pt x="3346" y="11626"/>
                  </a:lnTo>
                  <a:lnTo>
                    <a:pt x="3077" y="11504"/>
                  </a:lnTo>
                  <a:lnTo>
                    <a:pt x="2833" y="11333"/>
                  </a:lnTo>
                  <a:lnTo>
                    <a:pt x="2638" y="11162"/>
                  </a:lnTo>
                  <a:lnTo>
                    <a:pt x="2467" y="10918"/>
                  </a:lnTo>
                  <a:lnTo>
                    <a:pt x="2418" y="10820"/>
                  </a:lnTo>
                  <a:lnTo>
                    <a:pt x="2394" y="10674"/>
                  </a:lnTo>
                  <a:lnTo>
                    <a:pt x="2369" y="10551"/>
                  </a:lnTo>
                  <a:lnTo>
                    <a:pt x="2345" y="10429"/>
                  </a:lnTo>
                  <a:lnTo>
                    <a:pt x="2369" y="10283"/>
                  </a:lnTo>
                  <a:lnTo>
                    <a:pt x="2394" y="10161"/>
                  </a:lnTo>
                  <a:lnTo>
                    <a:pt x="2418" y="10039"/>
                  </a:lnTo>
                  <a:lnTo>
                    <a:pt x="2467" y="9916"/>
                  </a:lnTo>
                  <a:lnTo>
                    <a:pt x="2638" y="9697"/>
                  </a:lnTo>
                  <a:lnTo>
                    <a:pt x="2833" y="9501"/>
                  </a:lnTo>
                  <a:lnTo>
                    <a:pt x="3077" y="9330"/>
                  </a:lnTo>
                  <a:lnTo>
                    <a:pt x="3346" y="9208"/>
                  </a:lnTo>
                  <a:lnTo>
                    <a:pt x="3639" y="9135"/>
                  </a:lnTo>
                  <a:lnTo>
                    <a:pt x="3981" y="9110"/>
                  </a:lnTo>
                  <a:close/>
                  <a:moveTo>
                    <a:pt x="14825" y="9110"/>
                  </a:moveTo>
                  <a:lnTo>
                    <a:pt x="15167" y="9135"/>
                  </a:lnTo>
                  <a:lnTo>
                    <a:pt x="15460" y="9208"/>
                  </a:lnTo>
                  <a:lnTo>
                    <a:pt x="15729" y="9330"/>
                  </a:lnTo>
                  <a:lnTo>
                    <a:pt x="15973" y="9501"/>
                  </a:lnTo>
                  <a:lnTo>
                    <a:pt x="16168" y="9697"/>
                  </a:lnTo>
                  <a:lnTo>
                    <a:pt x="16339" y="9916"/>
                  </a:lnTo>
                  <a:lnTo>
                    <a:pt x="16388" y="10039"/>
                  </a:lnTo>
                  <a:lnTo>
                    <a:pt x="16412" y="10161"/>
                  </a:lnTo>
                  <a:lnTo>
                    <a:pt x="16437" y="10283"/>
                  </a:lnTo>
                  <a:lnTo>
                    <a:pt x="16461" y="10429"/>
                  </a:lnTo>
                  <a:lnTo>
                    <a:pt x="16437" y="10551"/>
                  </a:lnTo>
                  <a:lnTo>
                    <a:pt x="16412" y="10674"/>
                  </a:lnTo>
                  <a:lnTo>
                    <a:pt x="16388" y="10820"/>
                  </a:lnTo>
                  <a:lnTo>
                    <a:pt x="16339" y="10918"/>
                  </a:lnTo>
                  <a:lnTo>
                    <a:pt x="16168" y="11162"/>
                  </a:lnTo>
                  <a:lnTo>
                    <a:pt x="15973" y="11333"/>
                  </a:lnTo>
                  <a:lnTo>
                    <a:pt x="15729" y="11504"/>
                  </a:lnTo>
                  <a:lnTo>
                    <a:pt x="15460" y="11626"/>
                  </a:lnTo>
                  <a:lnTo>
                    <a:pt x="15167" y="11699"/>
                  </a:lnTo>
                  <a:lnTo>
                    <a:pt x="14825" y="11724"/>
                  </a:lnTo>
                  <a:lnTo>
                    <a:pt x="14507" y="11724"/>
                  </a:lnTo>
                  <a:lnTo>
                    <a:pt x="14190" y="11699"/>
                  </a:lnTo>
                  <a:lnTo>
                    <a:pt x="13921" y="11675"/>
                  </a:lnTo>
                  <a:lnTo>
                    <a:pt x="13677" y="11602"/>
                  </a:lnTo>
                  <a:lnTo>
                    <a:pt x="13482" y="11504"/>
                  </a:lnTo>
                  <a:lnTo>
                    <a:pt x="13408" y="11431"/>
                  </a:lnTo>
                  <a:lnTo>
                    <a:pt x="13335" y="11357"/>
                  </a:lnTo>
                  <a:lnTo>
                    <a:pt x="13286" y="11260"/>
                  </a:lnTo>
                  <a:lnTo>
                    <a:pt x="13237" y="11162"/>
                  </a:lnTo>
                  <a:lnTo>
                    <a:pt x="13213" y="11064"/>
                  </a:lnTo>
                  <a:lnTo>
                    <a:pt x="13213" y="10918"/>
                  </a:lnTo>
                  <a:lnTo>
                    <a:pt x="13213" y="10796"/>
                  </a:lnTo>
                  <a:lnTo>
                    <a:pt x="13237" y="10649"/>
                  </a:lnTo>
                  <a:lnTo>
                    <a:pt x="13335" y="10332"/>
                  </a:lnTo>
                  <a:lnTo>
                    <a:pt x="13482" y="10039"/>
                  </a:lnTo>
                  <a:lnTo>
                    <a:pt x="13677" y="9745"/>
                  </a:lnTo>
                  <a:lnTo>
                    <a:pt x="13921" y="9501"/>
                  </a:lnTo>
                  <a:lnTo>
                    <a:pt x="14043" y="9379"/>
                  </a:lnTo>
                  <a:lnTo>
                    <a:pt x="14190" y="9281"/>
                  </a:lnTo>
                  <a:lnTo>
                    <a:pt x="14337" y="9208"/>
                  </a:lnTo>
                  <a:lnTo>
                    <a:pt x="14507" y="9159"/>
                  </a:lnTo>
                  <a:lnTo>
                    <a:pt x="14654" y="9110"/>
                  </a:lnTo>
                  <a:close/>
                  <a:moveTo>
                    <a:pt x="9403" y="1"/>
                  </a:moveTo>
                  <a:lnTo>
                    <a:pt x="8280" y="25"/>
                  </a:lnTo>
                  <a:lnTo>
                    <a:pt x="7303" y="74"/>
                  </a:lnTo>
                  <a:lnTo>
                    <a:pt x="6497" y="147"/>
                  </a:lnTo>
                  <a:lnTo>
                    <a:pt x="5837" y="220"/>
                  </a:lnTo>
                  <a:lnTo>
                    <a:pt x="5324" y="318"/>
                  </a:lnTo>
                  <a:lnTo>
                    <a:pt x="4958" y="391"/>
                  </a:lnTo>
                  <a:lnTo>
                    <a:pt x="4665" y="440"/>
                  </a:lnTo>
                  <a:lnTo>
                    <a:pt x="4421" y="538"/>
                  </a:lnTo>
                  <a:lnTo>
                    <a:pt x="4201" y="660"/>
                  </a:lnTo>
                  <a:lnTo>
                    <a:pt x="3981" y="807"/>
                  </a:lnTo>
                  <a:lnTo>
                    <a:pt x="3761" y="978"/>
                  </a:lnTo>
                  <a:lnTo>
                    <a:pt x="3590" y="1173"/>
                  </a:lnTo>
                  <a:lnTo>
                    <a:pt x="3419" y="1368"/>
                  </a:lnTo>
                  <a:lnTo>
                    <a:pt x="3273" y="1588"/>
                  </a:lnTo>
                  <a:lnTo>
                    <a:pt x="3175" y="1808"/>
                  </a:lnTo>
                  <a:lnTo>
                    <a:pt x="2272" y="4153"/>
                  </a:lnTo>
                  <a:lnTo>
                    <a:pt x="928" y="4153"/>
                  </a:lnTo>
                  <a:lnTo>
                    <a:pt x="831" y="4177"/>
                  </a:lnTo>
                  <a:lnTo>
                    <a:pt x="733" y="4226"/>
                  </a:lnTo>
                  <a:lnTo>
                    <a:pt x="635" y="4299"/>
                  </a:lnTo>
                  <a:lnTo>
                    <a:pt x="464" y="4446"/>
                  </a:lnTo>
                  <a:lnTo>
                    <a:pt x="293" y="4641"/>
                  </a:lnTo>
                  <a:lnTo>
                    <a:pt x="171" y="4861"/>
                  </a:lnTo>
                  <a:lnTo>
                    <a:pt x="73" y="5105"/>
                  </a:lnTo>
                  <a:lnTo>
                    <a:pt x="25" y="5349"/>
                  </a:lnTo>
                  <a:lnTo>
                    <a:pt x="0" y="5569"/>
                  </a:lnTo>
                  <a:lnTo>
                    <a:pt x="25" y="5764"/>
                  </a:lnTo>
                  <a:lnTo>
                    <a:pt x="73" y="5911"/>
                  </a:lnTo>
                  <a:lnTo>
                    <a:pt x="171" y="6033"/>
                  </a:lnTo>
                  <a:lnTo>
                    <a:pt x="293" y="6106"/>
                  </a:lnTo>
                  <a:lnTo>
                    <a:pt x="464" y="6155"/>
                  </a:lnTo>
                  <a:lnTo>
                    <a:pt x="635" y="6204"/>
                  </a:lnTo>
                  <a:lnTo>
                    <a:pt x="1466" y="6204"/>
                  </a:lnTo>
                  <a:lnTo>
                    <a:pt x="1148" y="7034"/>
                  </a:lnTo>
                  <a:lnTo>
                    <a:pt x="1002" y="7547"/>
                  </a:lnTo>
                  <a:lnTo>
                    <a:pt x="879" y="8109"/>
                  </a:lnTo>
                  <a:lnTo>
                    <a:pt x="782" y="8695"/>
                  </a:lnTo>
                  <a:lnTo>
                    <a:pt x="757" y="9233"/>
                  </a:lnTo>
                  <a:lnTo>
                    <a:pt x="757" y="13360"/>
                  </a:lnTo>
                  <a:lnTo>
                    <a:pt x="18049" y="13360"/>
                  </a:lnTo>
                  <a:lnTo>
                    <a:pt x="18049" y="9233"/>
                  </a:lnTo>
                  <a:lnTo>
                    <a:pt x="18024" y="8695"/>
                  </a:lnTo>
                  <a:lnTo>
                    <a:pt x="17927" y="8109"/>
                  </a:lnTo>
                  <a:lnTo>
                    <a:pt x="17805" y="7547"/>
                  </a:lnTo>
                  <a:lnTo>
                    <a:pt x="17658" y="7034"/>
                  </a:lnTo>
                  <a:lnTo>
                    <a:pt x="17341" y="6204"/>
                  </a:lnTo>
                  <a:lnTo>
                    <a:pt x="18171" y="6204"/>
                  </a:lnTo>
                  <a:lnTo>
                    <a:pt x="18342" y="6155"/>
                  </a:lnTo>
                  <a:lnTo>
                    <a:pt x="18513" y="6106"/>
                  </a:lnTo>
                  <a:lnTo>
                    <a:pt x="18635" y="6033"/>
                  </a:lnTo>
                  <a:lnTo>
                    <a:pt x="18733" y="5911"/>
                  </a:lnTo>
                  <a:lnTo>
                    <a:pt x="18782" y="5764"/>
                  </a:lnTo>
                  <a:lnTo>
                    <a:pt x="18806" y="5569"/>
                  </a:lnTo>
                  <a:lnTo>
                    <a:pt x="18782" y="5349"/>
                  </a:lnTo>
                  <a:lnTo>
                    <a:pt x="18733" y="5105"/>
                  </a:lnTo>
                  <a:lnTo>
                    <a:pt x="18635" y="4861"/>
                  </a:lnTo>
                  <a:lnTo>
                    <a:pt x="18513" y="4641"/>
                  </a:lnTo>
                  <a:lnTo>
                    <a:pt x="18342" y="4446"/>
                  </a:lnTo>
                  <a:lnTo>
                    <a:pt x="18171" y="4299"/>
                  </a:lnTo>
                  <a:lnTo>
                    <a:pt x="18073" y="4226"/>
                  </a:lnTo>
                  <a:lnTo>
                    <a:pt x="17976" y="4177"/>
                  </a:lnTo>
                  <a:lnTo>
                    <a:pt x="17878" y="4153"/>
                  </a:lnTo>
                  <a:lnTo>
                    <a:pt x="16535" y="4153"/>
                  </a:lnTo>
                  <a:lnTo>
                    <a:pt x="15631" y="1808"/>
                  </a:lnTo>
                  <a:lnTo>
                    <a:pt x="15533" y="1588"/>
                  </a:lnTo>
                  <a:lnTo>
                    <a:pt x="15387" y="1368"/>
                  </a:lnTo>
                  <a:lnTo>
                    <a:pt x="15216" y="1173"/>
                  </a:lnTo>
                  <a:lnTo>
                    <a:pt x="15045" y="978"/>
                  </a:lnTo>
                  <a:lnTo>
                    <a:pt x="14825" y="807"/>
                  </a:lnTo>
                  <a:lnTo>
                    <a:pt x="14605" y="660"/>
                  </a:lnTo>
                  <a:lnTo>
                    <a:pt x="14385" y="538"/>
                  </a:lnTo>
                  <a:lnTo>
                    <a:pt x="14141" y="440"/>
                  </a:lnTo>
                  <a:lnTo>
                    <a:pt x="13848" y="391"/>
                  </a:lnTo>
                  <a:lnTo>
                    <a:pt x="13482" y="318"/>
                  </a:lnTo>
                  <a:lnTo>
                    <a:pt x="12969" y="220"/>
                  </a:lnTo>
                  <a:lnTo>
                    <a:pt x="12309" y="147"/>
                  </a:lnTo>
                  <a:lnTo>
                    <a:pt x="11503" y="74"/>
                  </a:lnTo>
                  <a:lnTo>
                    <a:pt x="10527" y="25"/>
                  </a:lnTo>
                  <a:lnTo>
                    <a:pt x="94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224" name="Google Shape;916;p47">
            <a:extLst>
              <a:ext uri="{FF2B5EF4-FFF2-40B4-BE49-F238E27FC236}">
                <a16:creationId xmlns:a16="http://schemas.microsoft.com/office/drawing/2014/main" xmlns="" id="{6DBB9FCF-3344-8CE0-AE16-1F1DC94B3667}"/>
              </a:ext>
            </a:extLst>
          </p:cNvPr>
          <p:cNvSpPr/>
          <p:nvPr/>
        </p:nvSpPr>
        <p:spPr>
          <a:xfrm>
            <a:off x="6247177" y="4356605"/>
            <a:ext cx="209099" cy="209087"/>
          </a:xfrm>
          <a:custGeom>
            <a:avLst/>
            <a:gdLst/>
            <a:ahLst/>
            <a:cxnLst/>
            <a:rect l="l" t="t" r="r" b="b"/>
            <a:pathLst>
              <a:path w="16902" h="16901" extrusionOk="0">
                <a:moveTo>
                  <a:pt x="14386" y="757"/>
                </a:moveTo>
                <a:lnTo>
                  <a:pt x="14557" y="782"/>
                </a:lnTo>
                <a:lnTo>
                  <a:pt x="14728" y="806"/>
                </a:lnTo>
                <a:lnTo>
                  <a:pt x="14899" y="831"/>
                </a:lnTo>
                <a:lnTo>
                  <a:pt x="15070" y="904"/>
                </a:lnTo>
                <a:lnTo>
                  <a:pt x="15216" y="977"/>
                </a:lnTo>
                <a:lnTo>
                  <a:pt x="15363" y="1050"/>
                </a:lnTo>
                <a:lnTo>
                  <a:pt x="15509" y="1148"/>
                </a:lnTo>
                <a:lnTo>
                  <a:pt x="15631" y="1270"/>
                </a:lnTo>
                <a:lnTo>
                  <a:pt x="15729" y="1392"/>
                </a:lnTo>
                <a:lnTo>
                  <a:pt x="15827" y="1539"/>
                </a:lnTo>
                <a:lnTo>
                  <a:pt x="15925" y="1661"/>
                </a:lnTo>
                <a:lnTo>
                  <a:pt x="15998" y="1807"/>
                </a:lnTo>
                <a:lnTo>
                  <a:pt x="16047" y="1978"/>
                </a:lnTo>
                <a:lnTo>
                  <a:pt x="16095" y="2125"/>
                </a:lnTo>
                <a:lnTo>
                  <a:pt x="16120" y="2296"/>
                </a:lnTo>
                <a:lnTo>
                  <a:pt x="16144" y="2467"/>
                </a:lnTo>
                <a:lnTo>
                  <a:pt x="16120" y="2565"/>
                </a:lnTo>
                <a:lnTo>
                  <a:pt x="16071" y="2638"/>
                </a:lnTo>
                <a:lnTo>
                  <a:pt x="15998" y="2687"/>
                </a:lnTo>
                <a:lnTo>
                  <a:pt x="15900" y="2711"/>
                </a:lnTo>
                <a:lnTo>
                  <a:pt x="15802" y="2687"/>
                </a:lnTo>
                <a:lnTo>
                  <a:pt x="15729" y="2638"/>
                </a:lnTo>
                <a:lnTo>
                  <a:pt x="15680" y="2565"/>
                </a:lnTo>
                <a:lnTo>
                  <a:pt x="15656" y="2467"/>
                </a:lnTo>
                <a:lnTo>
                  <a:pt x="15631" y="2247"/>
                </a:lnTo>
                <a:lnTo>
                  <a:pt x="15558" y="2003"/>
                </a:lnTo>
                <a:lnTo>
                  <a:pt x="15436" y="1807"/>
                </a:lnTo>
                <a:lnTo>
                  <a:pt x="15290" y="1612"/>
                </a:lnTo>
                <a:lnTo>
                  <a:pt x="15094" y="1466"/>
                </a:lnTo>
                <a:lnTo>
                  <a:pt x="14874" y="1343"/>
                </a:lnTo>
                <a:lnTo>
                  <a:pt x="14630" y="1270"/>
                </a:lnTo>
                <a:lnTo>
                  <a:pt x="14386" y="1246"/>
                </a:lnTo>
                <a:lnTo>
                  <a:pt x="14288" y="1246"/>
                </a:lnTo>
                <a:lnTo>
                  <a:pt x="14215" y="1172"/>
                </a:lnTo>
                <a:lnTo>
                  <a:pt x="14166" y="1099"/>
                </a:lnTo>
                <a:lnTo>
                  <a:pt x="14142" y="1002"/>
                </a:lnTo>
                <a:lnTo>
                  <a:pt x="14166" y="904"/>
                </a:lnTo>
                <a:lnTo>
                  <a:pt x="14215" y="831"/>
                </a:lnTo>
                <a:lnTo>
                  <a:pt x="14288" y="782"/>
                </a:lnTo>
                <a:lnTo>
                  <a:pt x="14386" y="757"/>
                </a:lnTo>
                <a:close/>
                <a:moveTo>
                  <a:pt x="15460" y="0"/>
                </a:moveTo>
                <a:lnTo>
                  <a:pt x="15167" y="25"/>
                </a:lnTo>
                <a:lnTo>
                  <a:pt x="14850" y="49"/>
                </a:lnTo>
                <a:lnTo>
                  <a:pt x="14557" y="122"/>
                </a:lnTo>
                <a:lnTo>
                  <a:pt x="14117" y="244"/>
                </a:lnTo>
                <a:lnTo>
                  <a:pt x="13873" y="318"/>
                </a:lnTo>
                <a:lnTo>
                  <a:pt x="13653" y="415"/>
                </a:lnTo>
                <a:lnTo>
                  <a:pt x="13458" y="537"/>
                </a:lnTo>
                <a:lnTo>
                  <a:pt x="13287" y="660"/>
                </a:lnTo>
                <a:lnTo>
                  <a:pt x="10625" y="3346"/>
                </a:lnTo>
                <a:lnTo>
                  <a:pt x="2858" y="1221"/>
                </a:lnTo>
                <a:lnTo>
                  <a:pt x="2712" y="1197"/>
                </a:lnTo>
                <a:lnTo>
                  <a:pt x="2590" y="1221"/>
                </a:lnTo>
                <a:lnTo>
                  <a:pt x="2467" y="1270"/>
                </a:lnTo>
                <a:lnTo>
                  <a:pt x="2345" y="1343"/>
                </a:lnTo>
                <a:lnTo>
                  <a:pt x="1613" y="2101"/>
                </a:lnTo>
                <a:lnTo>
                  <a:pt x="1539" y="2198"/>
                </a:lnTo>
                <a:lnTo>
                  <a:pt x="1491" y="2296"/>
                </a:lnTo>
                <a:lnTo>
                  <a:pt x="1466" y="2418"/>
                </a:lnTo>
                <a:lnTo>
                  <a:pt x="1466" y="2516"/>
                </a:lnTo>
                <a:lnTo>
                  <a:pt x="1491" y="2613"/>
                </a:lnTo>
                <a:lnTo>
                  <a:pt x="1515" y="2687"/>
                </a:lnTo>
                <a:lnTo>
                  <a:pt x="1613" y="2833"/>
                </a:lnTo>
                <a:lnTo>
                  <a:pt x="1710" y="2907"/>
                </a:lnTo>
                <a:lnTo>
                  <a:pt x="7425" y="6619"/>
                </a:lnTo>
                <a:lnTo>
                  <a:pt x="4177" y="10893"/>
                </a:lnTo>
                <a:lnTo>
                  <a:pt x="929" y="10331"/>
                </a:lnTo>
                <a:lnTo>
                  <a:pt x="831" y="10331"/>
                </a:lnTo>
                <a:lnTo>
                  <a:pt x="709" y="10356"/>
                </a:lnTo>
                <a:lnTo>
                  <a:pt x="611" y="10404"/>
                </a:lnTo>
                <a:lnTo>
                  <a:pt x="514" y="10478"/>
                </a:lnTo>
                <a:lnTo>
                  <a:pt x="147" y="10844"/>
                </a:lnTo>
                <a:lnTo>
                  <a:pt x="74" y="10942"/>
                </a:lnTo>
                <a:lnTo>
                  <a:pt x="25" y="11064"/>
                </a:lnTo>
                <a:lnTo>
                  <a:pt x="1" y="11186"/>
                </a:lnTo>
                <a:lnTo>
                  <a:pt x="1" y="11308"/>
                </a:lnTo>
                <a:lnTo>
                  <a:pt x="50" y="11455"/>
                </a:lnTo>
                <a:lnTo>
                  <a:pt x="147" y="11601"/>
                </a:lnTo>
                <a:lnTo>
                  <a:pt x="245" y="11674"/>
                </a:lnTo>
                <a:lnTo>
                  <a:pt x="3444" y="13457"/>
                </a:lnTo>
                <a:lnTo>
                  <a:pt x="5227" y="16657"/>
                </a:lnTo>
                <a:lnTo>
                  <a:pt x="5301" y="16754"/>
                </a:lnTo>
                <a:lnTo>
                  <a:pt x="5447" y="16852"/>
                </a:lnTo>
                <a:lnTo>
                  <a:pt x="5594" y="16901"/>
                </a:lnTo>
                <a:lnTo>
                  <a:pt x="5716" y="16901"/>
                </a:lnTo>
                <a:lnTo>
                  <a:pt x="5838" y="16877"/>
                </a:lnTo>
                <a:lnTo>
                  <a:pt x="5960" y="16828"/>
                </a:lnTo>
                <a:lnTo>
                  <a:pt x="6058" y="16754"/>
                </a:lnTo>
                <a:lnTo>
                  <a:pt x="6424" y="16388"/>
                </a:lnTo>
                <a:lnTo>
                  <a:pt x="6497" y="16290"/>
                </a:lnTo>
                <a:lnTo>
                  <a:pt x="6546" y="16193"/>
                </a:lnTo>
                <a:lnTo>
                  <a:pt x="6571" y="16071"/>
                </a:lnTo>
                <a:lnTo>
                  <a:pt x="6571" y="15973"/>
                </a:lnTo>
                <a:lnTo>
                  <a:pt x="6009" y="12725"/>
                </a:lnTo>
                <a:lnTo>
                  <a:pt x="10283" y="9476"/>
                </a:lnTo>
                <a:lnTo>
                  <a:pt x="13995" y="15191"/>
                </a:lnTo>
                <a:lnTo>
                  <a:pt x="14068" y="15289"/>
                </a:lnTo>
                <a:lnTo>
                  <a:pt x="14215" y="15387"/>
                </a:lnTo>
                <a:lnTo>
                  <a:pt x="14288" y="15411"/>
                </a:lnTo>
                <a:lnTo>
                  <a:pt x="14386" y="15436"/>
                </a:lnTo>
                <a:lnTo>
                  <a:pt x="14484" y="15436"/>
                </a:lnTo>
                <a:lnTo>
                  <a:pt x="14606" y="15411"/>
                </a:lnTo>
                <a:lnTo>
                  <a:pt x="14703" y="15362"/>
                </a:lnTo>
                <a:lnTo>
                  <a:pt x="14801" y="15289"/>
                </a:lnTo>
                <a:lnTo>
                  <a:pt x="15558" y="14556"/>
                </a:lnTo>
                <a:lnTo>
                  <a:pt x="15631" y="14434"/>
                </a:lnTo>
                <a:lnTo>
                  <a:pt x="15680" y="14312"/>
                </a:lnTo>
                <a:lnTo>
                  <a:pt x="15705" y="14190"/>
                </a:lnTo>
                <a:lnTo>
                  <a:pt x="15680" y="14043"/>
                </a:lnTo>
                <a:lnTo>
                  <a:pt x="13555" y="6277"/>
                </a:lnTo>
                <a:lnTo>
                  <a:pt x="16242" y="3615"/>
                </a:lnTo>
                <a:lnTo>
                  <a:pt x="16364" y="3444"/>
                </a:lnTo>
                <a:lnTo>
                  <a:pt x="16486" y="3248"/>
                </a:lnTo>
                <a:lnTo>
                  <a:pt x="16584" y="3029"/>
                </a:lnTo>
                <a:lnTo>
                  <a:pt x="16657" y="2784"/>
                </a:lnTo>
                <a:lnTo>
                  <a:pt x="16779" y="2345"/>
                </a:lnTo>
                <a:lnTo>
                  <a:pt x="16853" y="2052"/>
                </a:lnTo>
                <a:lnTo>
                  <a:pt x="16877" y="1734"/>
                </a:lnTo>
                <a:lnTo>
                  <a:pt x="16901" y="1441"/>
                </a:lnTo>
                <a:lnTo>
                  <a:pt x="16901" y="1197"/>
                </a:lnTo>
                <a:lnTo>
                  <a:pt x="16901" y="953"/>
                </a:lnTo>
                <a:lnTo>
                  <a:pt x="16853" y="757"/>
                </a:lnTo>
                <a:lnTo>
                  <a:pt x="16779" y="586"/>
                </a:lnTo>
                <a:lnTo>
                  <a:pt x="16706" y="415"/>
                </a:lnTo>
                <a:lnTo>
                  <a:pt x="16608" y="293"/>
                </a:lnTo>
                <a:lnTo>
                  <a:pt x="16486" y="196"/>
                </a:lnTo>
                <a:lnTo>
                  <a:pt x="16315" y="122"/>
                </a:lnTo>
                <a:lnTo>
                  <a:pt x="16144" y="49"/>
                </a:lnTo>
                <a:lnTo>
                  <a:pt x="1594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225" name="Google Shape;917;p47">
            <a:extLst>
              <a:ext uri="{FF2B5EF4-FFF2-40B4-BE49-F238E27FC236}">
                <a16:creationId xmlns:a16="http://schemas.microsoft.com/office/drawing/2014/main" xmlns="" id="{6FABDA83-AAD1-47A9-4DAA-0CF90D38ACA4}"/>
              </a:ext>
            </a:extLst>
          </p:cNvPr>
          <p:cNvGrpSpPr/>
          <p:nvPr/>
        </p:nvGrpSpPr>
        <p:grpSpPr>
          <a:xfrm>
            <a:off x="6577999" y="4346614"/>
            <a:ext cx="214542" cy="229029"/>
            <a:chOff x="6642425" y="4312500"/>
            <a:chExt cx="433550" cy="462825"/>
          </a:xfrm>
        </p:grpSpPr>
        <p:sp>
          <p:nvSpPr>
            <p:cNvPr id="226" name="Google Shape;918;p47">
              <a:extLst>
                <a:ext uri="{FF2B5EF4-FFF2-40B4-BE49-F238E27FC236}">
                  <a16:creationId xmlns:a16="http://schemas.microsoft.com/office/drawing/2014/main" xmlns="" id="{D210C3CA-3818-3799-C297-92C14403CC0F}"/>
                </a:ext>
              </a:extLst>
            </p:cNvPr>
            <p:cNvSpPr/>
            <p:nvPr/>
          </p:nvSpPr>
          <p:spPr>
            <a:xfrm>
              <a:off x="6642425" y="4687375"/>
              <a:ext cx="433550" cy="39125"/>
            </a:xfrm>
            <a:custGeom>
              <a:avLst/>
              <a:gdLst/>
              <a:ahLst/>
              <a:cxnLst/>
              <a:rect l="l" t="t" r="r" b="b"/>
              <a:pathLst>
                <a:path w="17342" h="1565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9"/>
                  </a:lnTo>
                  <a:lnTo>
                    <a:pt x="147" y="148"/>
                  </a:lnTo>
                  <a:lnTo>
                    <a:pt x="74" y="221"/>
                  </a:lnTo>
                  <a:lnTo>
                    <a:pt x="25" y="318"/>
                  </a:lnTo>
                  <a:lnTo>
                    <a:pt x="1" y="392"/>
                  </a:lnTo>
                  <a:lnTo>
                    <a:pt x="1" y="489"/>
                  </a:lnTo>
                  <a:lnTo>
                    <a:pt x="1" y="612"/>
                  </a:lnTo>
                  <a:lnTo>
                    <a:pt x="25" y="685"/>
                  </a:lnTo>
                  <a:lnTo>
                    <a:pt x="74" y="783"/>
                  </a:lnTo>
                  <a:lnTo>
                    <a:pt x="147" y="856"/>
                  </a:lnTo>
                  <a:lnTo>
                    <a:pt x="221" y="905"/>
                  </a:lnTo>
                  <a:lnTo>
                    <a:pt x="294" y="953"/>
                  </a:lnTo>
                  <a:lnTo>
                    <a:pt x="392" y="978"/>
                  </a:lnTo>
                  <a:lnTo>
                    <a:pt x="489" y="978"/>
                  </a:lnTo>
                  <a:lnTo>
                    <a:pt x="734" y="1002"/>
                  </a:lnTo>
                  <a:lnTo>
                    <a:pt x="929" y="1051"/>
                  </a:lnTo>
                  <a:lnTo>
                    <a:pt x="1100" y="1124"/>
                  </a:lnTo>
                  <a:lnTo>
                    <a:pt x="1271" y="1222"/>
                  </a:lnTo>
                  <a:lnTo>
                    <a:pt x="1491" y="1344"/>
                  </a:lnTo>
                  <a:lnTo>
                    <a:pt x="1759" y="1466"/>
                  </a:lnTo>
                  <a:lnTo>
                    <a:pt x="1930" y="1515"/>
                  </a:lnTo>
                  <a:lnTo>
                    <a:pt x="2101" y="1540"/>
                  </a:lnTo>
                  <a:lnTo>
                    <a:pt x="2297" y="1564"/>
                  </a:lnTo>
                  <a:lnTo>
                    <a:pt x="2761" y="1564"/>
                  </a:lnTo>
                  <a:lnTo>
                    <a:pt x="2956" y="1540"/>
                  </a:lnTo>
                  <a:lnTo>
                    <a:pt x="3127" y="1515"/>
                  </a:lnTo>
                  <a:lnTo>
                    <a:pt x="3298" y="1466"/>
                  </a:lnTo>
                  <a:lnTo>
                    <a:pt x="3567" y="1344"/>
                  </a:lnTo>
                  <a:lnTo>
                    <a:pt x="3787" y="1222"/>
                  </a:lnTo>
                  <a:lnTo>
                    <a:pt x="3957" y="1124"/>
                  </a:lnTo>
                  <a:lnTo>
                    <a:pt x="4128" y="1051"/>
                  </a:lnTo>
                  <a:lnTo>
                    <a:pt x="4324" y="1002"/>
                  </a:lnTo>
                  <a:lnTo>
                    <a:pt x="4568" y="978"/>
                  </a:lnTo>
                  <a:lnTo>
                    <a:pt x="4837" y="1002"/>
                  </a:lnTo>
                  <a:lnTo>
                    <a:pt x="5032" y="1051"/>
                  </a:lnTo>
                  <a:lnTo>
                    <a:pt x="5179" y="1124"/>
                  </a:lnTo>
                  <a:lnTo>
                    <a:pt x="5350" y="1222"/>
                  </a:lnTo>
                  <a:lnTo>
                    <a:pt x="5594" y="1344"/>
                  </a:lnTo>
                  <a:lnTo>
                    <a:pt x="5862" y="1466"/>
                  </a:lnTo>
                  <a:lnTo>
                    <a:pt x="6009" y="1515"/>
                  </a:lnTo>
                  <a:lnTo>
                    <a:pt x="6204" y="1540"/>
                  </a:lnTo>
                  <a:lnTo>
                    <a:pt x="6400" y="1564"/>
                  </a:lnTo>
                  <a:lnTo>
                    <a:pt x="6839" y="1564"/>
                  </a:lnTo>
                  <a:lnTo>
                    <a:pt x="7059" y="1540"/>
                  </a:lnTo>
                  <a:lnTo>
                    <a:pt x="7230" y="1515"/>
                  </a:lnTo>
                  <a:lnTo>
                    <a:pt x="7401" y="1466"/>
                  </a:lnTo>
                  <a:lnTo>
                    <a:pt x="7670" y="1344"/>
                  </a:lnTo>
                  <a:lnTo>
                    <a:pt x="7890" y="1222"/>
                  </a:lnTo>
                  <a:lnTo>
                    <a:pt x="8061" y="1124"/>
                  </a:lnTo>
                  <a:lnTo>
                    <a:pt x="8231" y="1051"/>
                  </a:lnTo>
                  <a:lnTo>
                    <a:pt x="8427" y="1002"/>
                  </a:lnTo>
                  <a:lnTo>
                    <a:pt x="8671" y="978"/>
                  </a:lnTo>
                  <a:lnTo>
                    <a:pt x="8915" y="1002"/>
                  </a:lnTo>
                  <a:lnTo>
                    <a:pt x="9111" y="1051"/>
                  </a:lnTo>
                  <a:lnTo>
                    <a:pt x="9282" y="1124"/>
                  </a:lnTo>
                  <a:lnTo>
                    <a:pt x="9453" y="1222"/>
                  </a:lnTo>
                  <a:lnTo>
                    <a:pt x="9672" y="1344"/>
                  </a:lnTo>
                  <a:lnTo>
                    <a:pt x="9941" y="1466"/>
                  </a:lnTo>
                  <a:lnTo>
                    <a:pt x="10112" y="1515"/>
                  </a:lnTo>
                  <a:lnTo>
                    <a:pt x="10283" y="1540"/>
                  </a:lnTo>
                  <a:lnTo>
                    <a:pt x="10478" y="1564"/>
                  </a:lnTo>
                  <a:lnTo>
                    <a:pt x="10942" y="1564"/>
                  </a:lnTo>
                  <a:lnTo>
                    <a:pt x="11138" y="1540"/>
                  </a:lnTo>
                  <a:lnTo>
                    <a:pt x="11333" y="1515"/>
                  </a:lnTo>
                  <a:lnTo>
                    <a:pt x="11480" y="1466"/>
                  </a:lnTo>
                  <a:lnTo>
                    <a:pt x="11748" y="1344"/>
                  </a:lnTo>
                  <a:lnTo>
                    <a:pt x="11993" y="1222"/>
                  </a:lnTo>
                  <a:lnTo>
                    <a:pt x="12139" y="1124"/>
                  </a:lnTo>
                  <a:lnTo>
                    <a:pt x="12310" y="1051"/>
                  </a:lnTo>
                  <a:lnTo>
                    <a:pt x="12506" y="1002"/>
                  </a:lnTo>
                  <a:lnTo>
                    <a:pt x="12774" y="978"/>
                  </a:lnTo>
                  <a:lnTo>
                    <a:pt x="13018" y="1002"/>
                  </a:lnTo>
                  <a:lnTo>
                    <a:pt x="13214" y="1051"/>
                  </a:lnTo>
                  <a:lnTo>
                    <a:pt x="13385" y="1124"/>
                  </a:lnTo>
                  <a:lnTo>
                    <a:pt x="13556" y="1222"/>
                  </a:lnTo>
                  <a:lnTo>
                    <a:pt x="13776" y="1344"/>
                  </a:lnTo>
                  <a:lnTo>
                    <a:pt x="14044" y="1466"/>
                  </a:lnTo>
                  <a:lnTo>
                    <a:pt x="14215" y="1515"/>
                  </a:lnTo>
                  <a:lnTo>
                    <a:pt x="14386" y="1540"/>
                  </a:lnTo>
                  <a:lnTo>
                    <a:pt x="14581" y="1564"/>
                  </a:lnTo>
                  <a:lnTo>
                    <a:pt x="15046" y="1564"/>
                  </a:lnTo>
                  <a:lnTo>
                    <a:pt x="15241" y="1540"/>
                  </a:lnTo>
                  <a:lnTo>
                    <a:pt x="15412" y="1515"/>
                  </a:lnTo>
                  <a:lnTo>
                    <a:pt x="15583" y="1466"/>
                  </a:lnTo>
                  <a:lnTo>
                    <a:pt x="15851" y="1344"/>
                  </a:lnTo>
                  <a:lnTo>
                    <a:pt x="16071" y="1222"/>
                  </a:lnTo>
                  <a:lnTo>
                    <a:pt x="16242" y="1124"/>
                  </a:lnTo>
                  <a:lnTo>
                    <a:pt x="16413" y="1051"/>
                  </a:lnTo>
                  <a:lnTo>
                    <a:pt x="16609" y="1002"/>
                  </a:lnTo>
                  <a:lnTo>
                    <a:pt x="16853" y="978"/>
                  </a:lnTo>
                  <a:lnTo>
                    <a:pt x="16951" y="978"/>
                  </a:lnTo>
                  <a:lnTo>
                    <a:pt x="17048" y="953"/>
                  </a:lnTo>
                  <a:lnTo>
                    <a:pt x="17121" y="905"/>
                  </a:lnTo>
                  <a:lnTo>
                    <a:pt x="17195" y="856"/>
                  </a:lnTo>
                  <a:lnTo>
                    <a:pt x="17268" y="783"/>
                  </a:lnTo>
                  <a:lnTo>
                    <a:pt x="17317" y="685"/>
                  </a:lnTo>
                  <a:lnTo>
                    <a:pt x="17341" y="612"/>
                  </a:lnTo>
                  <a:lnTo>
                    <a:pt x="17341" y="489"/>
                  </a:lnTo>
                  <a:lnTo>
                    <a:pt x="17341" y="392"/>
                  </a:lnTo>
                  <a:lnTo>
                    <a:pt x="17317" y="318"/>
                  </a:lnTo>
                  <a:lnTo>
                    <a:pt x="17268" y="221"/>
                  </a:lnTo>
                  <a:lnTo>
                    <a:pt x="17195" y="148"/>
                  </a:lnTo>
                  <a:lnTo>
                    <a:pt x="17121" y="99"/>
                  </a:lnTo>
                  <a:lnTo>
                    <a:pt x="17048" y="50"/>
                  </a:lnTo>
                  <a:lnTo>
                    <a:pt x="16951" y="25"/>
                  </a:lnTo>
                  <a:lnTo>
                    <a:pt x="16853" y="1"/>
                  </a:lnTo>
                  <a:lnTo>
                    <a:pt x="16633" y="25"/>
                  </a:lnTo>
                  <a:lnTo>
                    <a:pt x="16438" y="50"/>
                  </a:lnTo>
                  <a:lnTo>
                    <a:pt x="16242" y="74"/>
                  </a:lnTo>
                  <a:lnTo>
                    <a:pt x="16096" y="123"/>
                  </a:lnTo>
                  <a:lnTo>
                    <a:pt x="15827" y="245"/>
                  </a:lnTo>
                  <a:lnTo>
                    <a:pt x="15583" y="367"/>
                  </a:lnTo>
                  <a:lnTo>
                    <a:pt x="15436" y="465"/>
                  </a:lnTo>
                  <a:lnTo>
                    <a:pt x="15265" y="538"/>
                  </a:lnTo>
                  <a:lnTo>
                    <a:pt x="15070" y="587"/>
                  </a:lnTo>
                  <a:lnTo>
                    <a:pt x="14557" y="587"/>
                  </a:lnTo>
                  <a:lnTo>
                    <a:pt x="14362" y="538"/>
                  </a:lnTo>
                  <a:lnTo>
                    <a:pt x="14191" y="465"/>
                  </a:lnTo>
                  <a:lnTo>
                    <a:pt x="14020" y="367"/>
                  </a:lnTo>
                  <a:lnTo>
                    <a:pt x="13800" y="245"/>
                  </a:lnTo>
                  <a:lnTo>
                    <a:pt x="13531" y="123"/>
                  </a:lnTo>
                  <a:lnTo>
                    <a:pt x="13385" y="74"/>
                  </a:lnTo>
                  <a:lnTo>
                    <a:pt x="13189" y="50"/>
                  </a:lnTo>
                  <a:lnTo>
                    <a:pt x="12994" y="25"/>
                  </a:lnTo>
                  <a:lnTo>
                    <a:pt x="12774" y="1"/>
                  </a:lnTo>
                  <a:lnTo>
                    <a:pt x="12530" y="25"/>
                  </a:lnTo>
                  <a:lnTo>
                    <a:pt x="12335" y="50"/>
                  </a:lnTo>
                  <a:lnTo>
                    <a:pt x="12164" y="74"/>
                  </a:lnTo>
                  <a:lnTo>
                    <a:pt x="11993" y="123"/>
                  </a:lnTo>
                  <a:lnTo>
                    <a:pt x="11724" y="245"/>
                  </a:lnTo>
                  <a:lnTo>
                    <a:pt x="11504" y="367"/>
                  </a:lnTo>
                  <a:lnTo>
                    <a:pt x="11333" y="465"/>
                  </a:lnTo>
                  <a:lnTo>
                    <a:pt x="11162" y="538"/>
                  </a:lnTo>
                  <a:lnTo>
                    <a:pt x="10967" y="587"/>
                  </a:lnTo>
                  <a:lnTo>
                    <a:pt x="10478" y="587"/>
                  </a:lnTo>
                  <a:lnTo>
                    <a:pt x="10283" y="538"/>
                  </a:lnTo>
                  <a:lnTo>
                    <a:pt x="10112" y="465"/>
                  </a:lnTo>
                  <a:lnTo>
                    <a:pt x="9941" y="367"/>
                  </a:lnTo>
                  <a:lnTo>
                    <a:pt x="9721" y="245"/>
                  </a:lnTo>
                  <a:lnTo>
                    <a:pt x="9428" y="123"/>
                  </a:lnTo>
                  <a:lnTo>
                    <a:pt x="9282" y="74"/>
                  </a:lnTo>
                  <a:lnTo>
                    <a:pt x="9111" y="50"/>
                  </a:lnTo>
                  <a:lnTo>
                    <a:pt x="8891" y="25"/>
                  </a:lnTo>
                  <a:lnTo>
                    <a:pt x="8671" y="1"/>
                  </a:lnTo>
                  <a:lnTo>
                    <a:pt x="8451" y="25"/>
                  </a:lnTo>
                  <a:lnTo>
                    <a:pt x="8231" y="50"/>
                  </a:lnTo>
                  <a:lnTo>
                    <a:pt x="8061" y="74"/>
                  </a:lnTo>
                  <a:lnTo>
                    <a:pt x="7890" y="123"/>
                  </a:lnTo>
                  <a:lnTo>
                    <a:pt x="7621" y="245"/>
                  </a:lnTo>
                  <a:lnTo>
                    <a:pt x="7401" y="367"/>
                  </a:lnTo>
                  <a:lnTo>
                    <a:pt x="7230" y="465"/>
                  </a:lnTo>
                  <a:lnTo>
                    <a:pt x="7059" y="538"/>
                  </a:lnTo>
                  <a:lnTo>
                    <a:pt x="6864" y="587"/>
                  </a:lnTo>
                  <a:lnTo>
                    <a:pt x="6375" y="587"/>
                  </a:lnTo>
                  <a:lnTo>
                    <a:pt x="6180" y="538"/>
                  </a:lnTo>
                  <a:lnTo>
                    <a:pt x="6009" y="465"/>
                  </a:lnTo>
                  <a:lnTo>
                    <a:pt x="5838" y="367"/>
                  </a:lnTo>
                  <a:lnTo>
                    <a:pt x="5618" y="245"/>
                  </a:lnTo>
                  <a:lnTo>
                    <a:pt x="5350" y="123"/>
                  </a:lnTo>
                  <a:lnTo>
                    <a:pt x="5179" y="74"/>
                  </a:lnTo>
                  <a:lnTo>
                    <a:pt x="5008" y="50"/>
                  </a:lnTo>
                  <a:lnTo>
                    <a:pt x="4812" y="25"/>
                  </a:lnTo>
                  <a:lnTo>
                    <a:pt x="4568" y="1"/>
                  </a:lnTo>
                  <a:lnTo>
                    <a:pt x="4348" y="25"/>
                  </a:lnTo>
                  <a:lnTo>
                    <a:pt x="4153" y="50"/>
                  </a:lnTo>
                  <a:lnTo>
                    <a:pt x="3957" y="74"/>
                  </a:lnTo>
                  <a:lnTo>
                    <a:pt x="3811" y="123"/>
                  </a:lnTo>
                  <a:lnTo>
                    <a:pt x="3542" y="245"/>
                  </a:lnTo>
                  <a:lnTo>
                    <a:pt x="3298" y="367"/>
                  </a:lnTo>
                  <a:lnTo>
                    <a:pt x="3152" y="465"/>
                  </a:lnTo>
                  <a:lnTo>
                    <a:pt x="2981" y="538"/>
                  </a:lnTo>
                  <a:lnTo>
                    <a:pt x="2785" y="587"/>
                  </a:lnTo>
                  <a:lnTo>
                    <a:pt x="2272" y="587"/>
                  </a:lnTo>
                  <a:lnTo>
                    <a:pt x="2077" y="538"/>
                  </a:lnTo>
                  <a:lnTo>
                    <a:pt x="1906" y="465"/>
                  </a:lnTo>
                  <a:lnTo>
                    <a:pt x="1759" y="367"/>
                  </a:lnTo>
                  <a:lnTo>
                    <a:pt x="1515" y="245"/>
                  </a:lnTo>
                  <a:lnTo>
                    <a:pt x="1247" y="123"/>
                  </a:lnTo>
                  <a:lnTo>
                    <a:pt x="1100" y="74"/>
                  </a:lnTo>
                  <a:lnTo>
                    <a:pt x="905" y="50"/>
                  </a:lnTo>
                  <a:lnTo>
                    <a:pt x="709" y="25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7" name="Google Shape;919;p47">
              <a:extLst>
                <a:ext uri="{FF2B5EF4-FFF2-40B4-BE49-F238E27FC236}">
                  <a16:creationId xmlns:a16="http://schemas.microsoft.com/office/drawing/2014/main" xmlns="" id="{51E54F27-59B6-80ED-559C-058C3C9D6A71}"/>
                </a:ext>
              </a:extLst>
            </p:cNvPr>
            <p:cNvSpPr/>
            <p:nvPr/>
          </p:nvSpPr>
          <p:spPr>
            <a:xfrm>
              <a:off x="6642425" y="4736225"/>
              <a:ext cx="433550" cy="39100"/>
            </a:xfrm>
            <a:custGeom>
              <a:avLst/>
              <a:gdLst/>
              <a:ahLst/>
              <a:cxnLst/>
              <a:rect l="l" t="t" r="r" b="b"/>
              <a:pathLst>
                <a:path w="17342" h="1564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9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25" y="318"/>
                  </a:lnTo>
                  <a:lnTo>
                    <a:pt x="1" y="392"/>
                  </a:lnTo>
                  <a:lnTo>
                    <a:pt x="1" y="489"/>
                  </a:lnTo>
                  <a:lnTo>
                    <a:pt x="1" y="611"/>
                  </a:lnTo>
                  <a:lnTo>
                    <a:pt x="25" y="685"/>
                  </a:lnTo>
                  <a:lnTo>
                    <a:pt x="74" y="782"/>
                  </a:lnTo>
                  <a:lnTo>
                    <a:pt x="147" y="856"/>
                  </a:lnTo>
                  <a:lnTo>
                    <a:pt x="221" y="904"/>
                  </a:lnTo>
                  <a:lnTo>
                    <a:pt x="294" y="953"/>
                  </a:lnTo>
                  <a:lnTo>
                    <a:pt x="392" y="978"/>
                  </a:lnTo>
                  <a:lnTo>
                    <a:pt x="489" y="978"/>
                  </a:lnTo>
                  <a:lnTo>
                    <a:pt x="734" y="1002"/>
                  </a:lnTo>
                  <a:lnTo>
                    <a:pt x="929" y="1051"/>
                  </a:lnTo>
                  <a:lnTo>
                    <a:pt x="1100" y="1124"/>
                  </a:lnTo>
                  <a:lnTo>
                    <a:pt x="1271" y="1222"/>
                  </a:lnTo>
                  <a:lnTo>
                    <a:pt x="1491" y="1344"/>
                  </a:lnTo>
                  <a:lnTo>
                    <a:pt x="1759" y="1466"/>
                  </a:lnTo>
                  <a:lnTo>
                    <a:pt x="1930" y="1515"/>
                  </a:lnTo>
                  <a:lnTo>
                    <a:pt x="2101" y="1539"/>
                  </a:lnTo>
                  <a:lnTo>
                    <a:pt x="2297" y="1564"/>
                  </a:lnTo>
                  <a:lnTo>
                    <a:pt x="2761" y="1564"/>
                  </a:lnTo>
                  <a:lnTo>
                    <a:pt x="2956" y="1539"/>
                  </a:lnTo>
                  <a:lnTo>
                    <a:pt x="3127" y="1515"/>
                  </a:lnTo>
                  <a:lnTo>
                    <a:pt x="3298" y="1466"/>
                  </a:lnTo>
                  <a:lnTo>
                    <a:pt x="3567" y="1344"/>
                  </a:lnTo>
                  <a:lnTo>
                    <a:pt x="3787" y="1222"/>
                  </a:lnTo>
                  <a:lnTo>
                    <a:pt x="3957" y="1124"/>
                  </a:lnTo>
                  <a:lnTo>
                    <a:pt x="4128" y="1051"/>
                  </a:lnTo>
                  <a:lnTo>
                    <a:pt x="4324" y="1002"/>
                  </a:lnTo>
                  <a:lnTo>
                    <a:pt x="4568" y="978"/>
                  </a:lnTo>
                  <a:lnTo>
                    <a:pt x="4837" y="1002"/>
                  </a:lnTo>
                  <a:lnTo>
                    <a:pt x="5032" y="1051"/>
                  </a:lnTo>
                  <a:lnTo>
                    <a:pt x="5179" y="1124"/>
                  </a:lnTo>
                  <a:lnTo>
                    <a:pt x="5350" y="1222"/>
                  </a:lnTo>
                  <a:lnTo>
                    <a:pt x="5594" y="1344"/>
                  </a:lnTo>
                  <a:lnTo>
                    <a:pt x="5862" y="1466"/>
                  </a:lnTo>
                  <a:lnTo>
                    <a:pt x="6009" y="1515"/>
                  </a:lnTo>
                  <a:lnTo>
                    <a:pt x="6204" y="1539"/>
                  </a:lnTo>
                  <a:lnTo>
                    <a:pt x="6400" y="1564"/>
                  </a:lnTo>
                  <a:lnTo>
                    <a:pt x="6839" y="1564"/>
                  </a:lnTo>
                  <a:lnTo>
                    <a:pt x="7059" y="1539"/>
                  </a:lnTo>
                  <a:lnTo>
                    <a:pt x="7230" y="1515"/>
                  </a:lnTo>
                  <a:lnTo>
                    <a:pt x="7401" y="1466"/>
                  </a:lnTo>
                  <a:lnTo>
                    <a:pt x="7670" y="1344"/>
                  </a:lnTo>
                  <a:lnTo>
                    <a:pt x="7890" y="1222"/>
                  </a:lnTo>
                  <a:lnTo>
                    <a:pt x="8061" y="1124"/>
                  </a:lnTo>
                  <a:lnTo>
                    <a:pt x="8231" y="1051"/>
                  </a:lnTo>
                  <a:lnTo>
                    <a:pt x="8427" y="1002"/>
                  </a:lnTo>
                  <a:lnTo>
                    <a:pt x="8671" y="978"/>
                  </a:lnTo>
                  <a:lnTo>
                    <a:pt x="8915" y="1002"/>
                  </a:lnTo>
                  <a:lnTo>
                    <a:pt x="9111" y="1051"/>
                  </a:lnTo>
                  <a:lnTo>
                    <a:pt x="9282" y="1124"/>
                  </a:lnTo>
                  <a:lnTo>
                    <a:pt x="9453" y="1222"/>
                  </a:lnTo>
                  <a:lnTo>
                    <a:pt x="9672" y="1344"/>
                  </a:lnTo>
                  <a:lnTo>
                    <a:pt x="9941" y="1466"/>
                  </a:lnTo>
                  <a:lnTo>
                    <a:pt x="10112" y="1515"/>
                  </a:lnTo>
                  <a:lnTo>
                    <a:pt x="10283" y="1539"/>
                  </a:lnTo>
                  <a:lnTo>
                    <a:pt x="10478" y="1564"/>
                  </a:lnTo>
                  <a:lnTo>
                    <a:pt x="10942" y="1564"/>
                  </a:lnTo>
                  <a:lnTo>
                    <a:pt x="11138" y="1539"/>
                  </a:lnTo>
                  <a:lnTo>
                    <a:pt x="11333" y="1515"/>
                  </a:lnTo>
                  <a:lnTo>
                    <a:pt x="11480" y="1466"/>
                  </a:lnTo>
                  <a:lnTo>
                    <a:pt x="11748" y="1344"/>
                  </a:lnTo>
                  <a:lnTo>
                    <a:pt x="11993" y="1222"/>
                  </a:lnTo>
                  <a:lnTo>
                    <a:pt x="12139" y="1124"/>
                  </a:lnTo>
                  <a:lnTo>
                    <a:pt x="12310" y="1051"/>
                  </a:lnTo>
                  <a:lnTo>
                    <a:pt x="12506" y="1002"/>
                  </a:lnTo>
                  <a:lnTo>
                    <a:pt x="12774" y="978"/>
                  </a:lnTo>
                  <a:lnTo>
                    <a:pt x="13018" y="1002"/>
                  </a:lnTo>
                  <a:lnTo>
                    <a:pt x="13214" y="1051"/>
                  </a:lnTo>
                  <a:lnTo>
                    <a:pt x="13385" y="1124"/>
                  </a:lnTo>
                  <a:lnTo>
                    <a:pt x="13556" y="1222"/>
                  </a:lnTo>
                  <a:lnTo>
                    <a:pt x="13776" y="1344"/>
                  </a:lnTo>
                  <a:lnTo>
                    <a:pt x="14044" y="1466"/>
                  </a:lnTo>
                  <a:lnTo>
                    <a:pt x="14215" y="1515"/>
                  </a:lnTo>
                  <a:lnTo>
                    <a:pt x="14386" y="1539"/>
                  </a:lnTo>
                  <a:lnTo>
                    <a:pt x="14581" y="1564"/>
                  </a:lnTo>
                  <a:lnTo>
                    <a:pt x="15046" y="1564"/>
                  </a:lnTo>
                  <a:lnTo>
                    <a:pt x="15241" y="1539"/>
                  </a:lnTo>
                  <a:lnTo>
                    <a:pt x="15412" y="1515"/>
                  </a:lnTo>
                  <a:lnTo>
                    <a:pt x="15583" y="1466"/>
                  </a:lnTo>
                  <a:lnTo>
                    <a:pt x="15851" y="1344"/>
                  </a:lnTo>
                  <a:lnTo>
                    <a:pt x="16071" y="1222"/>
                  </a:lnTo>
                  <a:lnTo>
                    <a:pt x="16242" y="1124"/>
                  </a:lnTo>
                  <a:lnTo>
                    <a:pt x="16413" y="1051"/>
                  </a:lnTo>
                  <a:lnTo>
                    <a:pt x="16609" y="1002"/>
                  </a:lnTo>
                  <a:lnTo>
                    <a:pt x="16853" y="978"/>
                  </a:lnTo>
                  <a:lnTo>
                    <a:pt x="16951" y="978"/>
                  </a:lnTo>
                  <a:lnTo>
                    <a:pt x="17048" y="953"/>
                  </a:lnTo>
                  <a:lnTo>
                    <a:pt x="17121" y="904"/>
                  </a:lnTo>
                  <a:lnTo>
                    <a:pt x="17195" y="856"/>
                  </a:lnTo>
                  <a:lnTo>
                    <a:pt x="17268" y="782"/>
                  </a:lnTo>
                  <a:lnTo>
                    <a:pt x="17317" y="685"/>
                  </a:lnTo>
                  <a:lnTo>
                    <a:pt x="17341" y="611"/>
                  </a:lnTo>
                  <a:lnTo>
                    <a:pt x="17341" y="489"/>
                  </a:lnTo>
                  <a:lnTo>
                    <a:pt x="17341" y="392"/>
                  </a:lnTo>
                  <a:lnTo>
                    <a:pt x="17317" y="318"/>
                  </a:lnTo>
                  <a:lnTo>
                    <a:pt x="17268" y="221"/>
                  </a:lnTo>
                  <a:lnTo>
                    <a:pt x="17195" y="147"/>
                  </a:lnTo>
                  <a:lnTo>
                    <a:pt x="17121" y="99"/>
                  </a:lnTo>
                  <a:lnTo>
                    <a:pt x="17048" y="50"/>
                  </a:lnTo>
                  <a:lnTo>
                    <a:pt x="16951" y="25"/>
                  </a:lnTo>
                  <a:lnTo>
                    <a:pt x="16853" y="1"/>
                  </a:lnTo>
                  <a:lnTo>
                    <a:pt x="16633" y="25"/>
                  </a:lnTo>
                  <a:lnTo>
                    <a:pt x="16438" y="50"/>
                  </a:lnTo>
                  <a:lnTo>
                    <a:pt x="16242" y="74"/>
                  </a:lnTo>
                  <a:lnTo>
                    <a:pt x="16096" y="123"/>
                  </a:lnTo>
                  <a:lnTo>
                    <a:pt x="15827" y="245"/>
                  </a:lnTo>
                  <a:lnTo>
                    <a:pt x="15583" y="367"/>
                  </a:lnTo>
                  <a:lnTo>
                    <a:pt x="15436" y="465"/>
                  </a:lnTo>
                  <a:lnTo>
                    <a:pt x="15265" y="538"/>
                  </a:lnTo>
                  <a:lnTo>
                    <a:pt x="15070" y="587"/>
                  </a:lnTo>
                  <a:lnTo>
                    <a:pt x="14557" y="587"/>
                  </a:lnTo>
                  <a:lnTo>
                    <a:pt x="14362" y="538"/>
                  </a:lnTo>
                  <a:lnTo>
                    <a:pt x="14191" y="465"/>
                  </a:lnTo>
                  <a:lnTo>
                    <a:pt x="14020" y="367"/>
                  </a:lnTo>
                  <a:lnTo>
                    <a:pt x="13800" y="245"/>
                  </a:lnTo>
                  <a:lnTo>
                    <a:pt x="13531" y="123"/>
                  </a:lnTo>
                  <a:lnTo>
                    <a:pt x="13385" y="74"/>
                  </a:lnTo>
                  <a:lnTo>
                    <a:pt x="13189" y="50"/>
                  </a:lnTo>
                  <a:lnTo>
                    <a:pt x="12994" y="25"/>
                  </a:lnTo>
                  <a:lnTo>
                    <a:pt x="12774" y="1"/>
                  </a:lnTo>
                  <a:lnTo>
                    <a:pt x="12530" y="25"/>
                  </a:lnTo>
                  <a:lnTo>
                    <a:pt x="12335" y="50"/>
                  </a:lnTo>
                  <a:lnTo>
                    <a:pt x="12164" y="74"/>
                  </a:lnTo>
                  <a:lnTo>
                    <a:pt x="11993" y="123"/>
                  </a:lnTo>
                  <a:lnTo>
                    <a:pt x="11724" y="245"/>
                  </a:lnTo>
                  <a:lnTo>
                    <a:pt x="11504" y="367"/>
                  </a:lnTo>
                  <a:lnTo>
                    <a:pt x="11333" y="465"/>
                  </a:lnTo>
                  <a:lnTo>
                    <a:pt x="11162" y="538"/>
                  </a:lnTo>
                  <a:lnTo>
                    <a:pt x="10967" y="587"/>
                  </a:lnTo>
                  <a:lnTo>
                    <a:pt x="10478" y="587"/>
                  </a:lnTo>
                  <a:lnTo>
                    <a:pt x="10283" y="538"/>
                  </a:lnTo>
                  <a:lnTo>
                    <a:pt x="10112" y="465"/>
                  </a:lnTo>
                  <a:lnTo>
                    <a:pt x="9941" y="367"/>
                  </a:lnTo>
                  <a:lnTo>
                    <a:pt x="9721" y="245"/>
                  </a:lnTo>
                  <a:lnTo>
                    <a:pt x="9428" y="123"/>
                  </a:lnTo>
                  <a:lnTo>
                    <a:pt x="9282" y="74"/>
                  </a:lnTo>
                  <a:lnTo>
                    <a:pt x="9111" y="50"/>
                  </a:lnTo>
                  <a:lnTo>
                    <a:pt x="8891" y="25"/>
                  </a:lnTo>
                  <a:lnTo>
                    <a:pt x="8671" y="1"/>
                  </a:lnTo>
                  <a:lnTo>
                    <a:pt x="8451" y="25"/>
                  </a:lnTo>
                  <a:lnTo>
                    <a:pt x="8231" y="50"/>
                  </a:lnTo>
                  <a:lnTo>
                    <a:pt x="8061" y="74"/>
                  </a:lnTo>
                  <a:lnTo>
                    <a:pt x="7890" y="123"/>
                  </a:lnTo>
                  <a:lnTo>
                    <a:pt x="7621" y="245"/>
                  </a:lnTo>
                  <a:lnTo>
                    <a:pt x="7401" y="367"/>
                  </a:lnTo>
                  <a:lnTo>
                    <a:pt x="7230" y="465"/>
                  </a:lnTo>
                  <a:lnTo>
                    <a:pt x="7059" y="538"/>
                  </a:lnTo>
                  <a:lnTo>
                    <a:pt x="6864" y="587"/>
                  </a:lnTo>
                  <a:lnTo>
                    <a:pt x="6375" y="587"/>
                  </a:lnTo>
                  <a:lnTo>
                    <a:pt x="6180" y="538"/>
                  </a:lnTo>
                  <a:lnTo>
                    <a:pt x="6009" y="465"/>
                  </a:lnTo>
                  <a:lnTo>
                    <a:pt x="5838" y="367"/>
                  </a:lnTo>
                  <a:lnTo>
                    <a:pt x="5618" y="245"/>
                  </a:lnTo>
                  <a:lnTo>
                    <a:pt x="5350" y="123"/>
                  </a:lnTo>
                  <a:lnTo>
                    <a:pt x="5179" y="74"/>
                  </a:lnTo>
                  <a:lnTo>
                    <a:pt x="5008" y="50"/>
                  </a:lnTo>
                  <a:lnTo>
                    <a:pt x="4812" y="25"/>
                  </a:lnTo>
                  <a:lnTo>
                    <a:pt x="4568" y="1"/>
                  </a:lnTo>
                  <a:lnTo>
                    <a:pt x="4348" y="25"/>
                  </a:lnTo>
                  <a:lnTo>
                    <a:pt x="4153" y="50"/>
                  </a:lnTo>
                  <a:lnTo>
                    <a:pt x="3957" y="74"/>
                  </a:lnTo>
                  <a:lnTo>
                    <a:pt x="3811" y="123"/>
                  </a:lnTo>
                  <a:lnTo>
                    <a:pt x="3542" y="245"/>
                  </a:lnTo>
                  <a:lnTo>
                    <a:pt x="3298" y="367"/>
                  </a:lnTo>
                  <a:lnTo>
                    <a:pt x="3152" y="465"/>
                  </a:lnTo>
                  <a:lnTo>
                    <a:pt x="2981" y="538"/>
                  </a:lnTo>
                  <a:lnTo>
                    <a:pt x="2785" y="587"/>
                  </a:lnTo>
                  <a:lnTo>
                    <a:pt x="2272" y="587"/>
                  </a:lnTo>
                  <a:lnTo>
                    <a:pt x="2077" y="538"/>
                  </a:lnTo>
                  <a:lnTo>
                    <a:pt x="1906" y="465"/>
                  </a:lnTo>
                  <a:lnTo>
                    <a:pt x="1759" y="367"/>
                  </a:lnTo>
                  <a:lnTo>
                    <a:pt x="1515" y="245"/>
                  </a:lnTo>
                  <a:lnTo>
                    <a:pt x="1247" y="123"/>
                  </a:lnTo>
                  <a:lnTo>
                    <a:pt x="1100" y="74"/>
                  </a:lnTo>
                  <a:lnTo>
                    <a:pt x="905" y="50"/>
                  </a:lnTo>
                  <a:lnTo>
                    <a:pt x="709" y="25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28" name="Google Shape;920;p47">
              <a:extLst>
                <a:ext uri="{FF2B5EF4-FFF2-40B4-BE49-F238E27FC236}">
                  <a16:creationId xmlns:a16="http://schemas.microsoft.com/office/drawing/2014/main" xmlns="" id="{46C32DF6-0B72-749E-3BF3-EE199222D9DE}"/>
                </a:ext>
              </a:extLst>
            </p:cNvPr>
            <p:cNvSpPr/>
            <p:nvPr/>
          </p:nvSpPr>
          <p:spPr>
            <a:xfrm>
              <a:off x="6684575" y="4312500"/>
              <a:ext cx="349875" cy="377350"/>
            </a:xfrm>
            <a:custGeom>
              <a:avLst/>
              <a:gdLst/>
              <a:ahLst/>
              <a:cxnLst/>
              <a:rect l="l" t="t" r="r" b="b"/>
              <a:pathLst>
                <a:path w="13995" h="15094" extrusionOk="0">
                  <a:moveTo>
                    <a:pt x="5691" y="5740"/>
                  </a:moveTo>
                  <a:lnTo>
                    <a:pt x="5764" y="5764"/>
                  </a:lnTo>
                  <a:lnTo>
                    <a:pt x="5813" y="5837"/>
                  </a:lnTo>
                  <a:lnTo>
                    <a:pt x="5862" y="5886"/>
                  </a:lnTo>
                  <a:lnTo>
                    <a:pt x="5935" y="6082"/>
                  </a:lnTo>
                  <a:lnTo>
                    <a:pt x="5959" y="6301"/>
                  </a:lnTo>
                  <a:lnTo>
                    <a:pt x="5935" y="6521"/>
                  </a:lnTo>
                  <a:lnTo>
                    <a:pt x="5862" y="6692"/>
                  </a:lnTo>
                  <a:lnTo>
                    <a:pt x="5813" y="6765"/>
                  </a:lnTo>
                  <a:lnTo>
                    <a:pt x="5764" y="6814"/>
                  </a:lnTo>
                  <a:lnTo>
                    <a:pt x="5691" y="6839"/>
                  </a:lnTo>
                  <a:lnTo>
                    <a:pt x="5642" y="6863"/>
                  </a:lnTo>
                  <a:lnTo>
                    <a:pt x="5569" y="6839"/>
                  </a:lnTo>
                  <a:lnTo>
                    <a:pt x="5520" y="6814"/>
                  </a:lnTo>
                  <a:lnTo>
                    <a:pt x="5446" y="6765"/>
                  </a:lnTo>
                  <a:lnTo>
                    <a:pt x="5398" y="6692"/>
                  </a:lnTo>
                  <a:lnTo>
                    <a:pt x="5349" y="6521"/>
                  </a:lnTo>
                  <a:lnTo>
                    <a:pt x="5324" y="6301"/>
                  </a:lnTo>
                  <a:lnTo>
                    <a:pt x="5349" y="6082"/>
                  </a:lnTo>
                  <a:lnTo>
                    <a:pt x="5398" y="5886"/>
                  </a:lnTo>
                  <a:lnTo>
                    <a:pt x="5446" y="5837"/>
                  </a:lnTo>
                  <a:lnTo>
                    <a:pt x="5520" y="5764"/>
                  </a:lnTo>
                  <a:lnTo>
                    <a:pt x="5569" y="5740"/>
                  </a:lnTo>
                  <a:close/>
                  <a:moveTo>
                    <a:pt x="8402" y="5740"/>
                  </a:moveTo>
                  <a:lnTo>
                    <a:pt x="8475" y="5764"/>
                  </a:lnTo>
                  <a:lnTo>
                    <a:pt x="8524" y="5837"/>
                  </a:lnTo>
                  <a:lnTo>
                    <a:pt x="8573" y="5886"/>
                  </a:lnTo>
                  <a:lnTo>
                    <a:pt x="8621" y="6082"/>
                  </a:lnTo>
                  <a:lnTo>
                    <a:pt x="8646" y="6301"/>
                  </a:lnTo>
                  <a:lnTo>
                    <a:pt x="8621" y="6521"/>
                  </a:lnTo>
                  <a:lnTo>
                    <a:pt x="8573" y="6692"/>
                  </a:lnTo>
                  <a:lnTo>
                    <a:pt x="8524" y="6765"/>
                  </a:lnTo>
                  <a:lnTo>
                    <a:pt x="8475" y="6814"/>
                  </a:lnTo>
                  <a:lnTo>
                    <a:pt x="8402" y="6839"/>
                  </a:lnTo>
                  <a:lnTo>
                    <a:pt x="8328" y="6863"/>
                  </a:lnTo>
                  <a:lnTo>
                    <a:pt x="8280" y="6839"/>
                  </a:lnTo>
                  <a:lnTo>
                    <a:pt x="8206" y="6814"/>
                  </a:lnTo>
                  <a:lnTo>
                    <a:pt x="8157" y="6765"/>
                  </a:lnTo>
                  <a:lnTo>
                    <a:pt x="8109" y="6692"/>
                  </a:lnTo>
                  <a:lnTo>
                    <a:pt x="8035" y="6521"/>
                  </a:lnTo>
                  <a:lnTo>
                    <a:pt x="8011" y="6301"/>
                  </a:lnTo>
                  <a:lnTo>
                    <a:pt x="8035" y="6082"/>
                  </a:lnTo>
                  <a:lnTo>
                    <a:pt x="8109" y="5886"/>
                  </a:lnTo>
                  <a:lnTo>
                    <a:pt x="8157" y="5837"/>
                  </a:lnTo>
                  <a:lnTo>
                    <a:pt x="8206" y="5764"/>
                  </a:lnTo>
                  <a:lnTo>
                    <a:pt x="8280" y="5740"/>
                  </a:lnTo>
                  <a:close/>
                  <a:moveTo>
                    <a:pt x="9867" y="2931"/>
                  </a:moveTo>
                  <a:lnTo>
                    <a:pt x="9867" y="4421"/>
                  </a:lnTo>
                  <a:lnTo>
                    <a:pt x="11552" y="4421"/>
                  </a:lnTo>
                  <a:lnTo>
                    <a:pt x="11552" y="6033"/>
                  </a:lnTo>
                  <a:lnTo>
                    <a:pt x="7229" y="4225"/>
                  </a:lnTo>
                  <a:lnTo>
                    <a:pt x="7229" y="9867"/>
                  </a:lnTo>
                  <a:lnTo>
                    <a:pt x="7205" y="9965"/>
                  </a:lnTo>
                  <a:lnTo>
                    <a:pt x="7156" y="10063"/>
                  </a:lnTo>
                  <a:lnTo>
                    <a:pt x="7083" y="10111"/>
                  </a:lnTo>
                  <a:lnTo>
                    <a:pt x="6887" y="10111"/>
                  </a:lnTo>
                  <a:lnTo>
                    <a:pt x="6814" y="10063"/>
                  </a:lnTo>
                  <a:lnTo>
                    <a:pt x="6765" y="9965"/>
                  </a:lnTo>
                  <a:lnTo>
                    <a:pt x="6741" y="9867"/>
                  </a:lnTo>
                  <a:lnTo>
                    <a:pt x="6741" y="4225"/>
                  </a:lnTo>
                  <a:lnTo>
                    <a:pt x="2418" y="6033"/>
                  </a:lnTo>
                  <a:lnTo>
                    <a:pt x="2418" y="4421"/>
                  </a:lnTo>
                  <a:lnTo>
                    <a:pt x="4103" y="4421"/>
                  </a:lnTo>
                  <a:lnTo>
                    <a:pt x="4103" y="2931"/>
                  </a:lnTo>
                  <a:close/>
                  <a:moveTo>
                    <a:pt x="5520" y="0"/>
                  </a:moveTo>
                  <a:lnTo>
                    <a:pt x="5520" y="2027"/>
                  </a:lnTo>
                  <a:lnTo>
                    <a:pt x="3151" y="2027"/>
                  </a:lnTo>
                  <a:lnTo>
                    <a:pt x="3151" y="3542"/>
                  </a:lnTo>
                  <a:lnTo>
                    <a:pt x="1466" y="3542"/>
                  </a:lnTo>
                  <a:lnTo>
                    <a:pt x="1466" y="6423"/>
                  </a:lnTo>
                  <a:lnTo>
                    <a:pt x="586" y="6765"/>
                  </a:lnTo>
                  <a:lnTo>
                    <a:pt x="415" y="6863"/>
                  </a:lnTo>
                  <a:lnTo>
                    <a:pt x="269" y="6985"/>
                  </a:lnTo>
                  <a:lnTo>
                    <a:pt x="147" y="7132"/>
                  </a:lnTo>
                  <a:lnTo>
                    <a:pt x="49" y="7278"/>
                  </a:lnTo>
                  <a:lnTo>
                    <a:pt x="0" y="7425"/>
                  </a:lnTo>
                  <a:lnTo>
                    <a:pt x="0" y="7596"/>
                  </a:lnTo>
                  <a:lnTo>
                    <a:pt x="0" y="7791"/>
                  </a:lnTo>
                  <a:lnTo>
                    <a:pt x="73" y="7987"/>
                  </a:lnTo>
                  <a:lnTo>
                    <a:pt x="1514" y="11308"/>
                  </a:lnTo>
                  <a:lnTo>
                    <a:pt x="1514" y="14874"/>
                  </a:lnTo>
                  <a:lnTo>
                    <a:pt x="1759" y="14752"/>
                  </a:lnTo>
                  <a:lnTo>
                    <a:pt x="2052" y="14630"/>
                  </a:lnTo>
                  <a:lnTo>
                    <a:pt x="2247" y="14581"/>
                  </a:lnTo>
                  <a:lnTo>
                    <a:pt x="2442" y="14556"/>
                  </a:lnTo>
                  <a:lnTo>
                    <a:pt x="2662" y="14532"/>
                  </a:lnTo>
                  <a:lnTo>
                    <a:pt x="2882" y="14508"/>
                  </a:lnTo>
                  <a:lnTo>
                    <a:pt x="3175" y="14532"/>
                  </a:lnTo>
                  <a:lnTo>
                    <a:pt x="3419" y="14556"/>
                  </a:lnTo>
                  <a:lnTo>
                    <a:pt x="3639" y="14605"/>
                  </a:lnTo>
                  <a:lnTo>
                    <a:pt x="3835" y="14678"/>
                  </a:lnTo>
                  <a:lnTo>
                    <a:pt x="4152" y="14801"/>
                  </a:lnTo>
                  <a:lnTo>
                    <a:pt x="4396" y="14947"/>
                  </a:lnTo>
                  <a:lnTo>
                    <a:pt x="4543" y="15020"/>
                  </a:lnTo>
                  <a:lnTo>
                    <a:pt x="4641" y="15069"/>
                  </a:lnTo>
                  <a:lnTo>
                    <a:pt x="4787" y="15094"/>
                  </a:lnTo>
                  <a:lnTo>
                    <a:pt x="5105" y="15094"/>
                  </a:lnTo>
                  <a:lnTo>
                    <a:pt x="5227" y="15069"/>
                  </a:lnTo>
                  <a:lnTo>
                    <a:pt x="5349" y="15020"/>
                  </a:lnTo>
                  <a:lnTo>
                    <a:pt x="5471" y="14947"/>
                  </a:lnTo>
                  <a:lnTo>
                    <a:pt x="5740" y="14801"/>
                  </a:lnTo>
                  <a:lnTo>
                    <a:pt x="6057" y="14678"/>
                  </a:lnTo>
                  <a:lnTo>
                    <a:pt x="6252" y="14605"/>
                  </a:lnTo>
                  <a:lnTo>
                    <a:pt x="6472" y="14556"/>
                  </a:lnTo>
                  <a:lnTo>
                    <a:pt x="6716" y="14532"/>
                  </a:lnTo>
                  <a:lnTo>
                    <a:pt x="6985" y="14508"/>
                  </a:lnTo>
                  <a:lnTo>
                    <a:pt x="7254" y="14532"/>
                  </a:lnTo>
                  <a:lnTo>
                    <a:pt x="7498" y="14556"/>
                  </a:lnTo>
                  <a:lnTo>
                    <a:pt x="7718" y="14605"/>
                  </a:lnTo>
                  <a:lnTo>
                    <a:pt x="7913" y="14678"/>
                  </a:lnTo>
                  <a:lnTo>
                    <a:pt x="8255" y="14801"/>
                  </a:lnTo>
                  <a:lnTo>
                    <a:pt x="8499" y="14947"/>
                  </a:lnTo>
                  <a:lnTo>
                    <a:pt x="8621" y="15020"/>
                  </a:lnTo>
                  <a:lnTo>
                    <a:pt x="8744" y="15069"/>
                  </a:lnTo>
                  <a:lnTo>
                    <a:pt x="8866" y="15094"/>
                  </a:lnTo>
                  <a:lnTo>
                    <a:pt x="9183" y="15094"/>
                  </a:lnTo>
                  <a:lnTo>
                    <a:pt x="9330" y="15069"/>
                  </a:lnTo>
                  <a:lnTo>
                    <a:pt x="9427" y="15020"/>
                  </a:lnTo>
                  <a:lnTo>
                    <a:pt x="9574" y="14947"/>
                  </a:lnTo>
                  <a:lnTo>
                    <a:pt x="9818" y="14801"/>
                  </a:lnTo>
                  <a:lnTo>
                    <a:pt x="10136" y="14678"/>
                  </a:lnTo>
                  <a:lnTo>
                    <a:pt x="10331" y="14605"/>
                  </a:lnTo>
                  <a:lnTo>
                    <a:pt x="10551" y="14556"/>
                  </a:lnTo>
                  <a:lnTo>
                    <a:pt x="10795" y="14532"/>
                  </a:lnTo>
                  <a:lnTo>
                    <a:pt x="11088" y="14508"/>
                  </a:lnTo>
                  <a:lnTo>
                    <a:pt x="11308" y="14532"/>
                  </a:lnTo>
                  <a:lnTo>
                    <a:pt x="11528" y="14556"/>
                  </a:lnTo>
                  <a:lnTo>
                    <a:pt x="11723" y="14581"/>
                  </a:lnTo>
                  <a:lnTo>
                    <a:pt x="11919" y="14630"/>
                  </a:lnTo>
                  <a:lnTo>
                    <a:pt x="12212" y="14752"/>
                  </a:lnTo>
                  <a:lnTo>
                    <a:pt x="12456" y="14874"/>
                  </a:lnTo>
                  <a:lnTo>
                    <a:pt x="12456" y="11308"/>
                  </a:lnTo>
                  <a:lnTo>
                    <a:pt x="13897" y="7987"/>
                  </a:lnTo>
                  <a:lnTo>
                    <a:pt x="13970" y="7791"/>
                  </a:lnTo>
                  <a:lnTo>
                    <a:pt x="13995" y="7596"/>
                  </a:lnTo>
                  <a:lnTo>
                    <a:pt x="13970" y="7425"/>
                  </a:lnTo>
                  <a:lnTo>
                    <a:pt x="13921" y="7278"/>
                  </a:lnTo>
                  <a:lnTo>
                    <a:pt x="13824" y="7132"/>
                  </a:lnTo>
                  <a:lnTo>
                    <a:pt x="13701" y="6985"/>
                  </a:lnTo>
                  <a:lnTo>
                    <a:pt x="13555" y="6863"/>
                  </a:lnTo>
                  <a:lnTo>
                    <a:pt x="13384" y="6765"/>
                  </a:lnTo>
                  <a:lnTo>
                    <a:pt x="12505" y="6423"/>
                  </a:lnTo>
                  <a:lnTo>
                    <a:pt x="12505" y="3542"/>
                  </a:lnTo>
                  <a:lnTo>
                    <a:pt x="10820" y="3542"/>
                  </a:lnTo>
                  <a:lnTo>
                    <a:pt x="10820" y="2027"/>
                  </a:lnTo>
                  <a:lnTo>
                    <a:pt x="8450" y="2027"/>
                  </a:lnTo>
                  <a:lnTo>
                    <a:pt x="845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229" name="Google Shape;921;p47">
            <a:extLst>
              <a:ext uri="{FF2B5EF4-FFF2-40B4-BE49-F238E27FC236}">
                <a16:creationId xmlns:a16="http://schemas.microsoft.com/office/drawing/2014/main" xmlns="" id="{E2C6489A-487F-71E2-0C3E-ED02AA29D569}"/>
              </a:ext>
            </a:extLst>
          </p:cNvPr>
          <p:cNvSpPr/>
          <p:nvPr/>
        </p:nvSpPr>
        <p:spPr>
          <a:xfrm>
            <a:off x="3545400" y="4713433"/>
            <a:ext cx="275558" cy="162571"/>
          </a:xfrm>
          <a:custGeom>
            <a:avLst/>
            <a:gdLst/>
            <a:ahLst/>
            <a:cxnLst/>
            <a:rect l="l" t="t" r="r" b="b"/>
            <a:pathLst>
              <a:path w="22274" h="13141" extrusionOk="0">
                <a:moveTo>
                  <a:pt x="14532" y="3786"/>
                </a:moveTo>
                <a:lnTo>
                  <a:pt x="11747" y="7084"/>
                </a:lnTo>
                <a:lnTo>
                  <a:pt x="11577" y="7035"/>
                </a:lnTo>
                <a:lnTo>
                  <a:pt x="11406" y="6986"/>
                </a:lnTo>
                <a:lnTo>
                  <a:pt x="11235" y="6937"/>
                </a:lnTo>
                <a:lnTo>
                  <a:pt x="10893" y="6937"/>
                </a:lnTo>
                <a:lnTo>
                  <a:pt x="10746" y="6961"/>
                </a:lnTo>
                <a:lnTo>
                  <a:pt x="9207" y="3786"/>
                </a:lnTo>
                <a:close/>
                <a:moveTo>
                  <a:pt x="7034" y="6082"/>
                </a:moveTo>
                <a:lnTo>
                  <a:pt x="7229" y="6302"/>
                </a:lnTo>
                <a:lnTo>
                  <a:pt x="7400" y="6522"/>
                </a:lnTo>
                <a:lnTo>
                  <a:pt x="7571" y="6766"/>
                </a:lnTo>
                <a:lnTo>
                  <a:pt x="7718" y="7010"/>
                </a:lnTo>
                <a:lnTo>
                  <a:pt x="7840" y="7279"/>
                </a:lnTo>
                <a:lnTo>
                  <a:pt x="7937" y="7572"/>
                </a:lnTo>
                <a:lnTo>
                  <a:pt x="8011" y="7841"/>
                </a:lnTo>
                <a:lnTo>
                  <a:pt x="8060" y="8134"/>
                </a:lnTo>
                <a:lnTo>
                  <a:pt x="5422" y="8134"/>
                </a:lnTo>
                <a:lnTo>
                  <a:pt x="7034" y="6082"/>
                </a:lnTo>
                <a:close/>
                <a:moveTo>
                  <a:pt x="8475" y="4275"/>
                </a:moveTo>
                <a:lnTo>
                  <a:pt x="9965" y="7352"/>
                </a:lnTo>
                <a:lnTo>
                  <a:pt x="9769" y="7523"/>
                </a:lnTo>
                <a:lnTo>
                  <a:pt x="9623" y="7743"/>
                </a:lnTo>
                <a:lnTo>
                  <a:pt x="9525" y="7963"/>
                </a:lnTo>
                <a:lnTo>
                  <a:pt x="9427" y="8183"/>
                </a:lnTo>
                <a:lnTo>
                  <a:pt x="9061" y="8183"/>
                </a:lnTo>
                <a:lnTo>
                  <a:pt x="8988" y="7767"/>
                </a:lnTo>
                <a:lnTo>
                  <a:pt x="8890" y="7377"/>
                </a:lnTo>
                <a:lnTo>
                  <a:pt x="8768" y="6986"/>
                </a:lnTo>
                <a:lnTo>
                  <a:pt x="8597" y="6619"/>
                </a:lnTo>
                <a:lnTo>
                  <a:pt x="8402" y="6253"/>
                </a:lnTo>
                <a:lnTo>
                  <a:pt x="8182" y="5936"/>
                </a:lnTo>
                <a:lnTo>
                  <a:pt x="7937" y="5618"/>
                </a:lnTo>
                <a:lnTo>
                  <a:pt x="7644" y="5325"/>
                </a:lnTo>
                <a:lnTo>
                  <a:pt x="8475" y="4275"/>
                </a:lnTo>
                <a:close/>
                <a:moveTo>
                  <a:pt x="11161" y="8012"/>
                </a:moveTo>
                <a:lnTo>
                  <a:pt x="11259" y="8060"/>
                </a:lnTo>
                <a:lnTo>
                  <a:pt x="11381" y="8109"/>
                </a:lnTo>
                <a:lnTo>
                  <a:pt x="11454" y="8183"/>
                </a:lnTo>
                <a:lnTo>
                  <a:pt x="11528" y="8280"/>
                </a:lnTo>
                <a:lnTo>
                  <a:pt x="11577" y="8378"/>
                </a:lnTo>
                <a:lnTo>
                  <a:pt x="11625" y="8476"/>
                </a:lnTo>
                <a:lnTo>
                  <a:pt x="11625" y="8598"/>
                </a:lnTo>
                <a:lnTo>
                  <a:pt x="11625" y="8695"/>
                </a:lnTo>
                <a:lnTo>
                  <a:pt x="11577" y="8818"/>
                </a:lnTo>
                <a:lnTo>
                  <a:pt x="11528" y="8915"/>
                </a:lnTo>
                <a:lnTo>
                  <a:pt x="11454" y="9013"/>
                </a:lnTo>
                <a:lnTo>
                  <a:pt x="11381" y="9062"/>
                </a:lnTo>
                <a:lnTo>
                  <a:pt x="11259" y="9135"/>
                </a:lnTo>
                <a:lnTo>
                  <a:pt x="11161" y="9159"/>
                </a:lnTo>
                <a:lnTo>
                  <a:pt x="11039" y="9184"/>
                </a:lnTo>
                <a:lnTo>
                  <a:pt x="10942" y="9159"/>
                </a:lnTo>
                <a:lnTo>
                  <a:pt x="10819" y="9135"/>
                </a:lnTo>
                <a:lnTo>
                  <a:pt x="10722" y="9062"/>
                </a:lnTo>
                <a:lnTo>
                  <a:pt x="10624" y="9013"/>
                </a:lnTo>
                <a:lnTo>
                  <a:pt x="10575" y="8915"/>
                </a:lnTo>
                <a:lnTo>
                  <a:pt x="10502" y="8818"/>
                </a:lnTo>
                <a:lnTo>
                  <a:pt x="10477" y="8695"/>
                </a:lnTo>
                <a:lnTo>
                  <a:pt x="10453" y="8598"/>
                </a:lnTo>
                <a:lnTo>
                  <a:pt x="10477" y="8476"/>
                </a:lnTo>
                <a:lnTo>
                  <a:pt x="10502" y="8378"/>
                </a:lnTo>
                <a:lnTo>
                  <a:pt x="10575" y="8280"/>
                </a:lnTo>
                <a:lnTo>
                  <a:pt x="10624" y="8183"/>
                </a:lnTo>
                <a:lnTo>
                  <a:pt x="10722" y="8109"/>
                </a:lnTo>
                <a:lnTo>
                  <a:pt x="10819" y="8060"/>
                </a:lnTo>
                <a:lnTo>
                  <a:pt x="10942" y="8012"/>
                </a:lnTo>
                <a:close/>
                <a:moveTo>
                  <a:pt x="4811" y="5081"/>
                </a:moveTo>
                <a:lnTo>
                  <a:pt x="5056" y="5105"/>
                </a:lnTo>
                <a:lnTo>
                  <a:pt x="5275" y="5154"/>
                </a:lnTo>
                <a:lnTo>
                  <a:pt x="5520" y="5203"/>
                </a:lnTo>
                <a:lnTo>
                  <a:pt x="5739" y="5276"/>
                </a:lnTo>
                <a:lnTo>
                  <a:pt x="5959" y="5374"/>
                </a:lnTo>
                <a:lnTo>
                  <a:pt x="6179" y="5472"/>
                </a:lnTo>
                <a:lnTo>
                  <a:pt x="6374" y="5569"/>
                </a:lnTo>
                <a:lnTo>
                  <a:pt x="4640" y="7816"/>
                </a:lnTo>
                <a:lnTo>
                  <a:pt x="4396" y="7816"/>
                </a:lnTo>
                <a:lnTo>
                  <a:pt x="4250" y="7865"/>
                </a:lnTo>
                <a:lnTo>
                  <a:pt x="4127" y="7938"/>
                </a:lnTo>
                <a:lnTo>
                  <a:pt x="4005" y="8036"/>
                </a:lnTo>
                <a:lnTo>
                  <a:pt x="3908" y="8158"/>
                </a:lnTo>
                <a:lnTo>
                  <a:pt x="3834" y="8280"/>
                </a:lnTo>
                <a:lnTo>
                  <a:pt x="3786" y="8427"/>
                </a:lnTo>
                <a:lnTo>
                  <a:pt x="3761" y="8598"/>
                </a:lnTo>
                <a:lnTo>
                  <a:pt x="3786" y="8744"/>
                </a:lnTo>
                <a:lnTo>
                  <a:pt x="3834" y="8891"/>
                </a:lnTo>
                <a:lnTo>
                  <a:pt x="3908" y="9037"/>
                </a:lnTo>
                <a:lnTo>
                  <a:pt x="4005" y="9135"/>
                </a:lnTo>
                <a:lnTo>
                  <a:pt x="4127" y="9233"/>
                </a:lnTo>
                <a:lnTo>
                  <a:pt x="4250" y="9306"/>
                </a:lnTo>
                <a:lnTo>
                  <a:pt x="4396" y="9355"/>
                </a:lnTo>
                <a:lnTo>
                  <a:pt x="4543" y="9379"/>
                </a:lnTo>
                <a:lnTo>
                  <a:pt x="4738" y="9355"/>
                </a:lnTo>
                <a:lnTo>
                  <a:pt x="4933" y="9282"/>
                </a:lnTo>
                <a:lnTo>
                  <a:pt x="5080" y="9159"/>
                </a:lnTo>
                <a:lnTo>
                  <a:pt x="5227" y="9013"/>
                </a:lnTo>
                <a:lnTo>
                  <a:pt x="8060" y="9013"/>
                </a:lnTo>
                <a:lnTo>
                  <a:pt x="8011" y="9330"/>
                </a:lnTo>
                <a:lnTo>
                  <a:pt x="7937" y="9648"/>
                </a:lnTo>
                <a:lnTo>
                  <a:pt x="7815" y="9965"/>
                </a:lnTo>
                <a:lnTo>
                  <a:pt x="7693" y="10259"/>
                </a:lnTo>
                <a:lnTo>
                  <a:pt x="7522" y="10527"/>
                </a:lnTo>
                <a:lnTo>
                  <a:pt x="7351" y="10771"/>
                </a:lnTo>
                <a:lnTo>
                  <a:pt x="7156" y="11016"/>
                </a:lnTo>
                <a:lnTo>
                  <a:pt x="6912" y="11235"/>
                </a:lnTo>
                <a:lnTo>
                  <a:pt x="6667" y="11431"/>
                </a:lnTo>
                <a:lnTo>
                  <a:pt x="6423" y="11626"/>
                </a:lnTo>
                <a:lnTo>
                  <a:pt x="6130" y="11773"/>
                </a:lnTo>
                <a:lnTo>
                  <a:pt x="5837" y="11895"/>
                </a:lnTo>
                <a:lnTo>
                  <a:pt x="5544" y="12017"/>
                </a:lnTo>
                <a:lnTo>
                  <a:pt x="5227" y="12090"/>
                </a:lnTo>
                <a:lnTo>
                  <a:pt x="4885" y="12139"/>
                </a:lnTo>
                <a:lnTo>
                  <a:pt x="4201" y="12139"/>
                </a:lnTo>
                <a:lnTo>
                  <a:pt x="3834" y="12066"/>
                </a:lnTo>
                <a:lnTo>
                  <a:pt x="3517" y="11993"/>
                </a:lnTo>
                <a:lnTo>
                  <a:pt x="3175" y="11870"/>
                </a:lnTo>
                <a:lnTo>
                  <a:pt x="2882" y="11724"/>
                </a:lnTo>
                <a:lnTo>
                  <a:pt x="2589" y="11553"/>
                </a:lnTo>
                <a:lnTo>
                  <a:pt x="2320" y="11333"/>
                </a:lnTo>
                <a:lnTo>
                  <a:pt x="2052" y="11113"/>
                </a:lnTo>
                <a:lnTo>
                  <a:pt x="1832" y="10869"/>
                </a:lnTo>
                <a:lnTo>
                  <a:pt x="1636" y="10576"/>
                </a:lnTo>
                <a:lnTo>
                  <a:pt x="1441" y="10283"/>
                </a:lnTo>
                <a:lnTo>
                  <a:pt x="1294" y="9990"/>
                </a:lnTo>
                <a:lnTo>
                  <a:pt x="1172" y="9672"/>
                </a:lnTo>
                <a:lnTo>
                  <a:pt x="1099" y="9330"/>
                </a:lnTo>
                <a:lnTo>
                  <a:pt x="1050" y="8964"/>
                </a:lnTo>
                <a:lnTo>
                  <a:pt x="1026" y="8598"/>
                </a:lnTo>
                <a:lnTo>
                  <a:pt x="1050" y="8256"/>
                </a:lnTo>
                <a:lnTo>
                  <a:pt x="1099" y="7889"/>
                </a:lnTo>
                <a:lnTo>
                  <a:pt x="1172" y="7548"/>
                </a:lnTo>
                <a:lnTo>
                  <a:pt x="1294" y="7230"/>
                </a:lnTo>
                <a:lnTo>
                  <a:pt x="1441" y="6913"/>
                </a:lnTo>
                <a:lnTo>
                  <a:pt x="1636" y="6644"/>
                </a:lnTo>
                <a:lnTo>
                  <a:pt x="1832" y="6351"/>
                </a:lnTo>
                <a:lnTo>
                  <a:pt x="2052" y="6107"/>
                </a:lnTo>
                <a:lnTo>
                  <a:pt x="2320" y="5887"/>
                </a:lnTo>
                <a:lnTo>
                  <a:pt x="2589" y="5667"/>
                </a:lnTo>
                <a:lnTo>
                  <a:pt x="2882" y="5496"/>
                </a:lnTo>
                <a:lnTo>
                  <a:pt x="3175" y="5349"/>
                </a:lnTo>
                <a:lnTo>
                  <a:pt x="3517" y="5227"/>
                </a:lnTo>
                <a:lnTo>
                  <a:pt x="3834" y="5154"/>
                </a:lnTo>
                <a:lnTo>
                  <a:pt x="4201" y="5081"/>
                </a:lnTo>
                <a:close/>
                <a:moveTo>
                  <a:pt x="18097" y="5081"/>
                </a:moveTo>
                <a:lnTo>
                  <a:pt x="18464" y="5154"/>
                </a:lnTo>
                <a:lnTo>
                  <a:pt x="18806" y="5227"/>
                </a:lnTo>
                <a:lnTo>
                  <a:pt x="19123" y="5349"/>
                </a:lnTo>
                <a:lnTo>
                  <a:pt x="19441" y="5496"/>
                </a:lnTo>
                <a:lnTo>
                  <a:pt x="19734" y="5667"/>
                </a:lnTo>
                <a:lnTo>
                  <a:pt x="20002" y="5887"/>
                </a:lnTo>
                <a:lnTo>
                  <a:pt x="20247" y="6107"/>
                </a:lnTo>
                <a:lnTo>
                  <a:pt x="20466" y="6351"/>
                </a:lnTo>
                <a:lnTo>
                  <a:pt x="20686" y="6644"/>
                </a:lnTo>
                <a:lnTo>
                  <a:pt x="20857" y="6913"/>
                </a:lnTo>
                <a:lnTo>
                  <a:pt x="21004" y="7230"/>
                </a:lnTo>
                <a:lnTo>
                  <a:pt x="21126" y="7548"/>
                </a:lnTo>
                <a:lnTo>
                  <a:pt x="21199" y="7889"/>
                </a:lnTo>
                <a:lnTo>
                  <a:pt x="21272" y="8256"/>
                </a:lnTo>
                <a:lnTo>
                  <a:pt x="21272" y="8598"/>
                </a:lnTo>
                <a:lnTo>
                  <a:pt x="21272" y="8964"/>
                </a:lnTo>
                <a:lnTo>
                  <a:pt x="21199" y="9330"/>
                </a:lnTo>
                <a:lnTo>
                  <a:pt x="21126" y="9672"/>
                </a:lnTo>
                <a:lnTo>
                  <a:pt x="21004" y="9990"/>
                </a:lnTo>
                <a:lnTo>
                  <a:pt x="20857" y="10283"/>
                </a:lnTo>
                <a:lnTo>
                  <a:pt x="20686" y="10576"/>
                </a:lnTo>
                <a:lnTo>
                  <a:pt x="20466" y="10869"/>
                </a:lnTo>
                <a:lnTo>
                  <a:pt x="20247" y="11113"/>
                </a:lnTo>
                <a:lnTo>
                  <a:pt x="20002" y="11333"/>
                </a:lnTo>
                <a:lnTo>
                  <a:pt x="19734" y="11553"/>
                </a:lnTo>
                <a:lnTo>
                  <a:pt x="19441" y="11724"/>
                </a:lnTo>
                <a:lnTo>
                  <a:pt x="19123" y="11870"/>
                </a:lnTo>
                <a:lnTo>
                  <a:pt x="18806" y="11993"/>
                </a:lnTo>
                <a:lnTo>
                  <a:pt x="18464" y="12066"/>
                </a:lnTo>
                <a:lnTo>
                  <a:pt x="18097" y="12139"/>
                </a:lnTo>
                <a:lnTo>
                  <a:pt x="17389" y="12139"/>
                </a:lnTo>
                <a:lnTo>
                  <a:pt x="17023" y="12066"/>
                </a:lnTo>
                <a:lnTo>
                  <a:pt x="16705" y="11993"/>
                </a:lnTo>
                <a:lnTo>
                  <a:pt x="16363" y="11870"/>
                </a:lnTo>
                <a:lnTo>
                  <a:pt x="16070" y="11724"/>
                </a:lnTo>
                <a:lnTo>
                  <a:pt x="15777" y="11553"/>
                </a:lnTo>
                <a:lnTo>
                  <a:pt x="15509" y="11333"/>
                </a:lnTo>
                <a:lnTo>
                  <a:pt x="15240" y="11113"/>
                </a:lnTo>
                <a:lnTo>
                  <a:pt x="15020" y="10869"/>
                </a:lnTo>
                <a:lnTo>
                  <a:pt x="14825" y="10576"/>
                </a:lnTo>
                <a:lnTo>
                  <a:pt x="14629" y="10283"/>
                </a:lnTo>
                <a:lnTo>
                  <a:pt x="14483" y="9990"/>
                </a:lnTo>
                <a:lnTo>
                  <a:pt x="14361" y="9672"/>
                </a:lnTo>
                <a:lnTo>
                  <a:pt x="14287" y="9330"/>
                </a:lnTo>
                <a:lnTo>
                  <a:pt x="14239" y="8964"/>
                </a:lnTo>
                <a:lnTo>
                  <a:pt x="14214" y="8598"/>
                </a:lnTo>
                <a:lnTo>
                  <a:pt x="14214" y="8354"/>
                </a:lnTo>
                <a:lnTo>
                  <a:pt x="14239" y="8109"/>
                </a:lnTo>
                <a:lnTo>
                  <a:pt x="14287" y="7889"/>
                </a:lnTo>
                <a:lnTo>
                  <a:pt x="14336" y="7645"/>
                </a:lnTo>
                <a:lnTo>
                  <a:pt x="14410" y="7425"/>
                </a:lnTo>
                <a:lnTo>
                  <a:pt x="14507" y="7206"/>
                </a:lnTo>
                <a:lnTo>
                  <a:pt x="14605" y="6986"/>
                </a:lnTo>
                <a:lnTo>
                  <a:pt x="14703" y="6790"/>
                </a:lnTo>
                <a:lnTo>
                  <a:pt x="14849" y="6595"/>
                </a:lnTo>
                <a:lnTo>
                  <a:pt x="14971" y="6424"/>
                </a:lnTo>
                <a:lnTo>
                  <a:pt x="15118" y="6229"/>
                </a:lnTo>
                <a:lnTo>
                  <a:pt x="15289" y="6082"/>
                </a:lnTo>
                <a:lnTo>
                  <a:pt x="15460" y="5911"/>
                </a:lnTo>
                <a:lnTo>
                  <a:pt x="15631" y="5765"/>
                </a:lnTo>
                <a:lnTo>
                  <a:pt x="15826" y="5643"/>
                </a:lnTo>
                <a:lnTo>
                  <a:pt x="16022" y="5520"/>
                </a:lnTo>
                <a:lnTo>
                  <a:pt x="17096" y="8134"/>
                </a:lnTo>
                <a:lnTo>
                  <a:pt x="17023" y="8231"/>
                </a:lnTo>
                <a:lnTo>
                  <a:pt x="16974" y="8354"/>
                </a:lnTo>
                <a:lnTo>
                  <a:pt x="16950" y="8476"/>
                </a:lnTo>
                <a:lnTo>
                  <a:pt x="16925" y="8598"/>
                </a:lnTo>
                <a:lnTo>
                  <a:pt x="16950" y="8744"/>
                </a:lnTo>
                <a:lnTo>
                  <a:pt x="16998" y="8891"/>
                </a:lnTo>
                <a:lnTo>
                  <a:pt x="17072" y="9037"/>
                </a:lnTo>
                <a:lnTo>
                  <a:pt x="17169" y="9135"/>
                </a:lnTo>
                <a:lnTo>
                  <a:pt x="17292" y="9233"/>
                </a:lnTo>
                <a:lnTo>
                  <a:pt x="17414" y="9306"/>
                </a:lnTo>
                <a:lnTo>
                  <a:pt x="17560" y="9355"/>
                </a:lnTo>
                <a:lnTo>
                  <a:pt x="17731" y="9379"/>
                </a:lnTo>
                <a:lnTo>
                  <a:pt x="17878" y="9355"/>
                </a:lnTo>
                <a:lnTo>
                  <a:pt x="18024" y="9306"/>
                </a:lnTo>
                <a:lnTo>
                  <a:pt x="18146" y="9233"/>
                </a:lnTo>
                <a:lnTo>
                  <a:pt x="18268" y="9135"/>
                </a:lnTo>
                <a:lnTo>
                  <a:pt x="18366" y="9037"/>
                </a:lnTo>
                <a:lnTo>
                  <a:pt x="18439" y="8891"/>
                </a:lnTo>
                <a:lnTo>
                  <a:pt x="18488" y="8744"/>
                </a:lnTo>
                <a:lnTo>
                  <a:pt x="18513" y="8598"/>
                </a:lnTo>
                <a:lnTo>
                  <a:pt x="18488" y="8451"/>
                </a:lnTo>
                <a:lnTo>
                  <a:pt x="18464" y="8329"/>
                </a:lnTo>
                <a:lnTo>
                  <a:pt x="18391" y="8207"/>
                </a:lnTo>
                <a:lnTo>
                  <a:pt x="18317" y="8085"/>
                </a:lnTo>
                <a:lnTo>
                  <a:pt x="18220" y="7987"/>
                </a:lnTo>
                <a:lnTo>
                  <a:pt x="18122" y="7914"/>
                </a:lnTo>
                <a:lnTo>
                  <a:pt x="18000" y="7865"/>
                </a:lnTo>
                <a:lnTo>
                  <a:pt x="17853" y="7816"/>
                </a:lnTo>
                <a:lnTo>
                  <a:pt x="16803" y="5203"/>
                </a:lnTo>
                <a:lnTo>
                  <a:pt x="17023" y="5154"/>
                </a:lnTo>
                <a:lnTo>
                  <a:pt x="17267" y="5105"/>
                </a:lnTo>
                <a:lnTo>
                  <a:pt x="17511" y="5081"/>
                </a:lnTo>
                <a:close/>
                <a:moveTo>
                  <a:pt x="6252" y="1"/>
                </a:moveTo>
                <a:lnTo>
                  <a:pt x="6179" y="25"/>
                </a:lnTo>
                <a:lnTo>
                  <a:pt x="6106" y="74"/>
                </a:lnTo>
                <a:lnTo>
                  <a:pt x="6057" y="123"/>
                </a:lnTo>
                <a:lnTo>
                  <a:pt x="6008" y="196"/>
                </a:lnTo>
                <a:lnTo>
                  <a:pt x="5959" y="245"/>
                </a:lnTo>
                <a:lnTo>
                  <a:pt x="5935" y="343"/>
                </a:lnTo>
                <a:lnTo>
                  <a:pt x="5935" y="416"/>
                </a:lnTo>
                <a:lnTo>
                  <a:pt x="5959" y="660"/>
                </a:lnTo>
                <a:lnTo>
                  <a:pt x="6057" y="978"/>
                </a:lnTo>
                <a:lnTo>
                  <a:pt x="6106" y="1124"/>
                </a:lnTo>
                <a:lnTo>
                  <a:pt x="6179" y="1222"/>
                </a:lnTo>
                <a:lnTo>
                  <a:pt x="6252" y="1320"/>
                </a:lnTo>
                <a:lnTo>
                  <a:pt x="6350" y="1344"/>
                </a:lnTo>
                <a:lnTo>
                  <a:pt x="7107" y="1344"/>
                </a:lnTo>
                <a:lnTo>
                  <a:pt x="8084" y="3396"/>
                </a:lnTo>
                <a:lnTo>
                  <a:pt x="6985" y="4788"/>
                </a:lnTo>
                <a:lnTo>
                  <a:pt x="6716" y="4617"/>
                </a:lnTo>
                <a:lnTo>
                  <a:pt x="6423" y="4470"/>
                </a:lnTo>
                <a:lnTo>
                  <a:pt x="6130" y="4348"/>
                </a:lnTo>
                <a:lnTo>
                  <a:pt x="5813" y="4250"/>
                </a:lnTo>
                <a:lnTo>
                  <a:pt x="5495" y="4177"/>
                </a:lnTo>
                <a:lnTo>
                  <a:pt x="5178" y="4104"/>
                </a:lnTo>
                <a:lnTo>
                  <a:pt x="4860" y="4079"/>
                </a:lnTo>
                <a:lnTo>
                  <a:pt x="4030" y="4079"/>
                </a:lnTo>
                <a:lnTo>
                  <a:pt x="3590" y="4153"/>
                </a:lnTo>
                <a:lnTo>
                  <a:pt x="3151" y="4275"/>
                </a:lnTo>
                <a:lnTo>
                  <a:pt x="2735" y="4421"/>
                </a:lnTo>
                <a:lnTo>
                  <a:pt x="2345" y="4617"/>
                </a:lnTo>
                <a:lnTo>
                  <a:pt x="1978" y="4837"/>
                </a:lnTo>
                <a:lnTo>
                  <a:pt x="1636" y="5105"/>
                </a:lnTo>
                <a:lnTo>
                  <a:pt x="1319" y="5398"/>
                </a:lnTo>
                <a:lnTo>
                  <a:pt x="1026" y="5716"/>
                </a:lnTo>
                <a:lnTo>
                  <a:pt x="782" y="6058"/>
                </a:lnTo>
                <a:lnTo>
                  <a:pt x="537" y="6449"/>
                </a:lnTo>
                <a:lnTo>
                  <a:pt x="366" y="6839"/>
                </a:lnTo>
                <a:lnTo>
                  <a:pt x="220" y="7254"/>
                </a:lnTo>
                <a:lnTo>
                  <a:pt x="98" y="7670"/>
                </a:lnTo>
                <a:lnTo>
                  <a:pt x="24" y="8134"/>
                </a:lnTo>
                <a:lnTo>
                  <a:pt x="0" y="8598"/>
                </a:lnTo>
                <a:lnTo>
                  <a:pt x="24" y="9062"/>
                </a:lnTo>
                <a:lnTo>
                  <a:pt x="98" y="9501"/>
                </a:lnTo>
                <a:lnTo>
                  <a:pt x="220" y="9941"/>
                </a:lnTo>
                <a:lnTo>
                  <a:pt x="366" y="10356"/>
                </a:lnTo>
                <a:lnTo>
                  <a:pt x="562" y="10747"/>
                </a:lnTo>
                <a:lnTo>
                  <a:pt x="782" y="11138"/>
                </a:lnTo>
                <a:lnTo>
                  <a:pt x="1050" y="11480"/>
                </a:lnTo>
                <a:lnTo>
                  <a:pt x="1343" y="11797"/>
                </a:lnTo>
                <a:lnTo>
                  <a:pt x="1661" y="12090"/>
                </a:lnTo>
                <a:lnTo>
                  <a:pt x="2003" y="12359"/>
                </a:lnTo>
                <a:lnTo>
                  <a:pt x="2369" y="12579"/>
                </a:lnTo>
                <a:lnTo>
                  <a:pt x="2760" y="12774"/>
                </a:lnTo>
                <a:lnTo>
                  <a:pt x="3175" y="12945"/>
                </a:lnTo>
                <a:lnTo>
                  <a:pt x="3615" y="13043"/>
                </a:lnTo>
                <a:lnTo>
                  <a:pt x="4079" y="13116"/>
                </a:lnTo>
                <a:lnTo>
                  <a:pt x="4518" y="13140"/>
                </a:lnTo>
                <a:lnTo>
                  <a:pt x="4982" y="13116"/>
                </a:lnTo>
                <a:lnTo>
                  <a:pt x="5397" y="13043"/>
                </a:lnTo>
                <a:lnTo>
                  <a:pt x="5813" y="12945"/>
                </a:lnTo>
                <a:lnTo>
                  <a:pt x="6228" y="12823"/>
                </a:lnTo>
                <a:lnTo>
                  <a:pt x="6594" y="12628"/>
                </a:lnTo>
                <a:lnTo>
                  <a:pt x="6961" y="12432"/>
                </a:lnTo>
                <a:lnTo>
                  <a:pt x="7302" y="12188"/>
                </a:lnTo>
                <a:lnTo>
                  <a:pt x="7620" y="11919"/>
                </a:lnTo>
                <a:lnTo>
                  <a:pt x="7913" y="11626"/>
                </a:lnTo>
                <a:lnTo>
                  <a:pt x="8182" y="11309"/>
                </a:lnTo>
                <a:lnTo>
                  <a:pt x="8402" y="10967"/>
                </a:lnTo>
                <a:lnTo>
                  <a:pt x="8597" y="10625"/>
                </a:lnTo>
                <a:lnTo>
                  <a:pt x="8768" y="10234"/>
                </a:lnTo>
                <a:lnTo>
                  <a:pt x="8890" y="9843"/>
                </a:lnTo>
                <a:lnTo>
                  <a:pt x="8988" y="9428"/>
                </a:lnTo>
                <a:lnTo>
                  <a:pt x="9061" y="9013"/>
                </a:lnTo>
                <a:lnTo>
                  <a:pt x="9427" y="9013"/>
                </a:lnTo>
                <a:lnTo>
                  <a:pt x="9525" y="9282"/>
                </a:lnTo>
                <a:lnTo>
                  <a:pt x="9647" y="9501"/>
                </a:lnTo>
                <a:lnTo>
                  <a:pt x="9818" y="9721"/>
                </a:lnTo>
                <a:lnTo>
                  <a:pt x="10013" y="9892"/>
                </a:lnTo>
                <a:lnTo>
                  <a:pt x="10233" y="10039"/>
                </a:lnTo>
                <a:lnTo>
                  <a:pt x="10477" y="10161"/>
                </a:lnTo>
                <a:lnTo>
                  <a:pt x="10746" y="10234"/>
                </a:lnTo>
                <a:lnTo>
                  <a:pt x="11186" y="10234"/>
                </a:lnTo>
                <a:lnTo>
                  <a:pt x="11357" y="10210"/>
                </a:lnTo>
                <a:lnTo>
                  <a:pt x="11503" y="10161"/>
                </a:lnTo>
                <a:lnTo>
                  <a:pt x="11674" y="10112"/>
                </a:lnTo>
                <a:lnTo>
                  <a:pt x="11821" y="10039"/>
                </a:lnTo>
                <a:lnTo>
                  <a:pt x="11943" y="9965"/>
                </a:lnTo>
                <a:lnTo>
                  <a:pt x="12065" y="9868"/>
                </a:lnTo>
                <a:lnTo>
                  <a:pt x="12187" y="9770"/>
                </a:lnTo>
                <a:lnTo>
                  <a:pt x="12309" y="9648"/>
                </a:lnTo>
                <a:lnTo>
                  <a:pt x="12382" y="9526"/>
                </a:lnTo>
                <a:lnTo>
                  <a:pt x="12480" y="9379"/>
                </a:lnTo>
                <a:lnTo>
                  <a:pt x="12553" y="9233"/>
                </a:lnTo>
                <a:lnTo>
                  <a:pt x="12602" y="9086"/>
                </a:lnTo>
                <a:lnTo>
                  <a:pt x="12651" y="8915"/>
                </a:lnTo>
                <a:lnTo>
                  <a:pt x="12676" y="8769"/>
                </a:lnTo>
                <a:lnTo>
                  <a:pt x="12676" y="8598"/>
                </a:lnTo>
                <a:lnTo>
                  <a:pt x="12651" y="8329"/>
                </a:lnTo>
                <a:lnTo>
                  <a:pt x="12602" y="8085"/>
                </a:lnTo>
                <a:lnTo>
                  <a:pt x="12505" y="7865"/>
                </a:lnTo>
                <a:lnTo>
                  <a:pt x="12358" y="7645"/>
                </a:lnTo>
                <a:lnTo>
                  <a:pt x="15411" y="4055"/>
                </a:lnTo>
                <a:lnTo>
                  <a:pt x="15631" y="4592"/>
                </a:lnTo>
                <a:lnTo>
                  <a:pt x="15362" y="4739"/>
                </a:lnTo>
                <a:lnTo>
                  <a:pt x="15093" y="4910"/>
                </a:lnTo>
                <a:lnTo>
                  <a:pt x="14849" y="5105"/>
                </a:lnTo>
                <a:lnTo>
                  <a:pt x="14605" y="5301"/>
                </a:lnTo>
                <a:lnTo>
                  <a:pt x="14385" y="5520"/>
                </a:lnTo>
                <a:lnTo>
                  <a:pt x="14190" y="5765"/>
                </a:lnTo>
                <a:lnTo>
                  <a:pt x="14019" y="6009"/>
                </a:lnTo>
                <a:lnTo>
                  <a:pt x="13848" y="6253"/>
                </a:lnTo>
                <a:lnTo>
                  <a:pt x="13701" y="6522"/>
                </a:lnTo>
                <a:lnTo>
                  <a:pt x="13579" y="6790"/>
                </a:lnTo>
                <a:lnTo>
                  <a:pt x="13457" y="7084"/>
                </a:lnTo>
                <a:lnTo>
                  <a:pt x="13359" y="7377"/>
                </a:lnTo>
                <a:lnTo>
                  <a:pt x="13286" y="7670"/>
                </a:lnTo>
                <a:lnTo>
                  <a:pt x="13237" y="7963"/>
                </a:lnTo>
                <a:lnTo>
                  <a:pt x="13213" y="8280"/>
                </a:lnTo>
                <a:lnTo>
                  <a:pt x="13188" y="8598"/>
                </a:lnTo>
                <a:lnTo>
                  <a:pt x="13213" y="9062"/>
                </a:lnTo>
                <a:lnTo>
                  <a:pt x="13286" y="9501"/>
                </a:lnTo>
                <a:lnTo>
                  <a:pt x="13408" y="9941"/>
                </a:lnTo>
                <a:lnTo>
                  <a:pt x="13555" y="10356"/>
                </a:lnTo>
                <a:lnTo>
                  <a:pt x="13750" y="10747"/>
                </a:lnTo>
                <a:lnTo>
                  <a:pt x="13970" y="11138"/>
                </a:lnTo>
                <a:lnTo>
                  <a:pt x="14239" y="11480"/>
                </a:lnTo>
                <a:lnTo>
                  <a:pt x="14532" y="11797"/>
                </a:lnTo>
                <a:lnTo>
                  <a:pt x="14849" y="12090"/>
                </a:lnTo>
                <a:lnTo>
                  <a:pt x="15191" y="12359"/>
                </a:lnTo>
                <a:lnTo>
                  <a:pt x="15582" y="12579"/>
                </a:lnTo>
                <a:lnTo>
                  <a:pt x="15973" y="12774"/>
                </a:lnTo>
                <a:lnTo>
                  <a:pt x="16388" y="12945"/>
                </a:lnTo>
                <a:lnTo>
                  <a:pt x="16827" y="13043"/>
                </a:lnTo>
                <a:lnTo>
                  <a:pt x="17267" y="13116"/>
                </a:lnTo>
                <a:lnTo>
                  <a:pt x="17756" y="13140"/>
                </a:lnTo>
                <a:lnTo>
                  <a:pt x="18195" y="13116"/>
                </a:lnTo>
                <a:lnTo>
                  <a:pt x="18659" y="13043"/>
                </a:lnTo>
                <a:lnTo>
                  <a:pt x="19099" y="12945"/>
                </a:lnTo>
                <a:lnTo>
                  <a:pt x="19514" y="12774"/>
                </a:lnTo>
                <a:lnTo>
                  <a:pt x="19905" y="12579"/>
                </a:lnTo>
                <a:lnTo>
                  <a:pt x="20271" y="12359"/>
                </a:lnTo>
                <a:lnTo>
                  <a:pt x="20613" y="12090"/>
                </a:lnTo>
                <a:lnTo>
                  <a:pt x="20931" y="11797"/>
                </a:lnTo>
                <a:lnTo>
                  <a:pt x="21224" y="11480"/>
                </a:lnTo>
                <a:lnTo>
                  <a:pt x="21492" y="11138"/>
                </a:lnTo>
                <a:lnTo>
                  <a:pt x="21712" y="10747"/>
                </a:lnTo>
                <a:lnTo>
                  <a:pt x="21907" y="10356"/>
                </a:lnTo>
                <a:lnTo>
                  <a:pt x="22054" y="9941"/>
                </a:lnTo>
                <a:lnTo>
                  <a:pt x="22176" y="9501"/>
                </a:lnTo>
                <a:lnTo>
                  <a:pt x="22249" y="9062"/>
                </a:lnTo>
                <a:lnTo>
                  <a:pt x="22274" y="8598"/>
                </a:lnTo>
                <a:lnTo>
                  <a:pt x="22249" y="8134"/>
                </a:lnTo>
                <a:lnTo>
                  <a:pt x="22176" y="7670"/>
                </a:lnTo>
                <a:lnTo>
                  <a:pt x="22054" y="7230"/>
                </a:lnTo>
                <a:lnTo>
                  <a:pt x="21907" y="6815"/>
                </a:lnTo>
                <a:lnTo>
                  <a:pt x="21712" y="6424"/>
                </a:lnTo>
                <a:lnTo>
                  <a:pt x="21492" y="6058"/>
                </a:lnTo>
                <a:lnTo>
                  <a:pt x="21224" y="5691"/>
                </a:lnTo>
                <a:lnTo>
                  <a:pt x="20931" y="5374"/>
                </a:lnTo>
                <a:lnTo>
                  <a:pt x="20613" y="5081"/>
                </a:lnTo>
                <a:lnTo>
                  <a:pt x="20271" y="4812"/>
                </a:lnTo>
                <a:lnTo>
                  <a:pt x="19905" y="4592"/>
                </a:lnTo>
                <a:lnTo>
                  <a:pt x="19514" y="4397"/>
                </a:lnTo>
                <a:lnTo>
                  <a:pt x="19099" y="4250"/>
                </a:lnTo>
                <a:lnTo>
                  <a:pt x="18659" y="4128"/>
                </a:lnTo>
                <a:lnTo>
                  <a:pt x="18195" y="4079"/>
                </a:lnTo>
                <a:lnTo>
                  <a:pt x="17756" y="4055"/>
                </a:lnTo>
                <a:lnTo>
                  <a:pt x="17414" y="4055"/>
                </a:lnTo>
                <a:lnTo>
                  <a:pt x="17072" y="4104"/>
                </a:lnTo>
                <a:lnTo>
                  <a:pt x="16754" y="4153"/>
                </a:lnTo>
                <a:lnTo>
                  <a:pt x="16412" y="4250"/>
                </a:lnTo>
                <a:lnTo>
                  <a:pt x="15240" y="1344"/>
                </a:lnTo>
                <a:lnTo>
                  <a:pt x="16144" y="1344"/>
                </a:lnTo>
                <a:lnTo>
                  <a:pt x="15997" y="1515"/>
                </a:lnTo>
                <a:lnTo>
                  <a:pt x="15924" y="1564"/>
                </a:lnTo>
                <a:lnTo>
                  <a:pt x="15899" y="1637"/>
                </a:lnTo>
                <a:lnTo>
                  <a:pt x="15875" y="1735"/>
                </a:lnTo>
                <a:lnTo>
                  <a:pt x="15875" y="1808"/>
                </a:lnTo>
                <a:lnTo>
                  <a:pt x="15875" y="1881"/>
                </a:lnTo>
                <a:lnTo>
                  <a:pt x="15899" y="1955"/>
                </a:lnTo>
                <a:lnTo>
                  <a:pt x="15924" y="2028"/>
                </a:lnTo>
                <a:lnTo>
                  <a:pt x="15997" y="2101"/>
                </a:lnTo>
                <a:lnTo>
                  <a:pt x="16046" y="2150"/>
                </a:lnTo>
                <a:lnTo>
                  <a:pt x="16119" y="2199"/>
                </a:lnTo>
                <a:lnTo>
                  <a:pt x="16192" y="2223"/>
                </a:lnTo>
                <a:lnTo>
                  <a:pt x="16363" y="2223"/>
                </a:lnTo>
                <a:lnTo>
                  <a:pt x="16437" y="2199"/>
                </a:lnTo>
                <a:lnTo>
                  <a:pt x="16510" y="2150"/>
                </a:lnTo>
                <a:lnTo>
                  <a:pt x="16583" y="2101"/>
                </a:lnTo>
                <a:lnTo>
                  <a:pt x="16754" y="1930"/>
                </a:lnTo>
                <a:lnTo>
                  <a:pt x="16852" y="1808"/>
                </a:lnTo>
                <a:lnTo>
                  <a:pt x="16925" y="1662"/>
                </a:lnTo>
                <a:lnTo>
                  <a:pt x="16998" y="1491"/>
                </a:lnTo>
                <a:lnTo>
                  <a:pt x="17047" y="1320"/>
                </a:lnTo>
                <a:lnTo>
                  <a:pt x="17047" y="1124"/>
                </a:lnTo>
                <a:lnTo>
                  <a:pt x="16998" y="953"/>
                </a:lnTo>
                <a:lnTo>
                  <a:pt x="16901" y="807"/>
                </a:lnTo>
                <a:lnTo>
                  <a:pt x="16779" y="685"/>
                </a:lnTo>
                <a:lnTo>
                  <a:pt x="16657" y="587"/>
                </a:lnTo>
                <a:lnTo>
                  <a:pt x="16486" y="538"/>
                </a:lnTo>
                <a:lnTo>
                  <a:pt x="16339" y="489"/>
                </a:lnTo>
                <a:lnTo>
                  <a:pt x="16192" y="465"/>
                </a:lnTo>
                <a:lnTo>
                  <a:pt x="14629" y="465"/>
                </a:lnTo>
                <a:lnTo>
                  <a:pt x="14507" y="489"/>
                </a:lnTo>
                <a:lnTo>
                  <a:pt x="14434" y="514"/>
                </a:lnTo>
                <a:lnTo>
                  <a:pt x="14312" y="611"/>
                </a:lnTo>
                <a:lnTo>
                  <a:pt x="14239" y="709"/>
                </a:lnTo>
                <a:lnTo>
                  <a:pt x="14214" y="807"/>
                </a:lnTo>
                <a:lnTo>
                  <a:pt x="14214" y="929"/>
                </a:lnTo>
                <a:lnTo>
                  <a:pt x="14239" y="1027"/>
                </a:lnTo>
                <a:lnTo>
                  <a:pt x="14996" y="2883"/>
                </a:lnTo>
                <a:lnTo>
                  <a:pt x="8792" y="2883"/>
                </a:lnTo>
                <a:lnTo>
                  <a:pt x="8035" y="1344"/>
                </a:lnTo>
                <a:lnTo>
                  <a:pt x="9427" y="1344"/>
                </a:lnTo>
                <a:lnTo>
                  <a:pt x="9525" y="1320"/>
                </a:lnTo>
                <a:lnTo>
                  <a:pt x="9598" y="1295"/>
                </a:lnTo>
                <a:lnTo>
                  <a:pt x="9672" y="1271"/>
                </a:lnTo>
                <a:lnTo>
                  <a:pt x="9720" y="1222"/>
                </a:lnTo>
                <a:lnTo>
                  <a:pt x="9794" y="1149"/>
                </a:lnTo>
                <a:lnTo>
                  <a:pt x="9818" y="1075"/>
                </a:lnTo>
                <a:lnTo>
                  <a:pt x="9842" y="1002"/>
                </a:lnTo>
                <a:lnTo>
                  <a:pt x="9842" y="904"/>
                </a:lnTo>
                <a:lnTo>
                  <a:pt x="9842" y="831"/>
                </a:lnTo>
                <a:lnTo>
                  <a:pt x="9818" y="734"/>
                </a:lnTo>
                <a:lnTo>
                  <a:pt x="9794" y="685"/>
                </a:lnTo>
                <a:lnTo>
                  <a:pt x="9720" y="611"/>
                </a:lnTo>
                <a:lnTo>
                  <a:pt x="9672" y="563"/>
                </a:lnTo>
                <a:lnTo>
                  <a:pt x="9598" y="514"/>
                </a:lnTo>
                <a:lnTo>
                  <a:pt x="9525" y="489"/>
                </a:lnTo>
                <a:lnTo>
                  <a:pt x="9427" y="489"/>
                </a:lnTo>
                <a:lnTo>
                  <a:pt x="635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230" name="Google Shape;922;p47">
            <a:extLst>
              <a:ext uri="{FF2B5EF4-FFF2-40B4-BE49-F238E27FC236}">
                <a16:creationId xmlns:a16="http://schemas.microsoft.com/office/drawing/2014/main" xmlns="" id="{6A15CAF4-A027-0EC5-0158-005748DC5B13}"/>
              </a:ext>
            </a:extLst>
          </p:cNvPr>
          <p:cNvGrpSpPr/>
          <p:nvPr/>
        </p:nvGrpSpPr>
        <p:grpSpPr>
          <a:xfrm>
            <a:off x="3906750" y="4686526"/>
            <a:ext cx="219974" cy="216349"/>
            <a:chOff x="1244325" y="4999400"/>
            <a:chExt cx="444525" cy="437200"/>
          </a:xfrm>
        </p:grpSpPr>
        <p:sp>
          <p:nvSpPr>
            <p:cNvPr id="231" name="Google Shape;923;p47">
              <a:extLst>
                <a:ext uri="{FF2B5EF4-FFF2-40B4-BE49-F238E27FC236}">
                  <a16:creationId xmlns:a16="http://schemas.microsoft.com/office/drawing/2014/main" xmlns="" id="{EFB1965C-5615-0F75-3674-B6CE94BE0F67}"/>
                </a:ext>
              </a:extLst>
            </p:cNvPr>
            <p:cNvSpPr/>
            <p:nvPr/>
          </p:nvSpPr>
          <p:spPr>
            <a:xfrm>
              <a:off x="1244325" y="5161200"/>
              <a:ext cx="374925" cy="222275"/>
            </a:xfrm>
            <a:custGeom>
              <a:avLst/>
              <a:gdLst/>
              <a:ahLst/>
              <a:cxnLst/>
              <a:rect l="l" t="t" r="r" b="b"/>
              <a:pathLst>
                <a:path w="14997" h="8891" extrusionOk="0">
                  <a:moveTo>
                    <a:pt x="2077" y="1661"/>
                  </a:moveTo>
                  <a:lnTo>
                    <a:pt x="2199" y="1685"/>
                  </a:lnTo>
                  <a:lnTo>
                    <a:pt x="2468" y="1783"/>
                  </a:lnTo>
                  <a:lnTo>
                    <a:pt x="2687" y="1930"/>
                  </a:lnTo>
                  <a:lnTo>
                    <a:pt x="2883" y="2076"/>
                  </a:lnTo>
                  <a:lnTo>
                    <a:pt x="2932" y="2443"/>
                  </a:lnTo>
                  <a:lnTo>
                    <a:pt x="3005" y="2833"/>
                  </a:lnTo>
                  <a:lnTo>
                    <a:pt x="3176" y="3664"/>
                  </a:lnTo>
                  <a:lnTo>
                    <a:pt x="3396" y="4470"/>
                  </a:lnTo>
                  <a:lnTo>
                    <a:pt x="3567" y="5154"/>
                  </a:lnTo>
                  <a:lnTo>
                    <a:pt x="3371" y="5105"/>
                  </a:lnTo>
                  <a:lnTo>
                    <a:pt x="3152" y="5031"/>
                  </a:lnTo>
                  <a:lnTo>
                    <a:pt x="2956" y="4934"/>
                  </a:lnTo>
                  <a:lnTo>
                    <a:pt x="2736" y="4812"/>
                  </a:lnTo>
                  <a:lnTo>
                    <a:pt x="2541" y="4690"/>
                  </a:lnTo>
                  <a:lnTo>
                    <a:pt x="2321" y="4543"/>
                  </a:lnTo>
                  <a:lnTo>
                    <a:pt x="2126" y="4372"/>
                  </a:lnTo>
                  <a:lnTo>
                    <a:pt x="1930" y="4201"/>
                  </a:lnTo>
                  <a:lnTo>
                    <a:pt x="1759" y="4006"/>
                  </a:lnTo>
                  <a:lnTo>
                    <a:pt x="1613" y="3810"/>
                  </a:lnTo>
                  <a:lnTo>
                    <a:pt x="1466" y="3590"/>
                  </a:lnTo>
                  <a:lnTo>
                    <a:pt x="1344" y="3395"/>
                  </a:lnTo>
                  <a:lnTo>
                    <a:pt x="1247" y="3175"/>
                  </a:lnTo>
                  <a:lnTo>
                    <a:pt x="1173" y="2931"/>
                  </a:lnTo>
                  <a:lnTo>
                    <a:pt x="1124" y="2711"/>
                  </a:lnTo>
                  <a:lnTo>
                    <a:pt x="1124" y="2491"/>
                  </a:lnTo>
                  <a:lnTo>
                    <a:pt x="1124" y="2320"/>
                  </a:lnTo>
                  <a:lnTo>
                    <a:pt x="1173" y="2174"/>
                  </a:lnTo>
                  <a:lnTo>
                    <a:pt x="1247" y="2027"/>
                  </a:lnTo>
                  <a:lnTo>
                    <a:pt x="1369" y="1905"/>
                  </a:lnTo>
                  <a:lnTo>
                    <a:pt x="1491" y="1808"/>
                  </a:lnTo>
                  <a:lnTo>
                    <a:pt x="1613" y="1734"/>
                  </a:lnTo>
                  <a:lnTo>
                    <a:pt x="1784" y="1685"/>
                  </a:lnTo>
                  <a:lnTo>
                    <a:pt x="1955" y="1661"/>
                  </a:lnTo>
                  <a:close/>
                  <a:moveTo>
                    <a:pt x="3225" y="0"/>
                  </a:moveTo>
                  <a:lnTo>
                    <a:pt x="3127" y="25"/>
                  </a:lnTo>
                  <a:lnTo>
                    <a:pt x="3029" y="98"/>
                  </a:lnTo>
                  <a:lnTo>
                    <a:pt x="2932" y="147"/>
                  </a:lnTo>
                  <a:lnTo>
                    <a:pt x="2883" y="245"/>
                  </a:lnTo>
                  <a:lnTo>
                    <a:pt x="2834" y="342"/>
                  </a:lnTo>
                  <a:lnTo>
                    <a:pt x="2785" y="440"/>
                  </a:lnTo>
                  <a:lnTo>
                    <a:pt x="2785" y="538"/>
                  </a:lnTo>
                  <a:lnTo>
                    <a:pt x="2785" y="709"/>
                  </a:lnTo>
                  <a:lnTo>
                    <a:pt x="2565" y="635"/>
                  </a:lnTo>
                  <a:lnTo>
                    <a:pt x="2370" y="586"/>
                  </a:lnTo>
                  <a:lnTo>
                    <a:pt x="2150" y="562"/>
                  </a:lnTo>
                  <a:lnTo>
                    <a:pt x="1955" y="538"/>
                  </a:lnTo>
                  <a:lnTo>
                    <a:pt x="1759" y="562"/>
                  </a:lnTo>
                  <a:lnTo>
                    <a:pt x="1564" y="586"/>
                  </a:lnTo>
                  <a:lnTo>
                    <a:pt x="1369" y="635"/>
                  </a:lnTo>
                  <a:lnTo>
                    <a:pt x="1198" y="709"/>
                  </a:lnTo>
                  <a:lnTo>
                    <a:pt x="1027" y="782"/>
                  </a:lnTo>
                  <a:lnTo>
                    <a:pt x="856" y="880"/>
                  </a:lnTo>
                  <a:lnTo>
                    <a:pt x="709" y="1002"/>
                  </a:lnTo>
                  <a:lnTo>
                    <a:pt x="563" y="1124"/>
                  </a:lnTo>
                  <a:lnTo>
                    <a:pt x="441" y="1246"/>
                  </a:lnTo>
                  <a:lnTo>
                    <a:pt x="343" y="1417"/>
                  </a:lnTo>
                  <a:lnTo>
                    <a:pt x="245" y="1563"/>
                  </a:lnTo>
                  <a:lnTo>
                    <a:pt x="147" y="1734"/>
                  </a:lnTo>
                  <a:lnTo>
                    <a:pt x="99" y="1905"/>
                  </a:lnTo>
                  <a:lnTo>
                    <a:pt x="50" y="2101"/>
                  </a:lnTo>
                  <a:lnTo>
                    <a:pt x="1" y="2296"/>
                  </a:lnTo>
                  <a:lnTo>
                    <a:pt x="1" y="2491"/>
                  </a:lnTo>
                  <a:lnTo>
                    <a:pt x="25" y="2858"/>
                  </a:lnTo>
                  <a:lnTo>
                    <a:pt x="99" y="3200"/>
                  </a:lnTo>
                  <a:lnTo>
                    <a:pt x="221" y="3566"/>
                  </a:lnTo>
                  <a:lnTo>
                    <a:pt x="367" y="3884"/>
                  </a:lnTo>
                  <a:lnTo>
                    <a:pt x="563" y="4225"/>
                  </a:lnTo>
                  <a:lnTo>
                    <a:pt x="782" y="4543"/>
                  </a:lnTo>
                  <a:lnTo>
                    <a:pt x="1027" y="4836"/>
                  </a:lnTo>
                  <a:lnTo>
                    <a:pt x="1295" y="5105"/>
                  </a:lnTo>
                  <a:lnTo>
                    <a:pt x="1588" y="5349"/>
                  </a:lnTo>
                  <a:lnTo>
                    <a:pt x="1906" y="5593"/>
                  </a:lnTo>
                  <a:lnTo>
                    <a:pt x="2248" y="5789"/>
                  </a:lnTo>
                  <a:lnTo>
                    <a:pt x="2590" y="5960"/>
                  </a:lnTo>
                  <a:lnTo>
                    <a:pt x="2932" y="6106"/>
                  </a:lnTo>
                  <a:lnTo>
                    <a:pt x="3274" y="6204"/>
                  </a:lnTo>
                  <a:lnTo>
                    <a:pt x="3616" y="6277"/>
                  </a:lnTo>
                  <a:lnTo>
                    <a:pt x="3957" y="6301"/>
                  </a:lnTo>
                  <a:lnTo>
                    <a:pt x="4080" y="6643"/>
                  </a:lnTo>
                  <a:lnTo>
                    <a:pt x="4226" y="6961"/>
                  </a:lnTo>
                  <a:lnTo>
                    <a:pt x="4519" y="7596"/>
                  </a:lnTo>
                  <a:lnTo>
                    <a:pt x="4812" y="8133"/>
                  </a:lnTo>
                  <a:lnTo>
                    <a:pt x="5081" y="8597"/>
                  </a:lnTo>
                  <a:lnTo>
                    <a:pt x="5154" y="8719"/>
                  </a:lnTo>
                  <a:lnTo>
                    <a:pt x="5276" y="8817"/>
                  </a:lnTo>
                  <a:lnTo>
                    <a:pt x="5423" y="8866"/>
                  </a:lnTo>
                  <a:lnTo>
                    <a:pt x="5569" y="8890"/>
                  </a:lnTo>
                  <a:lnTo>
                    <a:pt x="12212" y="8890"/>
                  </a:lnTo>
                  <a:lnTo>
                    <a:pt x="12359" y="8866"/>
                  </a:lnTo>
                  <a:lnTo>
                    <a:pt x="12506" y="8817"/>
                  </a:lnTo>
                  <a:lnTo>
                    <a:pt x="12628" y="8719"/>
                  </a:lnTo>
                  <a:lnTo>
                    <a:pt x="12701" y="8597"/>
                  </a:lnTo>
                  <a:lnTo>
                    <a:pt x="12994" y="8060"/>
                  </a:lnTo>
                  <a:lnTo>
                    <a:pt x="13360" y="7352"/>
                  </a:lnTo>
                  <a:lnTo>
                    <a:pt x="13727" y="6472"/>
                  </a:lnTo>
                  <a:lnTo>
                    <a:pt x="13922" y="6008"/>
                  </a:lnTo>
                  <a:lnTo>
                    <a:pt x="14117" y="5495"/>
                  </a:lnTo>
                  <a:lnTo>
                    <a:pt x="14288" y="4958"/>
                  </a:lnTo>
                  <a:lnTo>
                    <a:pt x="14459" y="4372"/>
                  </a:lnTo>
                  <a:lnTo>
                    <a:pt x="14606" y="3786"/>
                  </a:lnTo>
                  <a:lnTo>
                    <a:pt x="14752" y="3175"/>
                  </a:lnTo>
                  <a:lnTo>
                    <a:pt x="14850" y="2540"/>
                  </a:lnTo>
                  <a:lnTo>
                    <a:pt x="14923" y="1881"/>
                  </a:lnTo>
                  <a:lnTo>
                    <a:pt x="14972" y="1221"/>
                  </a:lnTo>
                  <a:lnTo>
                    <a:pt x="14997" y="538"/>
                  </a:lnTo>
                  <a:lnTo>
                    <a:pt x="14997" y="440"/>
                  </a:lnTo>
                  <a:lnTo>
                    <a:pt x="14948" y="342"/>
                  </a:lnTo>
                  <a:lnTo>
                    <a:pt x="14899" y="245"/>
                  </a:lnTo>
                  <a:lnTo>
                    <a:pt x="14850" y="147"/>
                  </a:lnTo>
                  <a:lnTo>
                    <a:pt x="14752" y="98"/>
                  </a:lnTo>
                  <a:lnTo>
                    <a:pt x="14655" y="25"/>
                  </a:lnTo>
                  <a:lnTo>
                    <a:pt x="1455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2" name="Google Shape;924;p47">
              <a:extLst>
                <a:ext uri="{FF2B5EF4-FFF2-40B4-BE49-F238E27FC236}">
                  <a16:creationId xmlns:a16="http://schemas.microsoft.com/office/drawing/2014/main" xmlns="" id="{20FC7CDE-9355-9415-409A-C19E11E75869}"/>
                </a:ext>
              </a:extLst>
            </p:cNvPr>
            <p:cNvSpPr/>
            <p:nvPr/>
          </p:nvSpPr>
          <p:spPr>
            <a:xfrm>
              <a:off x="1244325" y="5397500"/>
              <a:ext cx="444525" cy="39100"/>
            </a:xfrm>
            <a:custGeom>
              <a:avLst/>
              <a:gdLst/>
              <a:ahLst/>
              <a:cxnLst/>
              <a:rect l="l" t="t" r="r" b="b"/>
              <a:pathLst>
                <a:path w="17781" h="1564" extrusionOk="0">
                  <a:moveTo>
                    <a:pt x="1" y="0"/>
                  </a:moveTo>
                  <a:lnTo>
                    <a:pt x="25" y="244"/>
                  </a:lnTo>
                  <a:lnTo>
                    <a:pt x="99" y="488"/>
                  </a:lnTo>
                  <a:lnTo>
                    <a:pt x="196" y="757"/>
                  </a:lnTo>
                  <a:lnTo>
                    <a:pt x="318" y="1001"/>
                  </a:lnTo>
                  <a:lnTo>
                    <a:pt x="489" y="1221"/>
                  </a:lnTo>
                  <a:lnTo>
                    <a:pt x="685" y="1392"/>
                  </a:lnTo>
                  <a:lnTo>
                    <a:pt x="782" y="1465"/>
                  </a:lnTo>
                  <a:lnTo>
                    <a:pt x="880" y="1514"/>
                  </a:lnTo>
                  <a:lnTo>
                    <a:pt x="1002" y="1539"/>
                  </a:lnTo>
                  <a:lnTo>
                    <a:pt x="1124" y="1563"/>
                  </a:lnTo>
                  <a:lnTo>
                    <a:pt x="16657" y="1563"/>
                  </a:lnTo>
                  <a:lnTo>
                    <a:pt x="16780" y="1539"/>
                  </a:lnTo>
                  <a:lnTo>
                    <a:pt x="16902" y="1514"/>
                  </a:lnTo>
                  <a:lnTo>
                    <a:pt x="16999" y="1465"/>
                  </a:lnTo>
                  <a:lnTo>
                    <a:pt x="17097" y="1392"/>
                  </a:lnTo>
                  <a:lnTo>
                    <a:pt x="17292" y="1221"/>
                  </a:lnTo>
                  <a:lnTo>
                    <a:pt x="17463" y="1001"/>
                  </a:lnTo>
                  <a:lnTo>
                    <a:pt x="17586" y="757"/>
                  </a:lnTo>
                  <a:lnTo>
                    <a:pt x="17683" y="488"/>
                  </a:lnTo>
                  <a:lnTo>
                    <a:pt x="17756" y="244"/>
                  </a:lnTo>
                  <a:lnTo>
                    <a:pt x="1778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3" name="Google Shape;925;p47">
              <a:extLst>
                <a:ext uri="{FF2B5EF4-FFF2-40B4-BE49-F238E27FC236}">
                  <a16:creationId xmlns:a16="http://schemas.microsoft.com/office/drawing/2014/main" xmlns="" id="{AD776B0E-E30B-D4F4-829F-C823DEC7D6EA}"/>
                </a:ext>
              </a:extLst>
            </p:cNvPr>
            <p:cNvSpPr/>
            <p:nvPr/>
          </p:nvSpPr>
          <p:spPr>
            <a:xfrm>
              <a:off x="1451925" y="4999400"/>
              <a:ext cx="31175" cy="129450"/>
            </a:xfrm>
            <a:custGeom>
              <a:avLst/>
              <a:gdLst/>
              <a:ahLst/>
              <a:cxnLst/>
              <a:rect l="l" t="t" r="r" b="b"/>
              <a:pathLst>
                <a:path w="1247" h="5178" extrusionOk="0">
                  <a:moveTo>
                    <a:pt x="953" y="0"/>
                  </a:moveTo>
                  <a:lnTo>
                    <a:pt x="856" y="25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5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14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74" y="1368"/>
                  </a:lnTo>
                  <a:lnTo>
                    <a:pt x="50" y="1490"/>
                  </a:lnTo>
                  <a:lnTo>
                    <a:pt x="1" y="1661"/>
                  </a:lnTo>
                  <a:lnTo>
                    <a:pt x="1" y="1832"/>
                  </a:lnTo>
                  <a:lnTo>
                    <a:pt x="1" y="2003"/>
                  </a:lnTo>
                  <a:lnTo>
                    <a:pt x="50" y="2149"/>
                  </a:lnTo>
                  <a:lnTo>
                    <a:pt x="74" y="2296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14" y="2907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5" y="3346"/>
                  </a:lnTo>
                  <a:lnTo>
                    <a:pt x="660" y="3542"/>
                  </a:lnTo>
                  <a:lnTo>
                    <a:pt x="611" y="3688"/>
                  </a:lnTo>
                  <a:lnTo>
                    <a:pt x="514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74" y="4421"/>
                  </a:lnTo>
                  <a:lnTo>
                    <a:pt x="50" y="4567"/>
                  </a:lnTo>
                  <a:lnTo>
                    <a:pt x="1" y="4714"/>
                  </a:lnTo>
                  <a:lnTo>
                    <a:pt x="1" y="4885"/>
                  </a:lnTo>
                  <a:lnTo>
                    <a:pt x="25" y="5007"/>
                  </a:lnTo>
                  <a:lnTo>
                    <a:pt x="74" y="5080"/>
                  </a:lnTo>
                  <a:lnTo>
                    <a:pt x="172" y="5153"/>
                  </a:lnTo>
                  <a:lnTo>
                    <a:pt x="294" y="5178"/>
                  </a:lnTo>
                  <a:lnTo>
                    <a:pt x="392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3" y="4885"/>
                  </a:lnTo>
                  <a:lnTo>
                    <a:pt x="587" y="4714"/>
                  </a:lnTo>
                  <a:lnTo>
                    <a:pt x="636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8" y="4152"/>
                  </a:lnTo>
                  <a:lnTo>
                    <a:pt x="1100" y="3932"/>
                  </a:lnTo>
                  <a:lnTo>
                    <a:pt x="1149" y="3810"/>
                  </a:lnTo>
                  <a:lnTo>
                    <a:pt x="1197" y="3688"/>
                  </a:lnTo>
                  <a:lnTo>
                    <a:pt x="1222" y="3542"/>
                  </a:lnTo>
                  <a:lnTo>
                    <a:pt x="1246" y="3346"/>
                  </a:lnTo>
                  <a:lnTo>
                    <a:pt x="1222" y="3175"/>
                  </a:lnTo>
                  <a:lnTo>
                    <a:pt x="1197" y="3029"/>
                  </a:lnTo>
                  <a:lnTo>
                    <a:pt x="1149" y="2882"/>
                  </a:lnTo>
                  <a:lnTo>
                    <a:pt x="1100" y="2784"/>
                  </a:lnTo>
                  <a:lnTo>
                    <a:pt x="978" y="2565"/>
                  </a:lnTo>
                  <a:lnTo>
                    <a:pt x="831" y="2394"/>
                  </a:lnTo>
                  <a:lnTo>
                    <a:pt x="733" y="2272"/>
                  </a:lnTo>
                  <a:lnTo>
                    <a:pt x="636" y="2149"/>
                  </a:lnTo>
                  <a:lnTo>
                    <a:pt x="587" y="2003"/>
                  </a:lnTo>
                  <a:lnTo>
                    <a:pt x="563" y="1832"/>
                  </a:lnTo>
                  <a:lnTo>
                    <a:pt x="587" y="1637"/>
                  </a:lnTo>
                  <a:lnTo>
                    <a:pt x="636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8" y="1075"/>
                  </a:lnTo>
                  <a:lnTo>
                    <a:pt x="1100" y="879"/>
                  </a:lnTo>
                  <a:lnTo>
                    <a:pt x="1149" y="757"/>
                  </a:lnTo>
                  <a:lnTo>
                    <a:pt x="1197" y="611"/>
                  </a:lnTo>
                  <a:lnTo>
                    <a:pt x="1222" y="464"/>
                  </a:lnTo>
                  <a:lnTo>
                    <a:pt x="1246" y="293"/>
                  </a:lnTo>
                  <a:lnTo>
                    <a:pt x="1222" y="171"/>
                  </a:lnTo>
                  <a:lnTo>
                    <a:pt x="1149" y="98"/>
                  </a:lnTo>
                  <a:lnTo>
                    <a:pt x="1075" y="2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4" name="Google Shape;926;p47">
              <a:extLst>
                <a:ext uri="{FF2B5EF4-FFF2-40B4-BE49-F238E27FC236}">
                  <a16:creationId xmlns:a16="http://schemas.microsoft.com/office/drawing/2014/main" xmlns="" id="{D0DB11A7-1084-2C2A-0BE5-29BD010FCBF1}"/>
                </a:ext>
              </a:extLst>
            </p:cNvPr>
            <p:cNvSpPr/>
            <p:nvPr/>
          </p:nvSpPr>
          <p:spPr>
            <a:xfrm>
              <a:off x="1407975" y="4999400"/>
              <a:ext cx="31150" cy="129450"/>
            </a:xfrm>
            <a:custGeom>
              <a:avLst/>
              <a:gdLst/>
              <a:ahLst/>
              <a:cxnLst/>
              <a:rect l="l" t="t" r="r" b="b"/>
              <a:pathLst>
                <a:path w="1246" h="5178" extrusionOk="0">
                  <a:moveTo>
                    <a:pt x="977" y="0"/>
                  </a:moveTo>
                  <a:lnTo>
                    <a:pt x="855" y="25"/>
                  </a:lnTo>
                  <a:lnTo>
                    <a:pt x="782" y="98"/>
                  </a:lnTo>
                  <a:lnTo>
                    <a:pt x="709" y="171"/>
                  </a:lnTo>
                  <a:lnTo>
                    <a:pt x="684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38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98" y="1368"/>
                  </a:lnTo>
                  <a:lnTo>
                    <a:pt x="49" y="1490"/>
                  </a:lnTo>
                  <a:lnTo>
                    <a:pt x="25" y="1661"/>
                  </a:lnTo>
                  <a:lnTo>
                    <a:pt x="0" y="1832"/>
                  </a:lnTo>
                  <a:lnTo>
                    <a:pt x="25" y="2003"/>
                  </a:lnTo>
                  <a:lnTo>
                    <a:pt x="49" y="2149"/>
                  </a:lnTo>
                  <a:lnTo>
                    <a:pt x="98" y="2296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38" y="2907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4" y="3346"/>
                  </a:lnTo>
                  <a:lnTo>
                    <a:pt x="660" y="3542"/>
                  </a:lnTo>
                  <a:lnTo>
                    <a:pt x="611" y="3688"/>
                  </a:lnTo>
                  <a:lnTo>
                    <a:pt x="538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98" y="4421"/>
                  </a:lnTo>
                  <a:lnTo>
                    <a:pt x="49" y="4567"/>
                  </a:lnTo>
                  <a:lnTo>
                    <a:pt x="25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98" y="5080"/>
                  </a:lnTo>
                  <a:lnTo>
                    <a:pt x="171" y="5153"/>
                  </a:lnTo>
                  <a:lnTo>
                    <a:pt x="293" y="5178"/>
                  </a:lnTo>
                  <a:lnTo>
                    <a:pt x="391" y="5153"/>
                  </a:lnTo>
                  <a:lnTo>
                    <a:pt x="489" y="5080"/>
                  </a:lnTo>
                  <a:lnTo>
                    <a:pt x="562" y="5007"/>
                  </a:lnTo>
                  <a:lnTo>
                    <a:pt x="586" y="4885"/>
                  </a:lnTo>
                  <a:lnTo>
                    <a:pt x="586" y="4714"/>
                  </a:lnTo>
                  <a:lnTo>
                    <a:pt x="660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7" y="4152"/>
                  </a:lnTo>
                  <a:lnTo>
                    <a:pt x="1124" y="3932"/>
                  </a:lnTo>
                  <a:lnTo>
                    <a:pt x="1173" y="3810"/>
                  </a:lnTo>
                  <a:lnTo>
                    <a:pt x="1221" y="3688"/>
                  </a:lnTo>
                  <a:lnTo>
                    <a:pt x="1246" y="3542"/>
                  </a:lnTo>
                  <a:lnTo>
                    <a:pt x="1246" y="3346"/>
                  </a:lnTo>
                  <a:lnTo>
                    <a:pt x="1246" y="3175"/>
                  </a:lnTo>
                  <a:lnTo>
                    <a:pt x="1221" y="3029"/>
                  </a:lnTo>
                  <a:lnTo>
                    <a:pt x="1173" y="2882"/>
                  </a:lnTo>
                  <a:lnTo>
                    <a:pt x="1124" y="2784"/>
                  </a:lnTo>
                  <a:lnTo>
                    <a:pt x="977" y="2565"/>
                  </a:lnTo>
                  <a:lnTo>
                    <a:pt x="831" y="2394"/>
                  </a:lnTo>
                  <a:lnTo>
                    <a:pt x="733" y="2272"/>
                  </a:lnTo>
                  <a:lnTo>
                    <a:pt x="660" y="2149"/>
                  </a:lnTo>
                  <a:lnTo>
                    <a:pt x="586" y="2003"/>
                  </a:lnTo>
                  <a:lnTo>
                    <a:pt x="586" y="1832"/>
                  </a:lnTo>
                  <a:lnTo>
                    <a:pt x="586" y="1637"/>
                  </a:lnTo>
                  <a:lnTo>
                    <a:pt x="660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7" y="1075"/>
                  </a:lnTo>
                  <a:lnTo>
                    <a:pt x="1124" y="879"/>
                  </a:lnTo>
                  <a:lnTo>
                    <a:pt x="1173" y="757"/>
                  </a:lnTo>
                  <a:lnTo>
                    <a:pt x="1221" y="611"/>
                  </a:lnTo>
                  <a:lnTo>
                    <a:pt x="1246" y="464"/>
                  </a:lnTo>
                  <a:lnTo>
                    <a:pt x="1246" y="293"/>
                  </a:lnTo>
                  <a:lnTo>
                    <a:pt x="1221" y="171"/>
                  </a:lnTo>
                  <a:lnTo>
                    <a:pt x="1173" y="98"/>
                  </a:lnTo>
                  <a:lnTo>
                    <a:pt x="1075" y="25"/>
                  </a:lnTo>
                  <a:lnTo>
                    <a:pt x="9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5" name="Google Shape;927;p47">
              <a:extLst>
                <a:ext uri="{FF2B5EF4-FFF2-40B4-BE49-F238E27FC236}">
                  <a16:creationId xmlns:a16="http://schemas.microsoft.com/office/drawing/2014/main" xmlns="" id="{ABDB4DB8-9548-D67B-4BD8-26AAEDEE2F2A}"/>
                </a:ext>
              </a:extLst>
            </p:cNvPr>
            <p:cNvSpPr/>
            <p:nvPr/>
          </p:nvSpPr>
          <p:spPr>
            <a:xfrm>
              <a:off x="1495900" y="4999400"/>
              <a:ext cx="30550" cy="129450"/>
            </a:xfrm>
            <a:custGeom>
              <a:avLst/>
              <a:gdLst/>
              <a:ahLst/>
              <a:cxnLst/>
              <a:rect l="l" t="t" r="r" b="b"/>
              <a:pathLst>
                <a:path w="1222" h="5178" extrusionOk="0">
                  <a:moveTo>
                    <a:pt x="953" y="0"/>
                  </a:moveTo>
                  <a:lnTo>
                    <a:pt x="831" y="25"/>
                  </a:lnTo>
                  <a:lnTo>
                    <a:pt x="757" y="98"/>
                  </a:lnTo>
                  <a:lnTo>
                    <a:pt x="684" y="171"/>
                  </a:lnTo>
                  <a:lnTo>
                    <a:pt x="660" y="293"/>
                  </a:lnTo>
                  <a:lnTo>
                    <a:pt x="660" y="464"/>
                  </a:lnTo>
                  <a:lnTo>
                    <a:pt x="586" y="611"/>
                  </a:lnTo>
                  <a:lnTo>
                    <a:pt x="513" y="733"/>
                  </a:lnTo>
                  <a:lnTo>
                    <a:pt x="391" y="879"/>
                  </a:lnTo>
                  <a:lnTo>
                    <a:pt x="269" y="1026"/>
                  </a:lnTo>
                  <a:lnTo>
                    <a:pt x="122" y="1246"/>
                  </a:lnTo>
                  <a:lnTo>
                    <a:pt x="73" y="1368"/>
                  </a:lnTo>
                  <a:lnTo>
                    <a:pt x="25" y="1490"/>
                  </a:lnTo>
                  <a:lnTo>
                    <a:pt x="0" y="1661"/>
                  </a:lnTo>
                  <a:lnTo>
                    <a:pt x="0" y="1832"/>
                  </a:lnTo>
                  <a:lnTo>
                    <a:pt x="0" y="2003"/>
                  </a:lnTo>
                  <a:lnTo>
                    <a:pt x="25" y="2149"/>
                  </a:lnTo>
                  <a:lnTo>
                    <a:pt x="73" y="2296"/>
                  </a:lnTo>
                  <a:lnTo>
                    <a:pt x="122" y="2394"/>
                  </a:lnTo>
                  <a:lnTo>
                    <a:pt x="269" y="2613"/>
                  </a:lnTo>
                  <a:lnTo>
                    <a:pt x="391" y="2784"/>
                  </a:lnTo>
                  <a:lnTo>
                    <a:pt x="513" y="2907"/>
                  </a:lnTo>
                  <a:lnTo>
                    <a:pt x="586" y="3029"/>
                  </a:lnTo>
                  <a:lnTo>
                    <a:pt x="660" y="3175"/>
                  </a:lnTo>
                  <a:lnTo>
                    <a:pt x="660" y="3346"/>
                  </a:lnTo>
                  <a:lnTo>
                    <a:pt x="660" y="3542"/>
                  </a:lnTo>
                  <a:lnTo>
                    <a:pt x="586" y="3688"/>
                  </a:lnTo>
                  <a:lnTo>
                    <a:pt x="513" y="3810"/>
                  </a:lnTo>
                  <a:lnTo>
                    <a:pt x="391" y="3932"/>
                  </a:lnTo>
                  <a:lnTo>
                    <a:pt x="269" y="4103"/>
                  </a:lnTo>
                  <a:lnTo>
                    <a:pt x="122" y="4299"/>
                  </a:lnTo>
                  <a:lnTo>
                    <a:pt x="73" y="4421"/>
                  </a:lnTo>
                  <a:lnTo>
                    <a:pt x="25" y="4567"/>
                  </a:lnTo>
                  <a:lnTo>
                    <a:pt x="0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73" y="5080"/>
                  </a:lnTo>
                  <a:lnTo>
                    <a:pt x="171" y="5153"/>
                  </a:lnTo>
                  <a:lnTo>
                    <a:pt x="269" y="5178"/>
                  </a:lnTo>
                  <a:lnTo>
                    <a:pt x="391" y="5153"/>
                  </a:lnTo>
                  <a:lnTo>
                    <a:pt x="464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6" y="4714"/>
                  </a:lnTo>
                  <a:lnTo>
                    <a:pt x="635" y="4567"/>
                  </a:lnTo>
                  <a:lnTo>
                    <a:pt x="708" y="4445"/>
                  </a:lnTo>
                  <a:lnTo>
                    <a:pt x="831" y="4299"/>
                  </a:lnTo>
                  <a:lnTo>
                    <a:pt x="953" y="4152"/>
                  </a:lnTo>
                  <a:lnTo>
                    <a:pt x="1099" y="3932"/>
                  </a:lnTo>
                  <a:lnTo>
                    <a:pt x="1148" y="3810"/>
                  </a:lnTo>
                  <a:lnTo>
                    <a:pt x="1197" y="3688"/>
                  </a:lnTo>
                  <a:lnTo>
                    <a:pt x="1221" y="3542"/>
                  </a:lnTo>
                  <a:lnTo>
                    <a:pt x="1221" y="3346"/>
                  </a:lnTo>
                  <a:lnTo>
                    <a:pt x="1221" y="3175"/>
                  </a:lnTo>
                  <a:lnTo>
                    <a:pt x="1197" y="3029"/>
                  </a:lnTo>
                  <a:lnTo>
                    <a:pt x="1148" y="2882"/>
                  </a:lnTo>
                  <a:lnTo>
                    <a:pt x="1099" y="2784"/>
                  </a:lnTo>
                  <a:lnTo>
                    <a:pt x="953" y="2565"/>
                  </a:lnTo>
                  <a:lnTo>
                    <a:pt x="831" y="2394"/>
                  </a:lnTo>
                  <a:lnTo>
                    <a:pt x="708" y="2272"/>
                  </a:lnTo>
                  <a:lnTo>
                    <a:pt x="635" y="2149"/>
                  </a:lnTo>
                  <a:lnTo>
                    <a:pt x="586" y="2003"/>
                  </a:lnTo>
                  <a:lnTo>
                    <a:pt x="562" y="1832"/>
                  </a:lnTo>
                  <a:lnTo>
                    <a:pt x="586" y="1637"/>
                  </a:lnTo>
                  <a:lnTo>
                    <a:pt x="635" y="1490"/>
                  </a:lnTo>
                  <a:lnTo>
                    <a:pt x="708" y="1368"/>
                  </a:lnTo>
                  <a:lnTo>
                    <a:pt x="831" y="1246"/>
                  </a:lnTo>
                  <a:lnTo>
                    <a:pt x="953" y="1075"/>
                  </a:lnTo>
                  <a:lnTo>
                    <a:pt x="1099" y="879"/>
                  </a:lnTo>
                  <a:lnTo>
                    <a:pt x="1148" y="757"/>
                  </a:lnTo>
                  <a:lnTo>
                    <a:pt x="1197" y="611"/>
                  </a:lnTo>
                  <a:lnTo>
                    <a:pt x="1221" y="464"/>
                  </a:lnTo>
                  <a:lnTo>
                    <a:pt x="1221" y="293"/>
                  </a:lnTo>
                  <a:lnTo>
                    <a:pt x="1221" y="171"/>
                  </a:lnTo>
                  <a:lnTo>
                    <a:pt x="1148" y="98"/>
                  </a:lnTo>
                  <a:lnTo>
                    <a:pt x="1050" y="2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236" name="Google Shape;928;p47">
            <a:extLst>
              <a:ext uri="{FF2B5EF4-FFF2-40B4-BE49-F238E27FC236}">
                <a16:creationId xmlns:a16="http://schemas.microsoft.com/office/drawing/2014/main" xmlns="" id="{10EC912C-DF82-0094-FACF-900EAD30C244}"/>
              </a:ext>
            </a:extLst>
          </p:cNvPr>
          <p:cNvGrpSpPr/>
          <p:nvPr/>
        </p:nvGrpSpPr>
        <p:grpSpPr>
          <a:xfrm>
            <a:off x="4259965" y="4679573"/>
            <a:ext cx="180695" cy="230241"/>
            <a:chOff x="1958100" y="4985350"/>
            <a:chExt cx="365150" cy="465275"/>
          </a:xfrm>
        </p:grpSpPr>
        <p:sp>
          <p:nvSpPr>
            <p:cNvPr id="237" name="Google Shape;929;p47">
              <a:extLst>
                <a:ext uri="{FF2B5EF4-FFF2-40B4-BE49-F238E27FC236}">
                  <a16:creationId xmlns:a16="http://schemas.microsoft.com/office/drawing/2014/main" xmlns="" id="{57EA2CCB-6A3C-41AD-2B54-CB964D215FBD}"/>
                </a:ext>
              </a:extLst>
            </p:cNvPr>
            <p:cNvSpPr/>
            <p:nvPr/>
          </p:nvSpPr>
          <p:spPr>
            <a:xfrm>
              <a:off x="1958100" y="4985350"/>
              <a:ext cx="365150" cy="465275"/>
            </a:xfrm>
            <a:custGeom>
              <a:avLst/>
              <a:gdLst/>
              <a:ahLst/>
              <a:cxnLst/>
              <a:rect l="l" t="t" r="r" b="b"/>
              <a:pathLst>
                <a:path w="14606" h="18611" extrusionOk="0">
                  <a:moveTo>
                    <a:pt x="4152" y="1734"/>
                  </a:moveTo>
                  <a:lnTo>
                    <a:pt x="4274" y="1759"/>
                  </a:lnTo>
                  <a:lnTo>
                    <a:pt x="4397" y="1783"/>
                  </a:lnTo>
                  <a:lnTo>
                    <a:pt x="4543" y="1808"/>
                  </a:lnTo>
                  <a:lnTo>
                    <a:pt x="4812" y="1930"/>
                  </a:lnTo>
                  <a:lnTo>
                    <a:pt x="5105" y="2125"/>
                  </a:lnTo>
                  <a:lnTo>
                    <a:pt x="5398" y="2394"/>
                  </a:lnTo>
                  <a:lnTo>
                    <a:pt x="5496" y="2516"/>
                  </a:lnTo>
                  <a:lnTo>
                    <a:pt x="5593" y="2638"/>
                  </a:lnTo>
                  <a:lnTo>
                    <a:pt x="5789" y="2956"/>
                  </a:lnTo>
                  <a:lnTo>
                    <a:pt x="5935" y="3322"/>
                  </a:lnTo>
                  <a:lnTo>
                    <a:pt x="6057" y="3688"/>
                  </a:lnTo>
                  <a:lnTo>
                    <a:pt x="6155" y="4079"/>
                  </a:lnTo>
                  <a:lnTo>
                    <a:pt x="6204" y="4470"/>
                  </a:lnTo>
                  <a:lnTo>
                    <a:pt x="6277" y="4836"/>
                  </a:lnTo>
                  <a:lnTo>
                    <a:pt x="6302" y="5154"/>
                  </a:lnTo>
                  <a:lnTo>
                    <a:pt x="5984" y="5129"/>
                  </a:lnTo>
                  <a:lnTo>
                    <a:pt x="5618" y="5080"/>
                  </a:lnTo>
                  <a:lnTo>
                    <a:pt x="5227" y="5007"/>
                  </a:lnTo>
                  <a:lnTo>
                    <a:pt x="4836" y="4909"/>
                  </a:lnTo>
                  <a:lnTo>
                    <a:pt x="4470" y="4787"/>
                  </a:lnTo>
                  <a:lnTo>
                    <a:pt x="4104" y="4641"/>
                  </a:lnTo>
                  <a:lnTo>
                    <a:pt x="3786" y="4445"/>
                  </a:lnTo>
                  <a:lnTo>
                    <a:pt x="3664" y="4348"/>
                  </a:lnTo>
                  <a:lnTo>
                    <a:pt x="3542" y="4250"/>
                  </a:lnTo>
                  <a:lnTo>
                    <a:pt x="3273" y="3957"/>
                  </a:lnTo>
                  <a:lnTo>
                    <a:pt x="3078" y="3664"/>
                  </a:lnTo>
                  <a:lnTo>
                    <a:pt x="2956" y="3395"/>
                  </a:lnTo>
                  <a:lnTo>
                    <a:pt x="2931" y="3273"/>
                  </a:lnTo>
                  <a:lnTo>
                    <a:pt x="2907" y="3127"/>
                  </a:lnTo>
                  <a:lnTo>
                    <a:pt x="2882" y="3004"/>
                  </a:lnTo>
                  <a:lnTo>
                    <a:pt x="2907" y="2858"/>
                  </a:lnTo>
                  <a:lnTo>
                    <a:pt x="2931" y="2736"/>
                  </a:lnTo>
                  <a:lnTo>
                    <a:pt x="2956" y="2614"/>
                  </a:lnTo>
                  <a:lnTo>
                    <a:pt x="3004" y="2492"/>
                  </a:lnTo>
                  <a:lnTo>
                    <a:pt x="3078" y="2369"/>
                  </a:lnTo>
                  <a:lnTo>
                    <a:pt x="3273" y="2125"/>
                  </a:lnTo>
                  <a:lnTo>
                    <a:pt x="3517" y="1930"/>
                  </a:lnTo>
                  <a:lnTo>
                    <a:pt x="3639" y="1857"/>
                  </a:lnTo>
                  <a:lnTo>
                    <a:pt x="3762" y="1808"/>
                  </a:lnTo>
                  <a:lnTo>
                    <a:pt x="3884" y="1783"/>
                  </a:lnTo>
                  <a:lnTo>
                    <a:pt x="4006" y="1759"/>
                  </a:lnTo>
                  <a:lnTo>
                    <a:pt x="4152" y="1734"/>
                  </a:lnTo>
                  <a:close/>
                  <a:moveTo>
                    <a:pt x="10454" y="1734"/>
                  </a:moveTo>
                  <a:lnTo>
                    <a:pt x="10600" y="1759"/>
                  </a:lnTo>
                  <a:lnTo>
                    <a:pt x="10722" y="1783"/>
                  </a:lnTo>
                  <a:lnTo>
                    <a:pt x="10844" y="1808"/>
                  </a:lnTo>
                  <a:lnTo>
                    <a:pt x="10966" y="1857"/>
                  </a:lnTo>
                  <a:lnTo>
                    <a:pt x="11089" y="1930"/>
                  </a:lnTo>
                  <a:lnTo>
                    <a:pt x="11333" y="2125"/>
                  </a:lnTo>
                  <a:lnTo>
                    <a:pt x="11528" y="2369"/>
                  </a:lnTo>
                  <a:lnTo>
                    <a:pt x="11601" y="2492"/>
                  </a:lnTo>
                  <a:lnTo>
                    <a:pt x="11650" y="2614"/>
                  </a:lnTo>
                  <a:lnTo>
                    <a:pt x="11675" y="2736"/>
                  </a:lnTo>
                  <a:lnTo>
                    <a:pt x="11699" y="2858"/>
                  </a:lnTo>
                  <a:lnTo>
                    <a:pt x="11724" y="3004"/>
                  </a:lnTo>
                  <a:lnTo>
                    <a:pt x="11699" y="3127"/>
                  </a:lnTo>
                  <a:lnTo>
                    <a:pt x="11675" y="3273"/>
                  </a:lnTo>
                  <a:lnTo>
                    <a:pt x="11650" y="3395"/>
                  </a:lnTo>
                  <a:lnTo>
                    <a:pt x="11528" y="3664"/>
                  </a:lnTo>
                  <a:lnTo>
                    <a:pt x="11333" y="3957"/>
                  </a:lnTo>
                  <a:lnTo>
                    <a:pt x="11064" y="4250"/>
                  </a:lnTo>
                  <a:lnTo>
                    <a:pt x="10942" y="4348"/>
                  </a:lnTo>
                  <a:lnTo>
                    <a:pt x="10820" y="4445"/>
                  </a:lnTo>
                  <a:lnTo>
                    <a:pt x="10502" y="4641"/>
                  </a:lnTo>
                  <a:lnTo>
                    <a:pt x="10136" y="4787"/>
                  </a:lnTo>
                  <a:lnTo>
                    <a:pt x="9770" y="4909"/>
                  </a:lnTo>
                  <a:lnTo>
                    <a:pt x="9379" y="5007"/>
                  </a:lnTo>
                  <a:lnTo>
                    <a:pt x="8988" y="5080"/>
                  </a:lnTo>
                  <a:lnTo>
                    <a:pt x="8622" y="5129"/>
                  </a:lnTo>
                  <a:lnTo>
                    <a:pt x="8304" y="5154"/>
                  </a:lnTo>
                  <a:lnTo>
                    <a:pt x="8329" y="4836"/>
                  </a:lnTo>
                  <a:lnTo>
                    <a:pt x="8402" y="4470"/>
                  </a:lnTo>
                  <a:lnTo>
                    <a:pt x="8451" y="4079"/>
                  </a:lnTo>
                  <a:lnTo>
                    <a:pt x="8549" y="3688"/>
                  </a:lnTo>
                  <a:lnTo>
                    <a:pt x="8671" y="3322"/>
                  </a:lnTo>
                  <a:lnTo>
                    <a:pt x="8817" y="2956"/>
                  </a:lnTo>
                  <a:lnTo>
                    <a:pt x="9013" y="2638"/>
                  </a:lnTo>
                  <a:lnTo>
                    <a:pt x="9110" y="2516"/>
                  </a:lnTo>
                  <a:lnTo>
                    <a:pt x="9208" y="2394"/>
                  </a:lnTo>
                  <a:lnTo>
                    <a:pt x="9501" y="2125"/>
                  </a:lnTo>
                  <a:lnTo>
                    <a:pt x="9794" y="1930"/>
                  </a:lnTo>
                  <a:lnTo>
                    <a:pt x="10063" y="1808"/>
                  </a:lnTo>
                  <a:lnTo>
                    <a:pt x="10209" y="1783"/>
                  </a:lnTo>
                  <a:lnTo>
                    <a:pt x="10331" y="1759"/>
                  </a:lnTo>
                  <a:lnTo>
                    <a:pt x="10454" y="1734"/>
                  </a:lnTo>
                  <a:close/>
                  <a:moveTo>
                    <a:pt x="3639" y="0"/>
                  </a:moveTo>
                  <a:lnTo>
                    <a:pt x="3395" y="25"/>
                  </a:lnTo>
                  <a:lnTo>
                    <a:pt x="3151" y="74"/>
                  </a:lnTo>
                  <a:lnTo>
                    <a:pt x="2907" y="147"/>
                  </a:lnTo>
                  <a:lnTo>
                    <a:pt x="2687" y="220"/>
                  </a:lnTo>
                  <a:lnTo>
                    <a:pt x="2467" y="342"/>
                  </a:lnTo>
                  <a:lnTo>
                    <a:pt x="2272" y="464"/>
                  </a:lnTo>
                  <a:lnTo>
                    <a:pt x="2101" y="611"/>
                  </a:lnTo>
                  <a:lnTo>
                    <a:pt x="1930" y="782"/>
                  </a:lnTo>
                  <a:lnTo>
                    <a:pt x="1759" y="953"/>
                  </a:lnTo>
                  <a:lnTo>
                    <a:pt x="1612" y="1124"/>
                  </a:lnTo>
                  <a:lnTo>
                    <a:pt x="1490" y="1344"/>
                  </a:lnTo>
                  <a:lnTo>
                    <a:pt x="1368" y="1539"/>
                  </a:lnTo>
                  <a:lnTo>
                    <a:pt x="1295" y="1759"/>
                  </a:lnTo>
                  <a:lnTo>
                    <a:pt x="1222" y="2003"/>
                  </a:lnTo>
                  <a:lnTo>
                    <a:pt x="1173" y="2247"/>
                  </a:lnTo>
                  <a:lnTo>
                    <a:pt x="1148" y="2492"/>
                  </a:lnTo>
                  <a:lnTo>
                    <a:pt x="1173" y="2760"/>
                  </a:lnTo>
                  <a:lnTo>
                    <a:pt x="1197" y="3029"/>
                  </a:lnTo>
                  <a:lnTo>
                    <a:pt x="1295" y="3298"/>
                  </a:lnTo>
                  <a:lnTo>
                    <a:pt x="1393" y="3566"/>
                  </a:lnTo>
                  <a:lnTo>
                    <a:pt x="1539" y="3859"/>
                  </a:lnTo>
                  <a:lnTo>
                    <a:pt x="1734" y="4152"/>
                  </a:lnTo>
                  <a:lnTo>
                    <a:pt x="1954" y="4445"/>
                  </a:lnTo>
                  <a:lnTo>
                    <a:pt x="2223" y="4739"/>
                  </a:lnTo>
                  <a:lnTo>
                    <a:pt x="2394" y="4885"/>
                  </a:lnTo>
                  <a:lnTo>
                    <a:pt x="2565" y="5007"/>
                  </a:lnTo>
                  <a:lnTo>
                    <a:pt x="2931" y="5251"/>
                  </a:lnTo>
                  <a:lnTo>
                    <a:pt x="3346" y="5471"/>
                  </a:lnTo>
                  <a:lnTo>
                    <a:pt x="3762" y="5642"/>
                  </a:lnTo>
                  <a:lnTo>
                    <a:pt x="391" y="5642"/>
                  </a:lnTo>
                  <a:lnTo>
                    <a:pt x="318" y="5667"/>
                  </a:lnTo>
                  <a:lnTo>
                    <a:pt x="220" y="5715"/>
                  </a:lnTo>
                  <a:lnTo>
                    <a:pt x="147" y="5789"/>
                  </a:lnTo>
                  <a:lnTo>
                    <a:pt x="98" y="5838"/>
                  </a:lnTo>
                  <a:lnTo>
                    <a:pt x="49" y="5935"/>
                  </a:lnTo>
                  <a:lnTo>
                    <a:pt x="25" y="6033"/>
                  </a:lnTo>
                  <a:lnTo>
                    <a:pt x="0" y="6131"/>
                  </a:lnTo>
                  <a:lnTo>
                    <a:pt x="0" y="9599"/>
                  </a:lnTo>
                  <a:lnTo>
                    <a:pt x="5325" y="9599"/>
                  </a:lnTo>
                  <a:lnTo>
                    <a:pt x="5325" y="6009"/>
                  </a:lnTo>
                  <a:lnTo>
                    <a:pt x="5813" y="6082"/>
                  </a:lnTo>
                  <a:lnTo>
                    <a:pt x="5813" y="18611"/>
                  </a:lnTo>
                  <a:lnTo>
                    <a:pt x="8793" y="18611"/>
                  </a:lnTo>
                  <a:lnTo>
                    <a:pt x="8793" y="6082"/>
                  </a:lnTo>
                  <a:lnTo>
                    <a:pt x="9281" y="6009"/>
                  </a:lnTo>
                  <a:lnTo>
                    <a:pt x="9281" y="9599"/>
                  </a:lnTo>
                  <a:lnTo>
                    <a:pt x="14605" y="9599"/>
                  </a:lnTo>
                  <a:lnTo>
                    <a:pt x="14605" y="6131"/>
                  </a:lnTo>
                  <a:lnTo>
                    <a:pt x="14581" y="6033"/>
                  </a:lnTo>
                  <a:lnTo>
                    <a:pt x="14557" y="5935"/>
                  </a:lnTo>
                  <a:lnTo>
                    <a:pt x="14508" y="5838"/>
                  </a:lnTo>
                  <a:lnTo>
                    <a:pt x="14459" y="5789"/>
                  </a:lnTo>
                  <a:lnTo>
                    <a:pt x="14386" y="5715"/>
                  </a:lnTo>
                  <a:lnTo>
                    <a:pt x="14288" y="5667"/>
                  </a:lnTo>
                  <a:lnTo>
                    <a:pt x="14215" y="5642"/>
                  </a:lnTo>
                  <a:lnTo>
                    <a:pt x="10844" y="5642"/>
                  </a:lnTo>
                  <a:lnTo>
                    <a:pt x="11259" y="5471"/>
                  </a:lnTo>
                  <a:lnTo>
                    <a:pt x="11675" y="5251"/>
                  </a:lnTo>
                  <a:lnTo>
                    <a:pt x="12041" y="5007"/>
                  </a:lnTo>
                  <a:lnTo>
                    <a:pt x="12212" y="4885"/>
                  </a:lnTo>
                  <a:lnTo>
                    <a:pt x="12383" y="4739"/>
                  </a:lnTo>
                  <a:lnTo>
                    <a:pt x="12652" y="4445"/>
                  </a:lnTo>
                  <a:lnTo>
                    <a:pt x="12871" y="4152"/>
                  </a:lnTo>
                  <a:lnTo>
                    <a:pt x="13067" y="3859"/>
                  </a:lnTo>
                  <a:lnTo>
                    <a:pt x="13213" y="3566"/>
                  </a:lnTo>
                  <a:lnTo>
                    <a:pt x="13311" y="3298"/>
                  </a:lnTo>
                  <a:lnTo>
                    <a:pt x="13409" y="3029"/>
                  </a:lnTo>
                  <a:lnTo>
                    <a:pt x="13433" y="2760"/>
                  </a:lnTo>
                  <a:lnTo>
                    <a:pt x="13458" y="2492"/>
                  </a:lnTo>
                  <a:lnTo>
                    <a:pt x="13433" y="2247"/>
                  </a:lnTo>
                  <a:lnTo>
                    <a:pt x="13384" y="2003"/>
                  </a:lnTo>
                  <a:lnTo>
                    <a:pt x="13311" y="1759"/>
                  </a:lnTo>
                  <a:lnTo>
                    <a:pt x="13238" y="1539"/>
                  </a:lnTo>
                  <a:lnTo>
                    <a:pt x="13116" y="1344"/>
                  </a:lnTo>
                  <a:lnTo>
                    <a:pt x="12994" y="1124"/>
                  </a:lnTo>
                  <a:lnTo>
                    <a:pt x="12847" y="953"/>
                  </a:lnTo>
                  <a:lnTo>
                    <a:pt x="12676" y="782"/>
                  </a:lnTo>
                  <a:lnTo>
                    <a:pt x="12505" y="611"/>
                  </a:lnTo>
                  <a:lnTo>
                    <a:pt x="12334" y="464"/>
                  </a:lnTo>
                  <a:lnTo>
                    <a:pt x="12139" y="342"/>
                  </a:lnTo>
                  <a:lnTo>
                    <a:pt x="11919" y="220"/>
                  </a:lnTo>
                  <a:lnTo>
                    <a:pt x="11699" y="147"/>
                  </a:lnTo>
                  <a:lnTo>
                    <a:pt x="11455" y="74"/>
                  </a:lnTo>
                  <a:lnTo>
                    <a:pt x="11211" y="25"/>
                  </a:lnTo>
                  <a:lnTo>
                    <a:pt x="10966" y="0"/>
                  </a:lnTo>
                  <a:lnTo>
                    <a:pt x="10698" y="25"/>
                  </a:lnTo>
                  <a:lnTo>
                    <a:pt x="10429" y="49"/>
                  </a:lnTo>
                  <a:lnTo>
                    <a:pt x="10160" y="147"/>
                  </a:lnTo>
                  <a:lnTo>
                    <a:pt x="9892" y="245"/>
                  </a:lnTo>
                  <a:lnTo>
                    <a:pt x="9599" y="391"/>
                  </a:lnTo>
                  <a:lnTo>
                    <a:pt x="9306" y="587"/>
                  </a:lnTo>
                  <a:lnTo>
                    <a:pt x="9013" y="806"/>
                  </a:lnTo>
                  <a:lnTo>
                    <a:pt x="8719" y="1075"/>
                  </a:lnTo>
                  <a:lnTo>
                    <a:pt x="8475" y="1368"/>
                  </a:lnTo>
                  <a:lnTo>
                    <a:pt x="8280" y="1661"/>
                  </a:lnTo>
                  <a:lnTo>
                    <a:pt x="8084" y="2003"/>
                  </a:lnTo>
                  <a:lnTo>
                    <a:pt x="7914" y="2369"/>
                  </a:lnTo>
                  <a:lnTo>
                    <a:pt x="7791" y="2736"/>
                  </a:lnTo>
                  <a:lnTo>
                    <a:pt x="7669" y="3102"/>
                  </a:lnTo>
                  <a:lnTo>
                    <a:pt x="7572" y="3469"/>
                  </a:lnTo>
                  <a:lnTo>
                    <a:pt x="7498" y="3835"/>
                  </a:lnTo>
                  <a:lnTo>
                    <a:pt x="7401" y="4519"/>
                  </a:lnTo>
                  <a:lnTo>
                    <a:pt x="7327" y="5080"/>
                  </a:lnTo>
                  <a:lnTo>
                    <a:pt x="7303" y="5667"/>
                  </a:lnTo>
                  <a:lnTo>
                    <a:pt x="7279" y="5080"/>
                  </a:lnTo>
                  <a:lnTo>
                    <a:pt x="7205" y="4519"/>
                  </a:lnTo>
                  <a:lnTo>
                    <a:pt x="7108" y="3835"/>
                  </a:lnTo>
                  <a:lnTo>
                    <a:pt x="7034" y="3469"/>
                  </a:lnTo>
                  <a:lnTo>
                    <a:pt x="6937" y="3102"/>
                  </a:lnTo>
                  <a:lnTo>
                    <a:pt x="6814" y="2736"/>
                  </a:lnTo>
                  <a:lnTo>
                    <a:pt x="6692" y="2369"/>
                  </a:lnTo>
                  <a:lnTo>
                    <a:pt x="6521" y="2003"/>
                  </a:lnTo>
                  <a:lnTo>
                    <a:pt x="6326" y="1661"/>
                  </a:lnTo>
                  <a:lnTo>
                    <a:pt x="6131" y="1368"/>
                  </a:lnTo>
                  <a:lnTo>
                    <a:pt x="5886" y="1075"/>
                  </a:lnTo>
                  <a:lnTo>
                    <a:pt x="5593" y="806"/>
                  </a:lnTo>
                  <a:lnTo>
                    <a:pt x="5300" y="587"/>
                  </a:lnTo>
                  <a:lnTo>
                    <a:pt x="5007" y="391"/>
                  </a:lnTo>
                  <a:lnTo>
                    <a:pt x="4714" y="245"/>
                  </a:lnTo>
                  <a:lnTo>
                    <a:pt x="4445" y="147"/>
                  </a:lnTo>
                  <a:lnTo>
                    <a:pt x="4177" y="49"/>
                  </a:lnTo>
                  <a:lnTo>
                    <a:pt x="3908" y="25"/>
                  </a:lnTo>
                  <a:lnTo>
                    <a:pt x="36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8" name="Google Shape;930;p47">
              <a:extLst>
                <a:ext uri="{FF2B5EF4-FFF2-40B4-BE49-F238E27FC236}">
                  <a16:creationId xmlns:a16="http://schemas.microsoft.com/office/drawing/2014/main" xmlns="" id="{B8E3BFC2-B54C-A0FA-F131-846ADF475436}"/>
                </a:ext>
              </a:extLst>
            </p:cNvPr>
            <p:cNvSpPr/>
            <p:nvPr/>
          </p:nvSpPr>
          <p:spPr>
            <a:xfrm>
              <a:off x="1977625" y="5237525"/>
              <a:ext cx="113600" cy="213100"/>
            </a:xfrm>
            <a:custGeom>
              <a:avLst/>
              <a:gdLst/>
              <a:ahLst/>
              <a:cxnLst/>
              <a:rect l="l" t="t" r="r" b="b"/>
              <a:pathLst>
                <a:path w="4544" h="8524" extrusionOk="0">
                  <a:moveTo>
                    <a:pt x="1" y="0"/>
                  </a:moveTo>
                  <a:lnTo>
                    <a:pt x="1" y="8035"/>
                  </a:lnTo>
                  <a:lnTo>
                    <a:pt x="25" y="8133"/>
                  </a:lnTo>
                  <a:lnTo>
                    <a:pt x="50" y="8231"/>
                  </a:lnTo>
                  <a:lnTo>
                    <a:pt x="99" y="8304"/>
                  </a:lnTo>
                  <a:lnTo>
                    <a:pt x="148" y="8377"/>
                  </a:lnTo>
                  <a:lnTo>
                    <a:pt x="221" y="8426"/>
                  </a:lnTo>
                  <a:lnTo>
                    <a:pt x="318" y="8475"/>
                  </a:lnTo>
                  <a:lnTo>
                    <a:pt x="392" y="8499"/>
                  </a:lnTo>
                  <a:lnTo>
                    <a:pt x="489" y="8524"/>
                  </a:lnTo>
                  <a:lnTo>
                    <a:pt x="4544" y="8524"/>
                  </a:lnTo>
                  <a:lnTo>
                    <a:pt x="45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9" name="Google Shape;931;p47">
              <a:extLst>
                <a:ext uri="{FF2B5EF4-FFF2-40B4-BE49-F238E27FC236}">
                  <a16:creationId xmlns:a16="http://schemas.microsoft.com/office/drawing/2014/main" xmlns="" id="{F659352D-188A-D795-8805-0E57F0080B84}"/>
                </a:ext>
              </a:extLst>
            </p:cNvPr>
            <p:cNvSpPr/>
            <p:nvPr/>
          </p:nvSpPr>
          <p:spPr>
            <a:xfrm>
              <a:off x="2190125" y="5237525"/>
              <a:ext cx="113575" cy="213100"/>
            </a:xfrm>
            <a:custGeom>
              <a:avLst/>
              <a:gdLst/>
              <a:ahLst/>
              <a:cxnLst/>
              <a:rect l="l" t="t" r="r" b="b"/>
              <a:pathLst>
                <a:path w="4543" h="8524" extrusionOk="0">
                  <a:moveTo>
                    <a:pt x="0" y="0"/>
                  </a:moveTo>
                  <a:lnTo>
                    <a:pt x="0" y="8524"/>
                  </a:lnTo>
                  <a:lnTo>
                    <a:pt x="4054" y="8524"/>
                  </a:lnTo>
                  <a:lnTo>
                    <a:pt x="4152" y="8499"/>
                  </a:lnTo>
                  <a:lnTo>
                    <a:pt x="4225" y="8475"/>
                  </a:lnTo>
                  <a:lnTo>
                    <a:pt x="4323" y="8426"/>
                  </a:lnTo>
                  <a:lnTo>
                    <a:pt x="4396" y="8377"/>
                  </a:lnTo>
                  <a:lnTo>
                    <a:pt x="4445" y="8304"/>
                  </a:lnTo>
                  <a:lnTo>
                    <a:pt x="4494" y="8231"/>
                  </a:lnTo>
                  <a:lnTo>
                    <a:pt x="4518" y="8133"/>
                  </a:lnTo>
                  <a:lnTo>
                    <a:pt x="4543" y="8035"/>
                  </a:lnTo>
                  <a:lnTo>
                    <a:pt x="454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240" name="Google Shape;932;p47">
            <a:extLst>
              <a:ext uri="{FF2B5EF4-FFF2-40B4-BE49-F238E27FC236}">
                <a16:creationId xmlns:a16="http://schemas.microsoft.com/office/drawing/2014/main" xmlns="" id="{5DFF70D9-22CA-360E-728C-C7323ADCC319}"/>
              </a:ext>
            </a:extLst>
          </p:cNvPr>
          <p:cNvGrpSpPr/>
          <p:nvPr/>
        </p:nvGrpSpPr>
        <p:grpSpPr>
          <a:xfrm>
            <a:off x="4580232" y="4688329"/>
            <a:ext cx="207293" cy="213020"/>
            <a:chOff x="2605300" y="5003050"/>
            <a:chExt cx="418900" cy="430475"/>
          </a:xfrm>
        </p:grpSpPr>
        <p:sp>
          <p:nvSpPr>
            <p:cNvPr id="241" name="Google Shape;933;p47">
              <a:extLst>
                <a:ext uri="{FF2B5EF4-FFF2-40B4-BE49-F238E27FC236}">
                  <a16:creationId xmlns:a16="http://schemas.microsoft.com/office/drawing/2014/main" xmlns="" id="{A8C69687-D82F-518B-9C5F-8370596FADDC}"/>
                </a:ext>
              </a:extLst>
            </p:cNvPr>
            <p:cNvSpPr/>
            <p:nvPr/>
          </p:nvSpPr>
          <p:spPr>
            <a:xfrm>
              <a:off x="2820225" y="5222250"/>
              <a:ext cx="202750" cy="211275"/>
            </a:xfrm>
            <a:custGeom>
              <a:avLst/>
              <a:gdLst/>
              <a:ahLst/>
              <a:cxnLst/>
              <a:rect l="l" t="t" r="r" b="b"/>
              <a:pathLst>
                <a:path w="8110" h="8451" extrusionOk="0">
                  <a:moveTo>
                    <a:pt x="1710" y="1"/>
                  </a:moveTo>
                  <a:lnTo>
                    <a:pt x="1" y="1857"/>
                  </a:lnTo>
                  <a:lnTo>
                    <a:pt x="5813" y="8158"/>
                  </a:lnTo>
                  <a:lnTo>
                    <a:pt x="5960" y="8280"/>
                  </a:lnTo>
                  <a:lnTo>
                    <a:pt x="6131" y="8378"/>
                  </a:lnTo>
                  <a:lnTo>
                    <a:pt x="6302" y="8427"/>
                  </a:lnTo>
                  <a:lnTo>
                    <a:pt x="6497" y="8451"/>
                  </a:lnTo>
                  <a:lnTo>
                    <a:pt x="6668" y="8427"/>
                  </a:lnTo>
                  <a:lnTo>
                    <a:pt x="6839" y="8378"/>
                  </a:lnTo>
                  <a:lnTo>
                    <a:pt x="7010" y="8280"/>
                  </a:lnTo>
                  <a:lnTo>
                    <a:pt x="7157" y="8158"/>
                  </a:lnTo>
                  <a:lnTo>
                    <a:pt x="7841" y="7474"/>
                  </a:lnTo>
                  <a:lnTo>
                    <a:pt x="7963" y="7328"/>
                  </a:lnTo>
                  <a:lnTo>
                    <a:pt x="8060" y="7157"/>
                  </a:lnTo>
                  <a:lnTo>
                    <a:pt x="8109" y="6986"/>
                  </a:lnTo>
                  <a:lnTo>
                    <a:pt x="8109" y="6815"/>
                  </a:lnTo>
                  <a:lnTo>
                    <a:pt x="8109" y="6619"/>
                  </a:lnTo>
                  <a:lnTo>
                    <a:pt x="8060" y="6448"/>
                  </a:lnTo>
                  <a:lnTo>
                    <a:pt x="7963" y="6277"/>
                  </a:lnTo>
                  <a:lnTo>
                    <a:pt x="7841" y="6131"/>
                  </a:lnTo>
                  <a:lnTo>
                    <a:pt x="17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2" name="Google Shape;934;p47">
              <a:extLst>
                <a:ext uri="{FF2B5EF4-FFF2-40B4-BE49-F238E27FC236}">
                  <a16:creationId xmlns:a16="http://schemas.microsoft.com/office/drawing/2014/main" xmlns="" id="{19D3F219-519E-3F01-5B22-F6BF531C5454}"/>
                </a:ext>
              </a:extLst>
            </p:cNvPr>
            <p:cNvSpPr/>
            <p:nvPr/>
          </p:nvSpPr>
          <p:spPr>
            <a:xfrm>
              <a:off x="2606525" y="5003050"/>
              <a:ext cx="203975" cy="208225"/>
            </a:xfrm>
            <a:custGeom>
              <a:avLst/>
              <a:gdLst/>
              <a:ahLst/>
              <a:cxnLst/>
              <a:rect l="l" t="t" r="r" b="b"/>
              <a:pathLst>
                <a:path w="8159" h="8329" extrusionOk="0">
                  <a:moveTo>
                    <a:pt x="880" y="1"/>
                  </a:moveTo>
                  <a:lnTo>
                    <a:pt x="685" y="50"/>
                  </a:lnTo>
                  <a:lnTo>
                    <a:pt x="514" y="123"/>
                  </a:lnTo>
                  <a:lnTo>
                    <a:pt x="391" y="245"/>
                  </a:lnTo>
                  <a:lnTo>
                    <a:pt x="269" y="367"/>
                  </a:lnTo>
                  <a:lnTo>
                    <a:pt x="172" y="514"/>
                  </a:lnTo>
                  <a:lnTo>
                    <a:pt x="98" y="685"/>
                  </a:lnTo>
                  <a:lnTo>
                    <a:pt x="50" y="856"/>
                  </a:lnTo>
                  <a:lnTo>
                    <a:pt x="1" y="1026"/>
                  </a:lnTo>
                  <a:lnTo>
                    <a:pt x="1" y="1222"/>
                  </a:lnTo>
                  <a:lnTo>
                    <a:pt x="1" y="1417"/>
                  </a:lnTo>
                  <a:lnTo>
                    <a:pt x="1" y="1613"/>
                  </a:lnTo>
                  <a:lnTo>
                    <a:pt x="74" y="2028"/>
                  </a:lnTo>
                  <a:lnTo>
                    <a:pt x="221" y="2492"/>
                  </a:lnTo>
                  <a:lnTo>
                    <a:pt x="391" y="2931"/>
                  </a:lnTo>
                  <a:lnTo>
                    <a:pt x="611" y="3396"/>
                  </a:lnTo>
                  <a:lnTo>
                    <a:pt x="856" y="3884"/>
                  </a:lnTo>
                  <a:lnTo>
                    <a:pt x="1124" y="4324"/>
                  </a:lnTo>
                  <a:lnTo>
                    <a:pt x="1417" y="4788"/>
                  </a:lnTo>
                  <a:lnTo>
                    <a:pt x="1710" y="5203"/>
                  </a:lnTo>
                  <a:lnTo>
                    <a:pt x="2003" y="5594"/>
                  </a:lnTo>
                  <a:lnTo>
                    <a:pt x="2296" y="5960"/>
                  </a:lnTo>
                  <a:lnTo>
                    <a:pt x="2590" y="6302"/>
                  </a:lnTo>
                  <a:lnTo>
                    <a:pt x="2858" y="6571"/>
                  </a:lnTo>
                  <a:lnTo>
                    <a:pt x="3078" y="6790"/>
                  </a:lnTo>
                  <a:lnTo>
                    <a:pt x="3322" y="6986"/>
                  </a:lnTo>
                  <a:lnTo>
                    <a:pt x="3566" y="7157"/>
                  </a:lnTo>
                  <a:lnTo>
                    <a:pt x="3811" y="7328"/>
                  </a:lnTo>
                  <a:lnTo>
                    <a:pt x="4324" y="7621"/>
                  </a:lnTo>
                  <a:lnTo>
                    <a:pt x="4836" y="7841"/>
                  </a:lnTo>
                  <a:lnTo>
                    <a:pt x="5325" y="8036"/>
                  </a:lnTo>
                  <a:lnTo>
                    <a:pt x="5740" y="8182"/>
                  </a:lnTo>
                  <a:lnTo>
                    <a:pt x="6351" y="8329"/>
                  </a:lnTo>
                  <a:lnTo>
                    <a:pt x="8158" y="6668"/>
                  </a:lnTo>
                  <a:lnTo>
                    <a:pt x="4446" y="2956"/>
                  </a:lnTo>
                  <a:lnTo>
                    <a:pt x="1735" y="245"/>
                  </a:lnTo>
                  <a:lnTo>
                    <a:pt x="1588" y="123"/>
                  </a:lnTo>
                  <a:lnTo>
                    <a:pt x="1417" y="50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3" name="Google Shape;935;p47">
              <a:extLst>
                <a:ext uri="{FF2B5EF4-FFF2-40B4-BE49-F238E27FC236}">
                  <a16:creationId xmlns:a16="http://schemas.microsoft.com/office/drawing/2014/main" xmlns="" id="{684936A3-7AA9-DCEF-88B0-0A5E054EF97C}"/>
                </a:ext>
              </a:extLst>
            </p:cNvPr>
            <p:cNvSpPr/>
            <p:nvPr/>
          </p:nvSpPr>
          <p:spPr>
            <a:xfrm>
              <a:off x="2605300" y="5008550"/>
              <a:ext cx="418900" cy="418875"/>
            </a:xfrm>
            <a:custGeom>
              <a:avLst/>
              <a:gdLst/>
              <a:ahLst/>
              <a:cxnLst/>
              <a:rect l="l" t="t" r="r" b="b"/>
              <a:pathLst>
                <a:path w="16756" h="16755" extrusionOk="0">
                  <a:moveTo>
                    <a:pt x="13922" y="1"/>
                  </a:moveTo>
                  <a:lnTo>
                    <a:pt x="13824" y="49"/>
                  </a:lnTo>
                  <a:lnTo>
                    <a:pt x="13360" y="342"/>
                  </a:lnTo>
                  <a:lnTo>
                    <a:pt x="12261" y="1026"/>
                  </a:lnTo>
                  <a:lnTo>
                    <a:pt x="11602" y="1466"/>
                  </a:lnTo>
                  <a:lnTo>
                    <a:pt x="10942" y="1930"/>
                  </a:lnTo>
                  <a:lnTo>
                    <a:pt x="10381" y="2370"/>
                  </a:lnTo>
                  <a:lnTo>
                    <a:pt x="10112" y="2589"/>
                  </a:lnTo>
                  <a:lnTo>
                    <a:pt x="9917" y="2785"/>
                  </a:lnTo>
                  <a:lnTo>
                    <a:pt x="9795" y="2907"/>
                  </a:lnTo>
                  <a:lnTo>
                    <a:pt x="9697" y="3053"/>
                  </a:lnTo>
                  <a:lnTo>
                    <a:pt x="9599" y="3224"/>
                  </a:lnTo>
                  <a:lnTo>
                    <a:pt x="9526" y="3420"/>
                  </a:lnTo>
                  <a:lnTo>
                    <a:pt x="9404" y="3835"/>
                  </a:lnTo>
                  <a:lnTo>
                    <a:pt x="9330" y="4275"/>
                  </a:lnTo>
                  <a:lnTo>
                    <a:pt x="9282" y="4714"/>
                  </a:lnTo>
                  <a:lnTo>
                    <a:pt x="9306" y="5178"/>
                  </a:lnTo>
                  <a:lnTo>
                    <a:pt x="9355" y="5593"/>
                  </a:lnTo>
                  <a:lnTo>
                    <a:pt x="9379" y="5789"/>
                  </a:lnTo>
                  <a:lnTo>
                    <a:pt x="9453" y="5960"/>
                  </a:lnTo>
                  <a:lnTo>
                    <a:pt x="270" y="14459"/>
                  </a:lnTo>
                  <a:lnTo>
                    <a:pt x="147" y="14606"/>
                  </a:lnTo>
                  <a:lnTo>
                    <a:pt x="74" y="14776"/>
                  </a:lnTo>
                  <a:lnTo>
                    <a:pt x="1" y="14947"/>
                  </a:lnTo>
                  <a:lnTo>
                    <a:pt x="1" y="15118"/>
                  </a:lnTo>
                  <a:lnTo>
                    <a:pt x="1" y="15314"/>
                  </a:lnTo>
                  <a:lnTo>
                    <a:pt x="74" y="15485"/>
                  </a:lnTo>
                  <a:lnTo>
                    <a:pt x="147" y="15656"/>
                  </a:lnTo>
                  <a:lnTo>
                    <a:pt x="270" y="15802"/>
                  </a:lnTo>
                  <a:lnTo>
                    <a:pt x="953" y="16486"/>
                  </a:lnTo>
                  <a:lnTo>
                    <a:pt x="1100" y="16608"/>
                  </a:lnTo>
                  <a:lnTo>
                    <a:pt x="1271" y="16681"/>
                  </a:lnTo>
                  <a:lnTo>
                    <a:pt x="1442" y="16755"/>
                  </a:lnTo>
                  <a:lnTo>
                    <a:pt x="1808" y="16755"/>
                  </a:lnTo>
                  <a:lnTo>
                    <a:pt x="1979" y="16681"/>
                  </a:lnTo>
                  <a:lnTo>
                    <a:pt x="2150" y="16608"/>
                  </a:lnTo>
                  <a:lnTo>
                    <a:pt x="2297" y="16486"/>
                  </a:lnTo>
                  <a:lnTo>
                    <a:pt x="10796" y="7303"/>
                  </a:lnTo>
                  <a:lnTo>
                    <a:pt x="11162" y="7401"/>
                  </a:lnTo>
                  <a:lnTo>
                    <a:pt x="11577" y="7450"/>
                  </a:lnTo>
                  <a:lnTo>
                    <a:pt x="12041" y="7474"/>
                  </a:lnTo>
                  <a:lnTo>
                    <a:pt x="12481" y="7425"/>
                  </a:lnTo>
                  <a:lnTo>
                    <a:pt x="12921" y="7352"/>
                  </a:lnTo>
                  <a:lnTo>
                    <a:pt x="13336" y="7230"/>
                  </a:lnTo>
                  <a:lnTo>
                    <a:pt x="13531" y="7156"/>
                  </a:lnTo>
                  <a:lnTo>
                    <a:pt x="13702" y="7059"/>
                  </a:lnTo>
                  <a:lnTo>
                    <a:pt x="13849" y="6961"/>
                  </a:lnTo>
                  <a:lnTo>
                    <a:pt x="13971" y="6839"/>
                  </a:lnTo>
                  <a:lnTo>
                    <a:pt x="14166" y="6644"/>
                  </a:lnTo>
                  <a:lnTo>
                    <a:pt x="14386" y="6375"/>
                  </a:lnTo>
                  <a:lnTo>
                    <a:pt x="14826" y="5813"/>
                  </a:lnTo>
                  <a:lnTo>
                    <a:pt x="15290" y="5154"/>
                  </a:lnTo>
                  <a:lnTo>
                    <a:pt x="15729" y="4494"/>
                  </a:lnTo>
                  <a:lnTo>
                    <a:pt x="16413" y="3395"/>
                  </a:lnTo>
                  <a:lnTo>
                    <a:pt x="16706" y="2931"/>
                  </a:lnTo>
                  <a:lnTo>
                    <a:pt x="16755" y="2834"/>
                  </a:lnTo>
                  <a:lnTo>
                    <a:pt x="16755" y="2736"/>
                  </a:lnTo>
                  <a:lnTo>
                    <a:pt x="16755" y="2663"/>
                  </a:lnTo>
                  <a:lnTo>
                    <a:pt x="16706" y="2589"/>
                  </a:lnTo>
                  <a:lnTo>
                    <a:pt x="16633" y="2541"/>
                  </a:lnTo>
                  <a:lnTo>
                    <a:pt x="16462" y="2541"/>
                  </a:lnTo>
                  <a:lnTo>
                    <a:pt x="16364" y="2589"/>
                  </a:lnTo>
                  <a:lnTo>
                    <a:pt x="13653" y="4958"/>
                  </a:lnTo>
                  <a:lnTo>
                    <a:pt x="13580" y="5007"/>
                  </a:lnTo>
                  <a:lnTo>
                    <a:pt x="13458" y="5007"/>
                  </a:lnTo>
                  <a:lnTo>
                    <a:pt x="13360" y="4983"/>
                  </a:lnTo>
                  <a:lnTo>
                    <a:pt x="13238" y="4885"/>
                  </a:lnTo>
                  <a:lnTo>
                    <a:pt x="13140" y="4763"/>
                  </a:lnTo>
                  <a:lnTo>
                    <a:pt x="13092" y="4641"/>
                  </a:lnTo>
                  <a:lnTo>
                    <a:pt x="13092" y="4543"/>
                  </a:lnTo>
                  <a:lnTo>
                    <a:pt x="13140" y="4446"/>
                  </a:lnTo>
                  <a:lnTo>
                    <a:pt x="15607" y="1490"/>
                  </a:lnTo>
                  <a:lnTo>
                    <a:pt x="15656" y="1393"/>
                  </a:lnTo>
                  <a:lnTo>
                    <a:pt x="15656" y="1319"/>
                  </a:lnTo>
                  <a:lnTo>
                    <a:pt x="15656" y="1222"/>
                  </a:lnTo>
                  <a:lnTo>
                    <a:pt x="15607" y="1148"/>
                  </a:lnTo>
                  <a:lnTo>
                    <a:pt x="15534" y="1100"/>
                  </a:lnTo>
                  <a:lnTo>
                    <a:pt x="15363" y="1100"/>
                  </a:lnTo>
                  <a:lnTo>
                    <a:pt x="15265" y="1148"/>
                  </a:lnTo>
                  <a:lnTo>
                    <a:pt x="12310" y="3615"/>
                  </a:lnTo>
                  <a:lnTo>
                    <a:pt x="12212" y="3664"/>
                  </a:lnTo>
                  <a:lnTo>
                    <a:pt x="12115" y="3664"/>
                  </a:lnTo>
                  <a:lnTo>
                    <a:pt x="11993" y="3615"/>
                  </a:lnTo>
                  <a:lnTo>
                    <a:pt x="11895" y="3517"/>
                  </a:lnTo>
                  <a:lnTo>
                    <a:pt x="11797" y="3395"/>
                  </a:lnTo>
                  <a:lnTo>
                    <a:pt x="11748" y="3298"/>
                  </a:lnTo>
                  <a:lnTo>
                    <a:pt x="11748" y="3176"/>
                  </a:lnTo>
                  <a:lnTo>
                    <a:pt x="11797" y="3102"/>
                  </a:lnTo>
                  <a:lnTo>
                    <a:pt x="14166" y="391"/>
                  </a:lnTo>
                  <a:lnTo>
                    <a:pt x="14215" y="294"/>
                  </a:lnTo>
                  <a:lnTo>
                    <a:pt x="14215" y="220"/>
                  </a:lnTo>
                  <a:lnTo>
                    <a:pt x="14215" y="123"/>
                  </a:lnTo>
                  <a:lnTo>
                    <a:pt x="14166" y="49"/>
                  </a:lnTo>
                  <a:lnTo>
                    <a:pt x="1409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244" name="Google Shape;936;p47">
            <a:extLst>
              <a:ext uri="{FF2B5EF4-FFF2-40B4-BE49-F238E27FC236}">
                <a16:creationId xmlns:a16="http://schemas.microsoft.com/office/drawing/2014/main" xmlns="" id="{2FABD633-85C4-2424-7996-A8E9FED7A1E3}"/>
              </a:ext>
            </a:extLst>
          </p:cNvPr>
          <p:cNvGrpSpPr/>
          <p:nvPr/>
        </p:nvGrpSpPr>
        <p:grpSpPr>
          <a:xfrm>
            <a:off x="4893555" y="4692870"/>
            <a:ext cx="247772" cy="203656"/>
            <a:chOff x="3238475" y="5012225"/>
            <a:chExt cx="500700" cy="411550"/>
          </a:xfrm>
        </p:grpSpPr>
        <p:sp>
          <p:nvSpPr>
            <p:cNvPr id="245" name="Google Shape;937;p47">
              <a:extLst>
                <a:ext uri="{FF2B5EF4-FFF2-40B4-BE49-F238E27FC236}">
                  <a16:creationId xmlns:a16="http://schemas.microsoft.com/office/drawing/2014/main" xmlns="" id="{7A13C9A8-3792-B4A9-3247-8AD46897C7E0}"/>
                </a:ext>
              </a:extLst>
            </p:cNvPr>
            <p:cNvSpPr/>
            <p:nvPr/>
          </p:nvSpPr>
          <p:spPr>
            <a:xfrm>
              <a:off x="3238475" y="5315050"/>
              <a:ext cx="500700" cy="108725"/>
            </a:xfrm>
            <a:custGeom>
              <a:avLst/>
              <a:gdLst/>
              <a:ahLst/>
              <a:cxnLst/>
              <a:rect l="l" t="t" r="r" b="b"/>
              <a:pathLst>
                <a:path w="20028" h="4349" extrusionOk="0">
                  <a:moveTo>
                    <a:pt x="17683" y="856"/>
                  </a:moveTo>
                  <a:lnTo>
                    <a:pt x="17781" y="880"/>
                  </a:lnTo>
                  <a:lnTo>
                    <a:pt x="17854" y="929"/>
                  </a:lnTo>
                  <a:lnTo>
                    <a:pt x="17903" y="1002"/>
                  </a:lnTo>
                  <a:lnTo>
                    <a:pt x="17927" y="1100"/>
                  </a:lnTo>
                  <a:lnTo>
                    <a:pt x="17903" y="1198"/>
                  </a:lnTo>
                  <a:lnTo>
                    <a:pt x="17854" y="1271"/>
                  </a:lnTo>
                  <a:lnTo>
                    <a:pt x="17781" y="1320"/>
                  </a:lnTo>
                  <a:lnTo>
                    <a:pt x="17683" y="1344"/>
                  </a:lnTo>
                  <a:lnTo>
                    <a:pt x="2345" y="1344"/>
                  </a:lnTo>
                  <a:lnTo>
                    <a:pt x="2247" y="1320"/>
                  </a:lnTo>
                  <a:lnTo>
                    <a:pt x="2174" y="1271"/>
                  </a:lnTo>
                  <a:lnTo>
                    <a:pt x="2125" y="1198"/>
                  </a:lnTo>
                  <a:lnTo>
                    <a:pt x="2101" y="1100"/>
                  </a:lnTo>
                  <a:lnTo>
                    <a:pt x="2125" y="1002"/>
                  </a:lnTo>
                  <a:lnTo>
                    <a:pt x="2174" y="929"/>
                  </a:lnTo>
                  <a:lnTo>
                    <a:pt x="2247" y="880"/>
                  </a:lnTo>
                  <a:lnTo>
                    <a:pt x="2345" y="856"/>
                  </a:lnTo>
                  <a:close/>
                  <a:moveTo>
                    <a:pt x="367" y="1"/>
                  </a:moveTo>
                  <a:lnTo>
                    <a:pt x="269" y="25"/>
                  </a:lnTo>
                  <a:lnTo>
                    <a:pt x="196" y="74"/>
                  </a:lnTo>
                  <a:lnTo>
                    <a:pt x="123" y="123"/>
                  </a:lnTo>
                  <a:lnTo>
                    <a:pt x="74" y="196"/>
                  </a:lnTo>
                  <a:lnTo>
                    <a:pt x="49" y="270"/>
                  </a:lnTo>
                  <a:lnTo>
                    <a:pt x="25" y="343"/>
                  </a:lnTo>
                  <a:lnTo>
                    <a:pt x="1" y="441"/>
                  </a:lnTo>
                  <a:lnTo>
                    <a:pt x="25" y="514"/>
                  </a:lnTo>
                  <a:lnTo>
                    <a:pt x="49" y="587"/>
                  </a:lnTo>
                  <a:lnTo>
                    <a:pt x="74" y="660"/>
                  </a:lnTo>
                  <a:lnTo>
                    <a:pt x="123" y="734"/>
                  </a:lnTo>
                  <a:lnTo>
                    <a:pt x="196" y="782"/>
                  </a:lnTo>
                  <a:lnTo>
                    <a:pt x="269" y="831"/>
                  </a:lnTo>
                  <a:lnTo>
                    <a:pt x="367" y="856"/>
                  </a:lnTo>
                  <a:lnTo>
                    <a:pt x="440" y="856"/>
                  </a:lnTo>
                  <a:lnTo>
                    <a:pt x="489" y="880"/>
                  </a:lnTo>
                  <a:lnTo>
                    <a:pt x="562" y="905"/>
                  </a:lnTo>
                  <a:lnTo>
                    <a:pt x="709" y="1051"/>
                  </a:lnTo>
                  <a:lnTo>
                    <a:pt x="855" y="1246"/>
                  </a:lnTo>
                  <a:lnTo>
                    <a:pt x="1026" y="1491"/>
                  </a:lnTo>
                  <a:lnTo>
                    <a:pt x="1344" y="2028"/>
                  </a:lnTo>
                  <a:lnTo>
                    <a:pt x="1637" y="2516"/>
                  </a:lnTo>
                  <a:lnTo>
                    <a:pt x="1906" y="3005"/>
                  </a:lnTo>
                  <a:lnTo>
                    <a:pt x="2174" y="3469"/>
                  </a:lnTo>
                  <a:lnTo>
                    <a:pt x="2467" y="3884"/>
                  </a:lnTo>
                  <a:lnTo>
                    <a:pt x="2589" y="4055"/>
                  </a:lnTo>
                  <a:lnTo>
                    <a:pt x="2736" y="4226"/>
                  </a:lnTo>
                  <a:lnTo>
                    <a:pt x="2809" y="4275"/>
                  </a:lnTo>
                  <a:lnTo>
                    <a:pt x="2882" y="4299"/>
                  </a:lnTo>
                  <a:lnTo>
                    <a:pt x="2980" y="4324"/>
                  </a:lnTo>
                  <a:lnTo>
                    <a:pt x="3053" y="4348"/>
                  </a:lnTo>
                  <a:lnTo>
                    <a:pt x="16975" y="4348"/>
                  </a:lnTo>
                  <a:lnTo>
                    <a:pt x="17048" y="4324"/>
                  </a:lnTo>
                  <a:lnTo>
                    <a:pt x="17146" y="4299"/>
                  </a:lnTo>
                  <a:lnTo>
                    <a:pt x="17219" y="4275"/>
                  </a:lnTo>
                  <a:lnTo>
                    <a:pt x="17292" y="4226"/>
                  </a:lnTo>
                  <a:lnTo>
                    <a:pt x="17439" y="4055"/>
                  </a:lnTo>
                  <a:lnTo>
                    <a:pt x="17561" y="3884"/>
                  </a:lnTo>
                  <a:lnTo>
                    <a:pt x="17854" y="3469"/>
                  </a:lnTo>
                  <a:lnTo>
                    <a:pt x="18122" y="3005"/>
                  </a:lnTo>
                  <a:lnTo>
                    <a:pt x="18391" y="2516"/>
                  </a:lnTo>
                  <a:lnTo>
                    <a:pt x="18684" y="2028"/>
                  </a:lnTo>
                  <a:lnTo>
                    <a:pt x="19002" y="1491"/>
                  </a:lnTo>
                  <a:lnTo>
                    <a:pt x="19173" y="1246"/>
                  </a:lnTo>
                  <a:lnTo>
                    <a:pt x="19319" y="1051"/>
                  </a:lnTo>
                  <a:lnTo>
                    <a:pt x="19466" y="905"/>
                  </a:lnTo>
                  <a:lnTo>
                    <a:pt x="19539" y="880"/>
                  </a:lnTo>
                  <a:lnTo>
                    <a:pt x="19588" y="856"/>
                  </a:lnTo>
                  <a:lnTo>
                    <a:pt x="19661" y="856"/>
                  </a:lnTo>
                  <a:lnTo>
                    <a:pt x="19759" y="831"/>
                  </a:lnTo>
                  <a:lnTo>
                    <a:pt x="19832" y="782"/>
                  </a:lnTo>
                  <a:lnTo>
                    <a:pt x="19905" y="734"/>
                  </a:lnTo>
                  <a:lnTo>
                    <a:pt x="19954" y="660"/>
                  </a:lnTo>
                  <a:lnTo>
                    <a:pt x="19979" y="587"/>
                  </a:lnTo>
                  <a:lnTo>
                    <a:pt x="20003" y="514"/>
                  </a:lnTo>
                  <a:lnTo>
                    <a:pt x="20027" y="441"/>
                  </a:lnTo>
                  <a:lnTo>
                    <a:pt x="20003" y="343"/>
                  </a:lnTo>
                  <a:lnTo>
                    <a:pt x="19979" y="270"/>
                  </a:lnTo>
                  <a:lnTo>
                    <a:pt x="19954" y="196"/>
                  </a:lnTo>
                  <a:lnTo>
                    <a:pt x="19881" y="123"/>
                  </a:lnTo>
                  <a:lnTo>
                    <a:pt x="19832" y="74"/>
                  </a:lnTo>
                  <a:lnTo>
                    <a:pt x="19759" y="25"/>
                  </a:lnTo>
                  <a:lnTo>
                    <a:pt x="1966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6" name="Google Shape;938;p47">
              <a:extLst>
                <a:ext uri="{FF2B5EF4-FFF2-40B4-BE49-F238E27FC236}">
                  <a16:creationId xmlns:a16="http://schemas.microsoft.com/office/drawing/2014/main" xmlns="" id="{795CA50D-D9A9-39BB-8947-ACBC0C37726D}"/>
                </a:ext>
              </a:extLst>
            </p:cNvPr>
            <p:cNvSpPr/>
            <p:nvPr/>
          </p:nvSpPr>
          <p:spPr>
            <a:xfrm>
              <a:off x="3282450" y="5160575"/>
              <a:ext cx="412750" cy="140475"/>
            </a:xfrm>
            <a:custGeom>
              <a:avLst/>
              <a:gdLst/>
              <a:ahLst/>
              <a:cxnLst/>
              <a:rect l="l" t="t" r="r" b="b"/>
              <a:pathLst>
                <a:path w="16510" h="5619" extrusionOk="0">
                  <a:moveTo>
                    <a:pt x="8475" y="1"/>
                  </a:moveTo>
                  <a:lnTo>
                    <a:pt x="8157" y="50"/>
                  </a:lnTo>
                  <a:lnTo>
                    <a:pt x="7840" y="99"/>
                  </a:lnTo>
                  <a:lnTo>
                    <a:pt x="7522" y="172"/>
                  </a:lnTo>
                  <a:lnTo>
                    <a:pt x="7229" y="270"/>
                  </a:lnTo>
                  <a:lnTo>
                    <a:pt x="6936" y="367"/>
                  </a:lnTo>
                  <a:lnTo>
                    <a:pt x="6643" y="514"/>
                  </a:lnTo>
                  <a:lnTo>
                    <a:pt x="6374" y="660"/>
                  </a:lnTo>
                  <a:lnTo>
                    <a:pt x="6106" y="807"/>
                  </a:lnTo>
                  <a:lnTo>
                    <a:pt x="5862" y="1002"/>
                  </a:lnTo>
                  <a:lnTo>
                    <a:pt x="5617" y="1173"/>
                  </a:lnTo>
                  <a:lnTo>
                    <a:pt x="5398" y="1393"/>
                  </a:lnTo>
                  <a:lnTo>
                    <a:pt x="5202" y="1613"/>
                  </a:lnTo>
                  <a:lnTo>
                    <a:pt x="5007" y="1857"/>
                  </a:lnTo>
                  <a:lnTo>
                    <a:pt x="4811" y="2101"/>
                  </a:lnTo>
                  <a:lnTo>
                    <a:pt x="4640" y="2370"/>
                  </a:lnTo>
                  <a:lnTo>
                    <a:pt x="4372" y="2272"/>
                  </a:lnTo>
                  <a:lnTo>
                    <a:pt x="4103" y="2223"/>
                  </a:lnTo>
                  <a:lnTo>
                    <a:pt x="3834" y="2199"/>
                  </a:lnTo>
                  <a:lnTo>
                    <a:pt x="3541" y="2175"/>
                  </a:lnTo>
                  <a:lnTo>
                    <a:pt x="3199" y="2199"/>
                  </a:lnTo>
                  <a:lnTo>
                    <a:pt x="2858" y="2248"/>
                  </a:lnTo>
                  <a:lnTo>
                    <a:pt x="2516" y="2345"/>
                  </a:lnTo>
                  <a:lnTo>
                    <a:pt x="2198" y="2443"/>
                  </a:lnTo>
                  <a:lnTo>
                    <a:pt x="1881" y="2590"/>
                  </a:lnTo>
                  <a:lnTo>
                    <a:pt x="1588" y="2761"/>
                  </a:lnTo>
                  <a:lnTo>
                    <a:pt x="1319" y="2956"/>
                  </a:lnTo>
                  <a:lnTo>
                    <a:pt x="1075" y="3176"/>
                  </a:lnTo>
                  <a:lnTo>
                    <a:pt x="855" y="3420"/>
                  </a:lnTo>
                  <a:lnTo>
                    <a:pt x="635" y="3689"/>
                  </a:lnTo>
                  <a:lnTo>
                    <a:pt x="464" y="3982"/>
                  </a:lnTo>
                  <a:lnTo>
                    <a:pt x="318" y="4275"/>
                  </a:lnTo>
                  <a:lnTo>
                    <a:pt x="195" y="4592"/>
                  </a:lnTo>
                  <a:lnTo>
                    <a:pt x="98" y="4910"/>
                  </a:lnTo>
                  <a:lnTo>
                    <a:pt x="24" y="5252"/>
                  </a:lnTo>
                  <a:lnTo>
                    <a:pt x="0" y="5618"/>
                  </a:lnTo>
                  <a:lnTo>
                    <a:pt x="16510" y="5618"/>
                  </a:lnTo>
                  <a:lnTo>
                    <a:pt x="16437" y="5423"/>
                  </a:lnTo>
                  <a:lnTo>
                    <a:pt x="16339" y="5252"/>
                  </a:lnTo>
                  <a:lnTo>
                    <a:pt x="16119" y="4934"/>
                  </a:lnTo>
                  <a:lnTo>
                    <a:pt x="15851" y="4641"/>
                  </a:lnTo>
                  <a:lnTo>
                    <a:pt x="15533" y="4397"/>
                  </a:lnTo>
                  <a:lnTo>
                    <a:pt x="15362" y="4299"/>
                  </a:lnTo>
                  <a:lnTo>
                    <a:pt x="15191" y="4202"/>
                  </a:lnTo>
                  <a:lnTo>
                    <a:pt x="15020" y="4104"/>
                  </a:lnTo>
                  <a:lnTo>
                    <a:pt x="14825" y="4055"/>
                  </a:lnTo>
                  <a:lnTo>
                    <a:pt x="14629" y="3982"/>
                  </a:lnTo>
                  <a:lnTo>
                    <a:pt x="14434" y="3957"/>
                  </a:lnTo>
                  <a:lnTo>
                    <a:pt x="14214" y="3933"/>
                  </a:lnTo>
                  <a:lnTo>
                    <a:pt x="14019" y="3909"/>
                  </a:lnTo>
                  <a:lnTo>
                    <a:pt x="13775" y="3933"/>
                  </a:lnTo>
                  <a:lnTo>
                    <a:pt x="13555" y="3957"/>
                  </a:lnTo>
                  <a:lnTo>
                    <a:pt x="13457" y="3542"/>
                  </a:lnTo>
                  <a:lnTo>
                    <a:pt x="13335" y="3151"/>
                  </a:lnTo>
                  <a:lnTo>
                    <a:pt x="13164" y="2761"/>
                  </a:lnTo>
                  <a:lnTo>
                    <a:pt x="12969" y="2394"/>
                  </a:lnTo>
                  <a:lnTo>
                    <a:pt x="12749" y="2052"/>
                  </a:lnTo>
                  <a:lnTo>
                    <a:pt x="12505" y="1710"/>
                  </a:lnTo>
                  <a:lnTo>
                    <a:pt x="12212" y="1417"/>
                  </a:lnTo>
                  <a:lnTo>
                    <a:pt x="11918" y="1124"/>
                  </a:lnTo>
                  <a:lnTo>
                    <a:pt x="11577" y="880"/>
                  </a:lnTo>
                  <a:lnTo>
                    <a:pt x="11235" y="660"/>
                  </a:lnTo>
                  <a:lnTo>
                    <a:pt x="10868" y="465"/>
                  </a:lnTo>
                  <a:lnTo>
                    <a:pt x="10477" y="294"/>
                  </a:lnTo>
                  <a:lnTo>
                    <a:pt x="10087" y="172"/>
                  </a:lnTo>
                  <a:lnTo>
                    <a:pt x="9672" y="74"/>
                  </a:lnTo>
                  <a:lnTo>
                    <a:pt x="9232" y="25"/>
                  </a:lnTo>
                  <a:lnTo>
                    <a:pt x="87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7" name="Google Shape;939;p47">
              <a:extLst>
                <a:ext uri="{FF2B5EF4-FFF2-40B4-BE49-F238E27FC236}">
                  <a16:creationId xmlns:a16="http://schemas.microsoft.com/office/drawing/2014/main" xmlns="" id="{353532E9-1058-0009-8513-817B7B7AE38F}"/>
                </a:ext>
              </a:extLst>
            </p:cNvPr>
            <p:cNvSpPr/>
            <p:nvPr/>
          </p:nvSpPr>
          <p:spPr>
            <a:xfrm>
              <a:off x="3473550" y="5012225"/>
              <a:ext cx="30550" cy="129450"/>
            </a:xfrm>
            <a:custGeom>
              <a:avLst/>
              <a:gdLst/>
              <a:ahLst/>
              <a:cxnLst/>
              <a:rect l="l" t="t" r="r" b="b"/>
              <a:pathLst>
                <a:path w="1222" h="5178" extrusionOk="0">
                  <a:moveTo>
                    <a:pt x="953" y="0"/>
                  </a:moveTo>
                  <a:lnTo>
                    <a:pt x="831" y="24"/>
                  </a:lnTo>
                  <a:lnTo>
                    <a:pt x="758" y="98"/>
                  </a:lnTo>
                  <a:lnTo>
                    <a:pt x="684" y="171"/>
                  </a:lnTo>
                  <a:lnTo>
                    <a:pt x="660" y="293"/>
                  </a:lnTo>
                  <a:lnTo>
                    <a:pt x="635" y="464"/>
                  </a:lnTo>
                  <a:lnTo>
                    <a:pt x="587" y="611"/>
                  </a:lnTo>
                  <a:lnTo>
                    <a:pt x="513" y="733"/>
                  </a:lnTo>
                  <a:lnTo>
                    <a:pt x="391" y="879"/>
                  </a:lnTo>
                  <a:lnTo>
                    <a:pt x="269" y="1026"/>
                  </a:lnTo>
                  <a:lnTo>
                    <a:pt x="123" y="1246"/>
                  </a:lnTo>
                  <a:lnTo>
                    <a:pt x="74" y="1368"/>
                  </a:lnTo>
                  <a:lnTo>
                    <a:pt x="25" y="1490"/>
                  </a:lnTo>
                  <a:lnTo>
                    <a:pt x="0" y="1636"/>
                  </a:lnTo>
                  <a:lnTo>
                    <a:pt x="0" y="1832"/>
                  </a:lnTo>
                  <a:lnTo>
                    <a:pt x="0" y="2003"/>
                  </a:lnTo>
                  <a:lnTo>
                    <a:pt x="25" y="2149"/>
                  </a:lnTo>
                  <a:lnTo>
                    <a:pt x="74" y="2271"/>
                  </a:lnTo>
                  <a:lnTo>
                    <a:pt x="123" y="2394"/>
                  </a:lnTo>
                  <a:lnTo>
                    <a:pt x="269" y="2613"/>
                  </a:lnTo>
                  <a:lnTo>
                    <a:pt x="391" y="2784"/>
                  </a:lnTo>
                  <a:lnTo>
                    <a:pt x="513" y="2906"/>
                  </a:lnTo>
                  <a:lnTo>
                    <a:pt x="587" y="3029"/>
                  </a:lnTo>
                  <a:lnTo>
                    <a:pt x="635" y="3175"/>
                  </a:lnTo>
                  <a:lnTo>
                    <a:pt x="660" y="3346"/>
                  </a:lnTo>
                  <a:lnTo>
                    <a:pt x="635" y="3541"/>
                  </a:lnTo>
                  <a:lnTo>
                    <a:pt x="587" y="3688"/>
                  </a:lnTo>
                  <a:lnTo>
                    <a:pt x="513" y="3810"/>
                  </a:lnTo>
                  <a:lnTo>
                    <a:pt x="391" y="3932"/>
                  </a:lnTo>
                  <a:lnTo>
                    <a:pt x="269" y="4103"/>
                  </a:lnTo>
                  <a:lnTo>
                    <a:pt x="123" y="4299"/>
                  </a:lnTo>
                  <a:lnTo>
                    <a:pt x="74" y="4421"/>
                  </a:lnTo>
                  <a:lnTo>
                    <a:pt x="25" y="4567"/>
                  </a:lnTo>
                  <a:lnTo>
                    <a:pt x="0" y="4714"/>
                  </a:lnTo>
                  <a:lnTo>
                    <a:pt x="0" y="4885"/>
                  </a:lnTo>
                  <a:lnTo>
                    <a:pt x="0" y="5007"/>
                  </a:lnTo>
                  <a:lnTo>
                    <a:pt x="74" y="5080"/>
                  </a:lnTo>
                  <a:lnTo>
                    <a:pt x="171" y="5153"/>
                  </a:lnTo>
                  <a:lnTo>
                    <a:pt x="269" y="5178"/>
                  </a:lnTo>
                  <a:lnTo>
                    <a:pt x="391" y="5153"/>
                  </a:lnTo>
                  <a:lnTo>
                    <a:pt x="464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7" y="4714"/>
                  </a:lnTo>
                  <a:lnTo>
                    <a:pt x="635" y="4567"/>
                  </a:lnTo>
                  <a:lnTo>
                    <a:pt x="709" y="4445"/>
                  </a:lnTo>
                  <a:lnTo>
                    <a:pt x="831" y="4299"/>
                  </a:lnTo>
                  <a:lnTo>
                    <a:pt x="953" y="4152"/>
                  </a:lnTo>
                  <a:lnTo>
                    <a:pt x="1099" y="3932"/>
                  </a:lnTo>
                  <a:lnTo>
                    <a:pt x="1148" y="3810"/>
                  </a:lnTo>
                  <a:lnTo>
                    <a:pt x="1197" y="3688"/>
                  </a:lnTo>
                  <a:lnTo>
                    <a:pt x="1222" y="3517"/>
                  </a:lnTo>
                  <a:lnTo>
                    <a:pt x="1222" y="3346"/>
                  </a:lnTo>
                  <a:lnTo>
                    <a:pt x="1222" y="3175"/>
                  </a:lnTo>
                  <a:lnTo>
                    <a:pt x="1197" y="3029"/>
                  </a:lnTo>
                  <a:lnTo>
                    <a:pt x="1148" y="2882"/>
                  </a:lnTo>
                  <a:lnTo>
                    <a:pt x="1099" y="2760"/>
                  </a:lnTo>
                  <a:lnTo>
                    <a:pt x="953" y="2564"/>
                  </a:lnTo>
                  <a:lnTo>
                    <a:pt x="831" y="2394"/>
                  </a:lnTo>
                  <a:lnTo>
                    <a:pt x="709" y="2271"/>
                  </a:lnTo>
                  <a:lnTo>
                    <a:pt x="635" y="2149"/>
                  </a:lnTo>
                  <a:lnTo>
                    <a:pt x="587" y="2003"/>
                  </a:lnTo>
                  <a:lnTo>
                    <a:pt x="562" y="1832"/>
                  </a:lnTo>
                  <a:lnTo>
                    <a:pt x="587" y="1636"/>
                  </a:lnTo>
                  <a:lnTo>
                    <a:pt x="635" y="1490"/>
                  </a:lnTo>
                  <a:lnTo>
                    <a:pt x="709" y="1368"/>
                  </a:lnTo>
                  <a:lnTo>
                    <a:pt x="831" y="1246"/>
                  </a:lnTo>
                  <a:lnTo>
                    <a:pt x="953" y="1075"/>
                  </a:lnTo>
                  <a:lnTo>
                    <a:pt x="1099" y="879"/>
                  </a:lnTo>
                  <a:lnTo>
                    <a:pt x="1148" y="757"/>
                  </a:lnTo>
                  <a:lnTo>
                    <a:pt x="1197" y="611"/>
                  </a:lnTo>
                  <a:lnTo>
                    <a:pt x="1222" y="464"/>
                  </a:lnTo>
                  <a:lnTo>
                    <a:pt x="1222" y="293"/>
                  </a:lnTo>
                  <a:lnTo>
                    <a:pt x="1222" y="171"/>
                  </a:lnTo>
                  <a:lnTo>
                    <a:pt x="1148" y="98"/>
                  </a:lnTo>
                  <a:lnTo>
                    <a:pt x="1051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8" name="Google Shape;940;p47">
              <a:extLst>
                <a:ext uri="{FF2B5EF4-FFF2-40B4-BE49-F238E27FC236}">
                  <a16:creationId xmlns:a16="http://schemas.microsoft.com/office/drawing/2014/main" xmlns="" id="{212DF68B-A321-2E14-45F4-2CCF81F8F658}"/>
                </a:ext>
              </a:extLst>
            </p:cNvPr>
            <p:cNvSpPr/>
            <p:nvPr/>
          </p:nvSpPr>
          <p:spPr>
            <a:xfrm>
              <a:off x="3429575" y="5012225"/>
              <a:ext cx="31175" cy="129450"/>
            </a:xfrm>
            <a:custGeom>
              <a:avLst/>
              <a:gdLst/>
              <a:ahLst/>
              <a:cxnLst/>
              <a:rect l="l" t="t" r="r" b="b"/>
              <a:pathLst>
                <a:path w="1247" h="5178" extrusionOk="0">
                  <a:moveTo>
                    <a:pt x="953" y="0"/>
                  </a:moveTo>
                  <a:lnTo>
                    <a:pt x="856" y="24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5" y="293"/>
                  </a:lnTo>
                  <a:lnTo>
                    <a:pt x="660" y="464"/>
                  </a:lnTo>
                  <a:lnTo>
                    <a:pt x="612" y="611"/>
                  </a:lnTo>
                  <a:lnTo>
                    <a:pt x="514" y="733"/>
                  </a:lnTo>
                  <a:lnTo>
                    <a:pt x="416" y="879"/>
                  </a:lnTo>
                  <a:lnTo>
                    <a:pt x="270" y="1026"/>
                  </a:lnTo>
                  <a:lnTo>
                    <a:pt x="148" y="1246"/>
                  </a:lnTo>
                  <a:lnTo>
                    <a:pt x="74" y="1368"/>
                  </a:lnTo>
                  <a:lnTo>
                    <a:pt x="50" y="1490"/>
                  </a:lnTo>
                  <a:lnTo>
                    <a:pt x="1" y="1636"/>
                  </a:lnTo>
                  <a:lnTo>
                    <a:pt x="1" y="1832"/>
                  </a:lnTo>
                  <a:lnTo>
                    <a:pt x="1" y="2003"/>
                  </a:lnTo>
                  <a:lnTo>
                    <a:pt x="50" y="2149"/>
                  </a:lnTo>
                  <a:lnTo>
                    <a:pt x="74" y="2271"/>
                  </a:lnTo>
                  <a:lnTo>
                    <a:pt x="148" y="2394"/>
                  </a:lnTo>
                  <a:lnTo>
                    <a:pt x="270" y="2613"/>
                  </a:lnTo>
                  <a:lnTo>
                    <a:pt x="416" y="2784"/>
                  </a:lnTo>
                  <a:lnTo>
                    <a:pt x="514" y="2906"/>
                  </a:lnTo>
                  <a:lnTo>
                    <a:pt x="612" y="3029"/>
                  </a:lnTo>
                  <a:lnTo>
                    <a:pt x="660" y="3175"/>
                  </a:lnTo>
                  <a:lnTo>
                    <a:pt x="685" y="3346"/>
                  </a:lnTo>
                  <a:lnTo>
                    <a:pt x="660" y="3541"/>
                  </a:lnTo>
                  <a:lnTo>
                    <a:pt x="612" y="3688"/>
                  </a:lnTo>
                  <a:lnTo>
                    <a:pt x="514" y="3810"/>
                  </a:lnTo>
                  <a:lnTo>
                    <a:pt x="416" y="3932"/>
                  </a:lnTo>
                  <a:lnTo>
                    <a:pt x="270" y="4103"/>
                  </a:lnTo>
                  <a:lnTo>
                    <a:pt x="148" y="4299"/>
                  </a:lnTo>
                  <a:lnTo>
                    <a:pt x="74" y="4421"/>
                  </a:lnTo>
                  <a:lnTo>
                    <a:pt x="50" y="4567"/>
                  </a:lnTo>
                  <a:lnTo>
                    <a:pt x="1" y="4714"/>
                  </a:lnTo>
                  <a:lnTo>
                    <a:pt x="1" y="4885"/>
                  </a:lnTo>
                  <a:lnTo>
                    <a:pt x="25" y="5007"/>
                  </a:lnTo>
                  <a:lnTo>
                    <a:pt x="74" y="5080"/>
                  </a:lnTo>
                  <a:lnTo>
                    <a:pt x="172" y="5153"/>
                  </a:lnTo>
                  <a:lnTo>
                    <a:pt x="294" y="5178"/>
                  </a:lnTo>
                  <a:lnTo>
                    <a:pt x="392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3" y="4885"/>
                  </a:lnTo>
                  <a:lnTo>
                    <a:pt x="587" y="4714"/>
                  </a:lnTo>
                  <a:lnTo>
                    <a:pt x="636" y="4567"/>
                  </a:lnTo>
                  <a:lnTo>
                    <a:pt x="734" y="4445"/>
                  </a:lnTo>
                  <a:lnTo>
                    <a:pt x="831" y="4299"/>
                  </a:lnTo>
                  <a:lnTo>
                    <a:pt x="978" y="4152"/>
                  </a:lnTo>
                  <a:lnTo>
                    <a:pt x="1100" y="3932"/>
                  </a:lnTo>
                  <a:lnTo>
                    <a:pt x="1149" y="3810"/>
                  </a:lnTo>
                  <a:lnTo>
                    <a:pt x="1198" y="3688"/>
                  </a:lnTo>
                  <a:lnTo>
                    <a:pt x="1222" y="3517"/>
                  </a:lnTo>
                  <a:lnTo>
                    <a:pt x="1247" y="3346"/>
                  </a:lnTo>
                  <a:lnTo>
                    <a:pt x="1222" y="3175"/>
                  </a:lnTo>
                  <a:lnTo>
                    <a:pt x="1198" y="3029"/>
                  </a:lnTo>
                  <a:lnTo>
                    <a:pt x="1149" y="2882"/>
                  </a:lnTo>
                  <a:lnTo>
                    <a:pt x="1100" y="2760"/>
                  </a:lnTo>
                  <a:lnTo>
                    <a:pt x="978" y="2564"/>
                  </a:lnTo>
                  <a:lnTo>
                    <a:pt x="831" y="2394"/>
                  </a:lnTo>
                  <a:lnTo>
                    <a:pt x="734" y="2271"/>
                  </a:lnTo>
                  <a:lnTo>
                    <a:pt x="636" y="2149"/>
                  </a:lnTo>
                  <a:lnTo>
                    <a:pt x="587" y="2003"/>
                  </a:lnTo>
                  <a:lnTo>
                    <a:pt x="563" y="1832"/>
                  </a:lnTo>
                  <a:lnTo>
                    <a:pt x="587" y="1636"/>
                  </a:lnTo>
                  <a:lnTo>
                    <a:pt x="636" y="1490"/>
                  </a:lnTo>
                  <a:lnTo>
                    <a:pt x="734" y="1368"/>
                  </a:lnTo>
                  <a:lnTo>
                    <a:pt x="831" y="1246"/>
                  </a:lnTo>
                  <a:lnTo>
                    <a:pt x="978" y="1075"/>
                  </a:lnTo>
                  <a:lnTo>
                    <a:pt x="1100" y="879"/>
                  </a:lnTo>
                  <a:lnTo>
                    <a:pt x="1149" y="757"/>
                  </a:lnTo>
                  <a:lnTo>
                    <a:pt x="1198" y="611"/>
                  </a:lnTo>
                  <a:lnTo>
                    <a:pt x="1222" y="464"/>
                  </a:lnTo>
                  <a:lnTo>
                    <a:pt x="1247" y="293"/>
                  </a:lnTo>
                  <a:lnTo>
                    <a:pt x="1222" y="171"/>
                  </a:lnTo>
                  <a:lnTo>
                    <a:pt x="1149" y="98"/>
                  </a:lnTo>
                  <a:lnTo>
                    <a:pt x="1076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49" name="Google Shape;941;p47">
              <a:extLst>
                <a:ext uri="{FF2B5EF4-FFF2-40B4-BE49-F238E27FC236}">
                  <a16:creationId xmlns:a16="http://schemas.microsoft.com/office/drawing/2014/main" xmlns="" id="{3609282D-1653-80D0-8664-9BAF115106FC}"/>
                </a:ext>
              </a:extLst>
            </p:cNvPr>
            <p:cNvSpPr/>
            <p:nvPr/>
          </p:nvSpPr>
          <p:spPr>
            <a:xfrm>
              <a:off x="3516900" y="5012225"/>
              <a:ext cx="31175" cy="129450"/>
            </a:xfrm>
            <a:custGeom>
              <a:avLst/>
              <a:gdLst/>
              <a:ahLst/>
              <a:cxnLst/>
              <a:rect l="l" t="t" r="r" b="b"/>
              <a:pathLst>
                <a:path w="1247" h="5178" extrusionOk="0">
                  <a:moveTo>
                    <a:pt x="953" y="0"/>
                  </a:moveTo>
                  <a:lnTo>
                    <a:pt x="855" y="24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4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13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98" y="1368"/>
                  </a:lnTo>
                  <a:lnTo>
                    <a:pt x="49" y="1490"/>
                  </a:lnTo>
                  <a:lnTo>
                    <a:pt x="25" y="1636"/>
                  </a:lnTo>
                  <a:lnTo>
                    <a:pt x="0" y="1832"/>
                  </a:lnTo>
                  <a:lnTo>
                    <a:pt x="25" y="2003"/>
                  </a:lnTo>
                  <a:lnTo>
                    <a:pt x="49" y="2149"/>
                  </a:lnTo>
                  <a:lnTo>
                    <a:pt x="98" y="2271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13" y="2906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4" y="3346"/>
                  </a:lnTo>
                  <a:lnTo>
                    <a:pt x="660" y="3541"/>
                  </a:lnTo>
                  <a:lnTo>
                    <a:pt x="611" y="3688"/>
                  </a:lnTo>
                  <a:lnTo>
                    <a:pt x="513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98" y="4421"/>
                  </a:lnTo>
                  <a:lnTo>
                    <a:pt x="49" y="4567"/>
                  </a:lnTo>
                  <a:lnTo>
                    <a:pt x="25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98" y="5080"/>
                  </a:lnTo>
                  <a:lnTo>
                    <a:pt x="171" y="5153"/>
                  </a:lnTo>
                  <a:lnTo>
                    <a:pt x="294" y="5178"/>
                  </a:lnTo>
                  <a:lnTo>
                    <a:pt x="391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7" y="4714"/>
                  </a:lnTo>
                  <a:lnTo>
                    <a:pt x="635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7" y="4152"/>
                  </a:lnTo>
                  <a:lnTo>
                    <a:pt x="1099" y="3932"/>
                  </a:lnTo>
                  <a:lnTo>
                    <a:pt x="1173" y="3810"/>
                  </a:lnTo>
                  <a:lnTo>
                    <a:pt x="1197" y="3688"/>
                  </a:lnTo>
                  <a:lnTo>
                    <a:pt x="1246" y="3517"/>
                  </a:lnTo>
                  <a:lnTo>
                    <a:pt x="1246" y="3346"/>
                  </a:lnTo>
                  <a:lnTo>
                    <a:pt x="1246" y="3175"/>
                  </a:lnTo>
                  <a:lnTo>
                    <a:pt x="1197" y="3029"/>
                  </a:lnTo>
                  <a:lnTo>
                    <a:pt x="1173" y="2882"/>
                  </a:lnTo>
                  <a:lnTo>
                    <a:pt x="1099" y="2760"/>
                  </a:lnTo>
                  <a:lnTo>
                    <a:pt x="977" y="2564"/>
                  </a:lnTo>
                  <a:lnTo>
                    <a:pt x="831" y="2394"/>
                  </a:lnTo>
                  <a:lnTo>
                    <a:pt x="733" y="2271"/>
                  </a:lnTo>
                  <a:lnTo>
                    <a:pt x="635" y="2149"/>
                  </a:lnTo>
                  <a:lnTo>
                    <a:pt x="587" y="2003"/>
                  </a:lnTo>
                  <a:lnTo>
                    <a:pt x="562" y="1832"/>
                  </a:lnTo>
                  <a:lnTo>
                    <a:pt x="587" y="1636"/>
                  </a:lnTo>
                  <a:lnTo>
                    <a:pt x="635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7" y="1075"/>
                  </a:lnTo>
                  <a:lnTo>
                    <a:pt x="1099" y="879"/>
                  </a:lnTo>
                  <a:lnTo>
                    <a:pt x="1173" y="757"/>
                  </a:lnTo>
                  <a:lnTo>
                    <a:pt x="1197" y="611"/>
                  </a:lnTo>
                  <a:lnTo>
                    <a:pt x="1246" y="464"/>
                  </a:lnTo>
                  <a:lnTo>
                    <a:pt x="1246" y="293"/>
                  </a:lnTo>
                  <a:lnTo>
                    <a:pt x="1222" y="171"/>
                  </a:lnTo>
                  <a:lnTo>
                    <a:pt x="1173" y="98"/>
                  </a:lnTo>
                  <a:lnTo>
                    <a:pt x="1075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250" name="Google Shape;942;p47">
            <a:extLst>
              <a:ext uri="{FF2B5EF4-FFF2-40B4-BE49-F238E27FC236}">
                <a16:creationId xmlns:a16="http://schemas.microsoft.com/office/drawing/2014/main" xmlns="" id="{B9BF7380-4B63-D08B-5A92-0CB55AA42FD5}"/>
              </a:ext>
            </a:extLst>
          </p:cNvPr>
          <p:cNvGrpSpPr/>
          <p:nvPr/>
        </p:nvGrpSpPr>
        <p:grpSpPr>
          <a:xfrm>
            <a:off x="5548604" y="4671109"/>
            <a:ext cx="271945" cy="247166"/>
            <a:chOff x="4562200" y="4968250"/>
            <a:chExt cx="549550" cy="499475"/>
          </a:xfrm>
        </p:grpSpPr>
        <p:sp>
          <p:nvSpPr>
            <p:cNvPr id="251" name="Google Shape;943;p47">
              <a:extLst>
                <a:ext uri="{FF2B5EF4-FFF2-40B4-BE49-F238E27FC236}">
                  <a16:creationId xmlns:a16="http://schemas.microsoft.com/office/drawing/2014/main" xmlns="" id="{0353FFC4-BF95-94AD-2C98-E1345ED9D4B5}"/>
                </a:ext>
              </a:extLst>
            </p:cNvPr>
            <p:cNvSpPr/>
            <p:nvPr/>
          </p:nvSpPr>
          <p:spPr>
            <a:xfrm>
              <a:off x="4842450" y="5242400"/>
              <a:ext cx="213125" cy="225325"/>
            </a:xfrm>
            <a:custGeom>
              <a:avLst/>
              <a:gdLst/>
              <a:ahLst/>
              <a:cxnLst/>
              <a:rect l="l" t="t" r="r" b="b"/>
              <a:pathLst>
                <a:path w="8525" h="9013" extrusionOk="0">
                  <a:moveTo>
                    <a:pt x="8524" y="1"/>
                  </a:moveTo>
                  <a:lnTo>
                    <a:pt x="2272" y="3542"/>
                  </a:lnTo>
                  <a:lnTo>
                    <a:pt x="2150" y="3591"/>
                  </a:lnTo>
                  <a:lnTo>
                    <a:pt x="2028" y="3615"/>
                  </a:lnTo>
                  <a:lnTo>
                    <a:pt x="1906" y="3591"/>
                  </a:lnTo>
                  <a:lnTo>
                    <a:pt x="1808" y="3566"/>
                  </a:lnTo>
                  <a:lnTo>
                    <a:pt x="1735" y="3517"/>
                  </a:lnTo>
                  <a:lnTo>
                    <a:pt x="1662" y="3444"/>
                  </a:lnTo>
                  <a:lnTo>
                    <a:pt x="1588" y="3371"/>
                  </a:lnTo>
                  <a:lnTo>
                    <a:pt x="1" y="440"/>
                  </a:lnTo>
                  <a:lnTo>
                    <a:pt x="1" y="9013"/>
                  </a:lnTo>
                  <a:lnTo>
                    <a:pt x="8524" y="4104"/>
                  </a:lnTo>
                  <a:lnTo>
                    <a:pt x="85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2" name="Google Shape;944;p47">
              <a:extLst>
                <a:ext uri="{FF2B5EF4-FFF2-40B4-BE49-F238E27FC236}">
                  <a16:creationId xmlns:a16="http://schemas.microsoft.com/office/drawing/2014/main" xmlns="" id="{D1E7677C-7A2D-786C-6C86-C6370CF5C018}"/>
                </a:ext>
              </a:extLst>
            </p:cNvPr>
            <p:cNvSpPr/>
            <p:nvPr/>
          </p:nvSpPr>
          <p:spPr>
            <a:xfrm>
              <a:off x="4617775" y="5241800"/>
              <a:ext cx="212500" cy="225925"/>
            </a:xfrm>
            <a:custGeom>
              <a:avLst/>
              <a:gdLst/>
              <a:ahLst/>
              <a:cxnLst/>
              <a:rect l="l" t="t" r="r" b="b"/>
              <a:pathLst>
                <a:path w="8500" h="9037" extrusionOk="0">
                  <a:moveTo>
                    <a:pt x="0" y="0"/>
                  </a:moveTo>
                  <a:lnTo>
                    <a:pt x="0" y="4128"/>
                  </a:lnTo>
                  <a:lnTo>
                    <a:pt x="8499" y="9037"/>
                  </a:lnTo>
                  <a:lnTo>
                    <a:pt x="8499" y="586"/>
                  </a:lnTo>
                  <a:lnTo>
                    <a:pt x="6961" y="3395"/>
                  </a:lnTo>
                  <a:lnTo>
                    <a:pt x="6887" y="3468"/>
                  </a:lnTo>
                  <a:lnTo>
                    <a:pt x="6814" y="3541"/>
                  </a:lnTo>
                  <a:lnTo>
                    <a:pt x="6741" y="3590"/>
                  </a:lnTo>
                  <a:lnTo>
                    <a:pt x="6643" y="3615"/>
                  </a:lnTo>
                  <a:lnTo>
                    <a:pt x="6521" y="3639"/>
                  </a:lnTo>
                  <a:lnTo>
                    <a:pt x="6399" y="3615"/>
                  </a:lnTo>
                  <a:lnTo>
                    <a:pt x="6277" y="35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3" name="Google Shape;945;p47">
              <a:extLst>
                <a:ext uri="{FF2B5EF4-FFF2-40B4-BE49-F238E27FC236}">
                  <a16:creationId xmlns:a16="http://schemas.microsoft.com/office/drawing/2014/main" xmlns="" id="{B9C04466-3B9B-4398-DF7B-554897BCCED5}"/>
                </a:ext>
              </a:extLst>
            </p:cNvPr>
            <p:cNvSpPr/>
            <p:nvPr/>
          </p:nvSpPr>
          <p:spPr>
            <a:xfrm>
              <a:off x="4631200" y="4968250"/>
              <a:ext cx="411550" cy="236325"/>
            </a:xfrm>
            <a:custGeom>
              <a:avLst/>
              <a:gdLst/>
              <a:ahLst/>
              <a:cxnLst/>
              <a:rect l="l" t="t" r="r" b="b"/>
              <a:pathLst>
                <a:path w="16462" h="9453" extrusionOk="0">
                  <a:moveTo>
                    <a:pt x="8182" y="1"/>
                  </a:moveTo>
                  <a:lnTo>
                    <a:pt x="0" y="4763"/>
                  </a:lnTo>
                  <a:lnTo>
                    <a:pt x="8231" y="9452"/>
                  </a:lnTo>
                  <a:lnTo>
                    <a:pt x="16462" y="4763"/>
                  </a:lnTo>
                  <a:lnTo>
                    <a:pt x="818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4" name="Google Shape;946;p47">
              <a:extLst>
                <a:ext uri="{FF2B5EF4-FFF2-40B4-BE49-F238E27FC236}">
                  <a16:creationId xmlns:a16="http://schemas.microsoft.com/office/drawing/2014/main" xmlns="" id="{B3E19E48-365B-8524-AA56-2CCC1542FB3F}"/>
                </a:ext>
              </a:extLst>
            </p:cNvPr>
            <p:cNvSpPr/>
            <p:nvPr/>
          </p:nvSpPr>
          <p:spPr>
            <a:xfrm>
              <a:off x="4562200" y="5094025"/>
              <a:ext cx="274800" cy="226550"/>
            </a:xfrm>
            <a:custGeom>
              <a:avLst/>
              <a:gdLst/>
              <a:ahLst/>
              <a:cxnLst/>
              <a:rect l="l" t="t" r="r" b="b"/>
              <a:pathLst>
                <a:path w="10992" h="9062" extrusionOk="0">
                  <a:moveTo>
                    <a:pt x="2248" y="1"/>
                  </a:moveTo>
                  <a:lnTo>
                    <a:pt x="1" y="4079"/>
                  </a:lnTo>
                  <a:lnTo>
                    <a:pt x="8744" y="9062"/>
                  </a:lnTo>
                  <a:lnTo>
                    <a:pt x="10991" y="4983"/>
                  </a:lnTo>
                  <a:lnTo>
                    <a:pt x="224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5" name="Google Shape;947;p47">
              <a:extLst>
                <a:ext uri="{FF2B5EF4-FFF2-40B4-BE49-F238E27FC236}">
                  <a16:creationId xmlns:a16="http://schemas.microsoft.com/office/drawing/2014/main" xmlns="" id="{4F535172-2478-D0AD-923A-A784BB4F4C97}"/>
                </a:ext>
              </a:extLst>
            </p:cNvPr>
            <p:cNvSpPr/>
            <p:nvPr/>
          </p:nvSpPr>
          <p:spPr>
            <a:xfrm>
              <a:off x="4836975" y="5094025"/>
              <a:ext cx="274775" cy="226550"/>
            </a:xfrm>
            <a:custGeom>
              <a:avLst/>
              <a:gdLst/>
              <a:ahLst/>
              <a:cxnLst/>
              <a:rect l="l" t="t" r="r" b="b"/>
              <a:pathLst>
                <a:path w="10991" h="9062" extrusionOk="0">
                  <a:moveTo>
                    <a:pt x="8743" y="1"/>
                  </a:moveTo>
                  <a:lnTo>
                    <a:pt x="0" y="4983"/>
                  </a:lnTo>
                  <a:lnTo>
                    <a:pt x="2247" y="9062"/>
                  </a:lnTo>
                  <a:lnTo>
                    <a:pt x="10990" y="4079"/>
                  </a:lnTo>
                  <a:lnTo>
                    <a:pt x="87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256" name="Google Shape;948;p47">
            <a:extLst>
              <a:ext uri="{FF2B5EF4-FFF2-40B4-BE49-F238E27FC236}">
                <a16:creationId xmlns:a16="http://schemas.microsoft.com/office/drawing/2014/main" xmlns="" id="{52104BFA-31B9-F323-FE0F-B87330083843}"/>
              </a:ext>
            </a:extLst>
          </p:cNvPr>
          <p:cNvGrpSpPr/>
          <p:nvPr/>
        </p:nvGrpSpPr>
        <p:grpSpPr>
          <a:xfrm>
            <a:off x="5256737" y="4685013"/>
            <a:ext cx="188538" cy="219058"/>
            <a:chOff x="3972400" y="4996350"/>
            <a:chExt cx="381000" cy="442675"/>
          </a:xfrm>
        </p:grpSpPr>
        <p:sp>
          <p:nvSpPr>
            <p:cNvPr id="257" name="Google Shape;949;p47">
              <a:extLst>
                <a:ext uri="{FF2B5EF4-FFF2-40B4-BE49-F238E27FC236}">
                  <a16:creationId xmlns:a16="http://schemas.microsoft.com/office/drawing/2014/main" xmlns="" id="{DDF4FFD3-CC3C-3AC4-7392-4CD7F0CACFC8}"/>
                </a:ext>
              </a:extLst>
            </p:cNvPr>
            <p:cNvSpPr/>
            <p:nvPr/>
          </p:nvSpPr>
          <p:spPr>
            <a:xfrm>
              <a:off x="4157400" y="4996350"/>
              <a:ext cx="86725" cy="103200"/>
            </a:xfrm>
            <a:custGeom>
              <a:avLst/>
              <a:gdLst/>
              <a:ahLst/>
              <a:cxnLst/>
              <a:rect l="l" t="t" r="r" b="b"/>
              <a:pathLst>
                <a:path w="3469" h="4128" extrusionOk="0">
                  <a:moveTo>
                    <a:pt x="3395" y="0"/>
                  </a:moveTo>
                  <a:lnTo>
                    <a:pt x="3029" y="98"/>
                  </a:lnTo>
                  <a:lnTo>
                    <a:pt x="2638" y="195"/>
                  </a:lnTo>
                  <a:lnTo>
                    <a:pt x="2149" y="342"/>
                  </a:lnTo>
                  <a:lnTo>
                    <a:pt x="1661" y="537"/>
                  </a:lnTo>
                  <a:lnTo>
                    <a:pt x="1392" y="659"/>
                  </a:lnTo>
                  <a:lnTo>
                    <a:pt x="1148" y="806"/>
                  </a:lnTo>
                  <a:lnTo>
                    <a:pt x="904" y="953"/>
                  </a:lnTo>
                  <a:lnTo>
                    <a:pt x="684" y="1124"/>
                  </a:lnTo>
                  <a:lnTo>
                    <a:pt x="489" y="1319"/>
                  </a:lnTo>
                  <a:lnTo>
                    <a:pt x="318" y="1514"/>
                  </a:lnTo>
                  <a:lnTo>
                    <a:pt x="196" y="1710"/>
                  </a:lnTo>
                  <a:lnTo>
                    <a:pt x="98" y="1929"/>
                  </a:lnTo>
                  <a:lnTo>
                    <a:pt x="49" y="2149"/>
                  </a:lnTo>
                  <a:lnTo>
                    <a:pt x="0" y="2369"/>
                  </a:lnTo>
                  <a:lnTo>
                    <a:pt x="0" y="2589"/>
                  </a:lnTo>
                  <a:lnTo>
                    <a:pt x="25" y="2784"/>
                  </a:lnTo>
                  <a:lnTo>
                    <a:pt x="49" y="2980"/>
                  </a:lnTo>
                  <a:lnTo>
                    <a:pt x="98" y="3175"/>
                  </a:lnTo>
                  <a:lnTo>
                    <a:pt x="220" y="3517"/>
                  </a:lnTo>
                  <a:lnTo>
                    <a:pt x="342" y="3786"/>
                  </a:lnTo>
                  <a:lnTo>
                    <a:pt x="489" y="4030"/>
                  </a:lnTo>
                  <a:lnTo>
                    <a:pt x="757" y="4079"/>
                  </a:lnTo>
                  <a:lnTo>
                    <a:pt x="1050" y="4103"/>
                  </a:lnTo>
                  <a:lnTo>
                    <a:pt x="1392" y="4128"/>
                  </a:lnTo>
                  <a:lnTo>
                    <a:pt x="1588" y="4103"/>
                  </a:lnTo>
                  <a:lnTo>
                    <a:pt x="1808" y="4079"/>
                  </a:lnTo>
                  <a:lnTo>
                    <a:pt x="2003" y="4030"/>
                  </a:lnTo>
                  <a:lnTo>
                    <a:pt x="2198" y="3957"/>
                  </a:lnTo>
                  <a:lnTo>
                    <a:pt x="2394" y="3859"/>
                  </a:lnTo>
                  <a:lnTo>
                    <a:pt x="2589" y="3737"/>
                  </a:lnTo>
                  <a:lnTo>
                    <a:pt x="2760" y="3590"/>
                  </a:lnTo>
                  <a:lnTo>
                    <a:pt x="2931" y="3395"/>
                  </a:lnTo>
                  <a:lnTo>
                    <a:pt x="3053" y="3175"/>
                  </a:lnTo>
                  <a:lnTo>
                    <a:pt x="3175" y="2931"/>
                  </a:lnTo>
                  <a:lnTo>
                    <a:pt x="3273" y="2662"/>
                  </a:lnTo>
                  <a:lnTo>
                    <a:pt x="3346" y="2394"/>
                  </a:lnTo>
                  <a:lnTo>
                    <a:pt x="3395" y="2125"/>
                  </a:lnTo>
                  <a:lnTo>
                    <a:pt x="3419" y="1832"/>
                  </a:lnTo>
                  <a:lnTo>
                    <a:pt x="3468" y="1294"/>
                  </a:lnTo>
                  <a:lnTo>
                    <a:pt x="3468" y="782"/>
                  </a:lnTo>
                  <a:lnTo>
                    <a:pt x="3444" y="391"/>
                  </a:lnTo>
                  <a:lnTo>
                    <a:pt x="33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8" name="Google Shape;950;p47">
              <a:extLst>
                <a:ext uri="{FF2B5EF4-FFF2-40B4-BE49-F238E27FC236}">
                  <a16:creationId xmlns:a16="http://schemas.microsoft.com/office/drawing/2014/main" xmlns="" id="{F609C733-B886-9DE1-63E6-242090FCF2C8}"/>
                </a:ext>
              </a:extLst>
            </p:cNvPr>
            <p:cNvSpPr/>
            <p:nvPr/>
          </p:nvSpPr>
          <p:spPr>
            <a:xfrm>
              <a:off x="3972400" y="5048250"/>
              <a:ext cx="381000" cy="390775"/>
            </a:xfrm>
            <a:custGeom>
              <a:avLst/>
              <a:gdLst/>
              <a:ahLst/>
              <a:cxnLst/>
              <a:rect l="l" t="t" r="r" b="b"/>
              <a:pathLst>
                <a:path w="15240" h="15631" extrusionOk="0">
                  <a:moveTo>
                    <a:pt x="4689" y="3810"/>
                  </a:moveTo>
                  <a:lnTo>
                    <a:pt x="4787" y="3834"/>
                  </a:lnTo>
                  <a:lnTo>
                    <a:pt x="4860" y="3908"/>
                  </a:lnTo>
                  <a:lnTo>
                    <a:pt x="4885" y="4005"/>
                  </a:lnTo>
                  <a:lnTo>
                    <a:pt x="4885" y="4103"/>
                  </a:lnTo>
                  <a:lnTo>
                    <a:pt x="4836" y="4176"/>
                  </a:lnTo>
                  <a:lnTo>
                    <a:pt x="4787" y="4250"/>
                  </a:lnTo>
                  <a:lnTo>
                    <a:pt x="4689" y="4298"/>
                  </a:lnTo>
                  <a:lnTo>
                    <a:pt x="4421" y="4347"/>
                  </a:lnTo>
                  <a:lnTo>
                    <a:pt x="4176" y="4421"/>
                  </a:lnTo>
                  <a:lnTo>
                    <a:pt x="3957" y="4518"/>
                  </a:lnTo>
                  <a:lnTo>
                    <a:pt x="3737" y="4640"/>
                  </a:lnTo>
                  <a:lnTo>
                    <a:pt x="3566" y="4787"/>
                  </a:lnTo>
                  <a:lnTo>
                    <a:pt x="3395" y="4933"/>
                  </a:lnTo>
                  <a:lnTo>
                    <a:pt x="3248" y="5080"/>
                  </a:lnTo>
                  <a:lnTo>
                    <a:pt x="3102" y="5251"/>
                  </a:lnTo>
                  <a:lnTo>
                    <a:pt x="3004" y="5422"/>
                  </a:lnTo>
                  <a:lnTo>
                    <a:pt x="2882" y="5617"/>
                  </a:lnTo>
                  <a:lnTo>
                    <a:pt x="2735" y="5984"/>
                  </a:lnTo>
                  <a:lnTo>
                    <a:pt x="2613" y="6374"/>
                  </a:lnTo>
                  <a:lnTo>
                    <a:pt x="2516" y="6765"/>
                  </a:lnTo>
                  <a:lnTo>
                    <a:pt x="2491" y="6838"/>
                  </a:lnTo>
                  <a:lnTo>
                    <a:pt x="2442" y="6912"/>
                  </a:lnTo>
                  <a:lnTo>
                    <a:pt x="2369" y="6936"/>
                  </a:lnTo>
                  <a:lnTo>
                    <a:pt x="2296" y="6961"/>
                  </a:lnTo>
                  <a:lnTo>
                    <a:pt x="2247" y="6961"/>
                  </a:lnTo>
                  <a:lnTo>
                    <a:pt x="2149" y="6912"/>
                  </a:lnTo>
                  <a:lnTo>
                    <a:pt x="2076" y="6863"/>
                  </a:lnTo>
                  <a:lnTo>
                    <a:pt x="2052" y="6765"/>
                  </a:lnTo>
                  <a:lnTo>
                    <a:pt x="2052" y="6668"/>
                  </a:lnTo>
                  <a:lnTo>
                    <a:pt x="2100" y="6374"/>
                  </a:lnTo>
                  <a:lnTo>
                    <a:pt x="2174" y="6106"/>
                  </a:lnTo>
                  <a:lnTo>
                    <a:pt x="2271" y="5837"/>
                  </a:lnTo>
                  <a:lnTo>
                    <a:pt x="2369" y="5593"/>
                  </a:lnTo>
                  <a:lnTo>
                    <a:pt x="2491" y="5349"/>
                  </a:lnTo>
                  <a:lnTo>
                    <a:pt x="2613" y="5129"/>
                  </a:lnTo>
                  <a:lnTo>
                    <a:pt x="2760" y="4933"/>
                  </a:lnTo>
                  <a:lnTo>
                    <a:pt x="2906" y="4738"/>
                  </a:lnTo>
                  <a:lnTo>
                    <a:pt x="3077" y="4567"/>
                  </a:lnTo>
                  <a:lnTo>
                    <a:pt x="3248" y="4396"/>
                  </a:lnTo>
                  <a:lnTo>
                    <a:pt x="3444" y="4250"/>
                  </a:lnTo>
                  <a:lnTo>
                    <a:pt x="3663" y="4128"/>
                  </a:lnTo>
                  <a:lnTo>
                    <a:pt x="3883" y="4030"/>
                  </a:lnTo>
                  <a:lnTo>
                    <a:pt x="4103" y="3932"/>
                  </a:lnTo>
                  <a:lnTo>
                    <a:pt x="4347" y="3859"/>
                  </a:lnTo>
                  <a:lnTo>
                    <a:pt x="4616" y="3810"/>
                  </a:lnTo>
                  <a:close/>
                  <a:moveTo>
                    <a:pt x="6374" y="0"/>
                  </a:moveTo>
                  <a:lnTo>
                    <a:pt x="6008" y="293"/>
                  </a:lnTo>
                  <a:lnTo>
                    <a:pt x="6301" y="953"/>
                  </a:lnTo>
                  <a:lnTo>
                    <a:pt x="7083" y="2687"/>
                  </a:lnTo>
                  <a:lnTo>
                    <a:pt x="6619" y="2662"/>
                  </a:lnTo>
                  <a:lnTo>
                    <a:pt x="6179" y="2638"/>
                  </a:lnTo>
                  <a:lnTo>
                    <a:pt x="5373" y="2516"/>
                  </a:lnTo>
                  <a:lnTo>
                    <a:pt x="4592" y="2516"/>
                  </a:lnTo>
                  <a:lnTo>
                    <a:pt x="4421" y="2540"/>
                  </a:lnTo>
                  <a:lnTo>
                    <a:pt x="4225" y="2589"/>
                  </a:lnTo>
                  <a:lnTo>
                    <a:pt x="4030" y="2662"/>
                  </a:lnTo>
                  <a:lnTo>
                    <a:pt x="3834" y="2735"/>
                  </a:lnTo>
                  <a:lnTo>
                    <a:pt x="3419" y="2955"/>
                  </a:lnTo>
                  <a:lnTo>
                    <a:pt x="3004" y="3175"/>
                  </a:lnTo>
                  <a:lnTo>
                    <a:pt x="2638" y="3444"/>
                  </a:lnTo>
                  <a:lnTo>
                    <a:pt x="2271" y="3712"/>
                  </a:lnTo>
                  <a:lnTo>
                    <a:pt x="1929" y="4030"/>
                  </a:lnTo>
                  <a:lnTo>
                    <a:pt x="1612" y="4347"/>
                  </a:lnTo>
                  <a:lnTo>
                    <a:pt x="1319" y="4689"/>
                  </a:lnTo>
                  <a:lnTo>
                    <a:pt x="1075" y="5056"/>
                  </a:lnTo>
                  <a:lnTo>
                    <a:pt x="830" y="5446"/>
                  </a:lnTo>
                  <a:lnTo>
                    <a:pt x="611" y="5862"/>
                  </a:lnTo>
                  <a:lnTo>
                    <a:pt x="440" y="6301"/>
                  </a:lnTo>
                  <a:lnTo>
                    <a:pt x="293" y="6741"/>
                  </a:lnTo>
                  <a:lnTo>
                    <a:pt x="171" y="7205"/>
                  </a:lnTo>
                  <a:lnTo>
                    <a:pt x="73" y="7693"/>
                  </a:lnTo>
                  <a:lnTo>
                    <a:pt x="24" y="8206"/>
                  </a:lnTo>
                  <a:lnTo>
                    <a:pt x="0" y="8719"/>
                  </a:lnTo>
                  <a:lnTo>
                    <a:pt x="24" y="9256"/>
                  </a:lnTo>
                  <a:lnTo>
                    <a:pt x="73" y="9794"/>
                  </a:lnTo>
                  <a:lnTo>
                    <a:pt x="171" y="10307"/>
                  </a:lnTo>
                  <a:lnTo>
                    <a:pt x="293" y="10795"/>
                  </a:lnTo>
                  <a:lnTo>
                    <a:pt x="464" y="11308"/>
                  </a:lnTo>
                  <a:lnTo>
                    <a:pt x="659" y="11772"/>
                  </a:lnTo>
                  <a:lnTo>
                    <a:pt x="879" y="12236"/>
                  </a:lnTo>
                  <a:lnTo>
                    <a:pt x="1123" y="12676"/>
                  </a:lnTo>
                  <a:lnTo>
                    <a:pt x="1392" y="13091"/>
                  </a:lnTo>
                  <a:lnTo>
                    <a:pt x="1710" y="13506"/>
                  </a:lnTo>
                  <a:lnTo>
                    <a:pt x="2027" y="13872"/>
                  </a:lnTo>
                  <a:lnTo>
                    <a:pt x="2393" y="14239"/>
                  </a:lnTo>
                  <a:lnTo>
                    <a:pt x="2760" y="14581"/>
                  </a:lnTo>
                  <a:lnTo>
                    <a:pt x="3151" y="14874"/>
                  </a:lnTo>
                  <a:lnTo>
                    <a:pt x="3590" y="15167"/>
                  </a:lnTo>
                  <a:lnTo>
                    <a:pt x="4030" y="15411"/>
                  </a:lnTo>
                  <a:lnTo>
                    <a:pt x="4225" y="15509"/>
                  </a:lnTo>
                  <a:lnTo>
                    <a:pt x="4421" y="15582"/>
                  </a:lnTo>
                  <a:lnTo>
                    <a:pt x="4640" y="15631"/>
                  </a:lnTo>
                  <a:lnTo>
                    <a:pt x="5275" y="15631"/>
                  </a:lnTo>
                  <a:lnTo>
                    <a:pt x="5739" y="15558"/>
                  </a:lnTo>
                  <a:lnTo>
                    <a:pt x="6668" y="15362"/>
                  </a:lnTo>
                  <a:lnTo>
                    <a:pt x="7132" y="15289"/>
                  </a:lnTo>
                  <a:lnTo>
                    <a:pt x="7376" y="15264"/>
                  </a:lnTo>
                  <a:lnTo>
                    <a:pt x="7864" y="15264"/>
                  </a:lnTo>
                  <a:lnTo>
                    <a:pt x="8108" y="15289"/>
                  </a:lnTo>
                  <a:lnTo>
                    <a:pt x="8597" y="15362"/>
                  </a:lnTo>
                  <a:lnTo>
                    <a:pt x="9549" y="15558"/>
                  </a:lnTo>
                  <a:lnTo>
                    <a:pt x="9989" y="15606"/>
                  </a:lnTo>
                  <a:lnTo>
                    <a:pt x="10209" y="15631"/>
                  </a:lnTo>
                  <a:lnTo>
                    <a:pt x="10429" y="15631"/>
                  </a:lnTo>
                  <a:lnTo>
                    <a:pt x="10648" y="15606"/>
                  </a:lnTo>
                  <a:lnTo>
                    <a:pt x="10868" y="15558"/>
                  </a:lnTo>
                  <a:lnTo>
                    <a:pt x="11064" y="15484"/>
                  </a:lnTo>
                  <a:lnTo>
                    <a:pt x="11283" y="15387"/>
                  </a:lnTo>
                  <a:lnTo>
                    <a:pt x="11723" y="15142"/>
                  </a:lnTo>
                  <a:lnTo>
                    <a:pt x="12114" y="14849"/>
                  </a:lnTo>
                  <a:lnTo>
                    <a:pt x="12529" y="14532"/>
                  </a:lnTo>
                  <a:lnTo>
                    <a:pt x="12895" y="14214"/>
                  </a:lnTo>
                  <a:lnTo>
                    <a:pt x="13237" y="13848"/>
                  </a:lnTo>
                  <a:lnTo>
                    <a:pt x="13555" y="13457"/>
                  </a:lnTo>
                  <a:lnTo>
                    <a:pt x="13872" y="13066"/>
                  </a:lnTo>
                  <a:lnTo>
                    <a:pt x="14141" y="12651"/>
                  </a:lnTo>
                  <a:lnTo>
                    <a:pt x="14385" y="12212"/>
                  </a:lnTo>
                  <a:lnTo>
                    <a:pt x="14605" y="11748"/>
                  </a:lnTo>
                  <a:lnTo>
                    <a:pt x="14800" y="11283"/>
                  </a:lnTo>
                  <a:lnTo>
                    <a:pt x="14947" y="10795"/>
                  </a:lnTo>
                  <a:lnTo>
                    <a:pt x="15069" y="10282"/>
                  </a:lnTo>
                  <a:lnTo>
                    <a:pt x="15167" y="9769"/>
                  </a:lnTo>
                  <a:lnTo>
                    <a:pt x="15216" y="9256"/>
                  </a:lnTo>
                  <a:lnTo>
                    <a:pt x="15240" y="8719"/>
                  </a:lnTo>
                  <a:lnTo>
                    <a:pt x="15216" y="8182"/>
                  </a:lnTo>
                  <a:lnTo>
                    <a:pt x="15167" y="7669"/>
                  </a:lnTo>
                  <a:lnTo>
                    <a:pt x="15069" y="7180"/>
                  </a:lnTo>
                  <a:lnTo>
                    <a:pt x="14947" y="6692"/>
                  </a:lnTo>
                  <a:lnTo>
                    <a:pt x="14776" y="6252"/>
                  </a:lnTo>
                  <a:lnTo>
                    <a:pt x="14605" y="5813"/>
                  </a:lnTo>
                  <a:lnTo>
                    <a:pt x="14385" y="5398"/>
                  </a:lnTo>
                  <a:lnTo>
                    <a:pt x="14141" y="5007"/>
                  </a:lnTo>
                  <a:lnTo>
                    <a:pt x="13848" y="4616"/>
                  </a:lnTo>
                  <a:lnTo>
                    <a:pt x="13555" y="4274"/>
                  </a:lnTo>
                  <a:lnTo>
                    <a:pt x="13213" y="3957"/>
                  </a:lnTo>
                  <a:lnTo>
                    <a:pt x="12871" y="3639"/>
                  </a:lnTo>
                  <a:lnTo>
                    <a:pt x="12505" y="3370"/>
                  </a:lnTo>
                  <a:lnTo>
                    <a:pt x="12089" y="3102"/>
                  </a:lnTo>
                  <a:lnTo>
                    <a:pt x="11674" y="2858"/>
                  </a:lnTo>
                  <a:lnTo>
                    <a:pt x="11259" y="2662"/>
                  </a:lnTo>
                  <a:lnTo>
                    <a:pt x="11064" y="2589"/>
                  </a:lnTo>
                  <a:lnTo>
                    <a:pt x="10893" y="2540"/>
                  </a:lnTo>
                  <a:lnTo>
                    <a:pt x="10697" y="2516"/>
                  </a:lnTo>
                  <a:lnTo>
                    <a:pt x="10526" y="2491"/>
                  </a:lnTo>
                  <a:lnTo>
                    <a:pt x="10111" y="2491"/>
                  </a:lnTo>
                  <a:lnTo>
                    <a:pt x="9696" y="2516"/>
                  </a:lnTo>
                  <a:lnTo>
                    <a:pt x="8841" y="2613"/>
                  </a:lnTo>
                  <a:lnTo>
                    <a:pt x="8426" y="2662"/>
                  </a:lnTo>
                  <a:lnTo>
                    <a:pt x="7986" y="2687"/>
                  </a:lnTo>
                  <a:lnTo>
                    <a:pt x="63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259" name="Google Shape;951;p47">
            <a:extLst>
              <a:ext uri="{FF2B5EF4-FFF2-40B4-BE49-F238E27FC236}">
                <a16:creationId xmlns:a16="http://schemas.microsoft.com/office/drawing/2014/main" xmlns="" id="{3D3CEDF6-0EFB-D56B-B414-60F2C8A6140E}"/>
              </a:ext>
            </a:extLst>
          </p:cNvPr>
          <p:cNvGrpSpPr/>
          <p:nvPr/>
        </p:nvGrpSpPr>
        <p:grpSpPr>
          <a:xfrm>
            <a:off x="5884591" y="4666583"/>
            <a:ext cx="267108" cy="256221"/>
            <a:chOff x="5241175" y="4959100"/>
            <a:chExt cx="539775" cy="517775"/>
          </a:xfrm>
        </p:grpSpPr>
        <p:sp>
          <p:nvSpPr>
            <p:cNvPr id="260" name="Google Shape;952;p47">
              <a:extLst>
                <a:ext uri="{FF2B5EF4-FFF2-40B4-BE49-F238E27FC236}">
                  <a16:creationId xmlns:a16="http://schemas.microsoft.com/office/drawing/2014/main" xmlns="" id="{73DB6C28-FFBC-C2D1-6CC1-18CBF767CE7B}"/>
                </a:ext>
              </a:extLst>
            </p:cNvPr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l" t="t" r="r" b="b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1" name="Google Shape;953;p47">
              <a:extLst>
                <a:ext uri="{FF2B5EF4-FFF2-40B4-BE49-F238E27FC236}">
                  <a16:creationId xmlns:a16="http://schemas.microsoft.com/office/drawing/2014/main" xmlns="" id="{1C74192E-77E0-BF12-B222-ED8A46776E0E}"/>
                </a:ext>
              </a:extLst>
            </p:cNvPr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l" t="t" r="r" b="b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2" name="Google Shape;954;p47">
              <a:extLst>
                <a:ext uri="{FF2B5EF4-FFF2-40B4-BE49-F238E27FC236}">
                  <a16:creationId xmlns:a16="http://schemas.microsoft.com/office/drawing/2014/main" xmlns="" id="{7FF95442-276A-C9D6-E3FE-65011CDFFEA3}"/>
                </a:ext>
              </a:extLst>
            </p:cNvPr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l" t="t" r="r" b="b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3" name="Google Shape;955;p47">
              <a:extLst>
                <a:ext uri="{FF2B5EF4-FFF2-40B4-BE49-F238E27FC236}">
                  <a16:creationId xmlns:a16="http://schemas.microsoft.com/office/drawing/2014/main" xmlns="" id="{901266B2-34A8-3E06-F3CC-4CBA7C41738D}"/>
                </a:ext>
              </a:extLst>
            </p:cNvPr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l" t="t" r="r" b="b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4" name="Google Shape;956;p47">
              <a:extLst>
                <a:ext uri="{FF2B5EF4-FFF2-40B4-BE49-F238E27FC236}">
                  <a16:creationId xmlns:a16="http://schemas.microsoft.com/office/drawing/2014/main" xmlns="" id="{EB3A286F-A19E-EA0F-8ED8-A6E909DDE9C0}"/>
                </a:ext>
              </a:extLst>
            </p:cNvPr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l" t="t" r="r" b="b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5" name="Google Shape;957;p47">
              <a:extLst>
                <a:ext uri="{FF2B5EF4-FFF2-40B4-BE49-F238E27FC236}">
                  <a16:creationId xmlns:a16="http://schemas.microsoft.com/office/drawing/2014/main" xmlns="" id="{2EA3F1A4-49ED-0E4D-4EEC-9CC283A84A81}"/>
                </a:ext>
              </a:extLst>
            </p:cNvPr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l" t="t" r="r" b="b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266" name="Google Shape;958;p47">
            <a:extLst>
              <a:ext uri="{FF2B5EF4-FFF2-40B4-BE49-F238E27FC236}">
                <a16:creationId xmlns:a16="http://schemas.microsoft.com/office/drawing/2014/main" xmlns="" id="{DC139081-E315-B61F-AB07-F5C386F5F25A}"/>
              </a:ext>
            </a:extLst>
          </p:cNvPr>
          <p:cNvSpPr/>
          <p:nvPr/>
        </p:nvSpPr>
        <p:spPr>
          <a:xfrm>
            <a:off x="6234187" y="4729751"/>
            <a:ext cx="235079" cy="129935"/>
          </a:xfrm>
          <a:custGeom>
            <a:avLst/>
            <a:gdLst/>
            <a:ahLst/>
            <a:cxnLst/>
            <a:rect l="l" t="t" r="r" b="b"/>
            <a:pathLst>
              <a:path w="19002" h="10503" extrusionOk="0">
                <a:moveTo>
                  <a:pt x="17072" y="1100"/>
                </a:moveTo>
                <a:lnTo>
                  <a:pt x="17145" y="1124"/>
                </a:lnTo>
                <a:lnTo>
                  <a:pt x="17268" y="1197"/>
                </a:lnTo>
                <a:lnTo>
                  <a:pt x="17365" y="1320"/>
                </a:lnTo>
                <a:lnTo>
                  <a:pt x="17390" y="1393"/>
                </a:lnTo>
                <a:lnTo>
                  <a:pt x="17390" y="1490"/>
                </a:lnTo>
                <a:lnTo>
                  <a:pt x="17390" y="1564"/>
                </a:lnTo>
                <a:lnTo>
                  <a:pt x="17365" y="1637"/>
                </a:lnTo>
                <a:lnTo>
                  <a:pt x="17268" y="1759"/>
                </a:lnTo>
                <a:lnTo>
                  <a:pt x="17145" y="1832"/>
                </a:lnTo>
                <a:lnTo>
                  <a:pt x="17072" y="1857"/>
                </a:lnTo>
                <a:lnTo>
                  <a:pt x="16926" y="1857"/>
                </a:lnTo>
                <a:lnTo>
                  <a:pt x="16852" y="1832"/>
                </a:lnTo>
                <a:lnTo>
                  <a:pt x="16730" y="1759"/>
                </a:lnTo>
                <a:lnTo>
                  <a:pt x="16657" y="1637"/>
                </a:lnTo>
                <a:lnTo>
                  <a:pt x="16633" y="1564"/>
                </a:lnTo>
                <a:lnTo>
                  <a:pt x="16608" y="1490"/>
                </a:lnTo>
                <a:lnTo>
                  <a:pt x="16633" y="1393"/>
                </a:lnTo>
                <a:lnTo>
                  <a:pt x="16657" y="1320"/>
                </a:lnTo>
                <a:lnTo>
                  <a:pt x="16730" y="1197"/>
                </a:lnTo>
                <a:lnTo>
                  <a:pt x="16852" y="1124"/>
                </a:lnTo>
                <a:lnTo>
                  <a:pt x="16926" y="1100"/>
                </a:lnTo>
                <a:close/>
                <a:moveTo>
                  <a:pt x="15924" y="1"/>
                </a:moveTo>
                <a:lnTo>
                  <a:pt x="15656" y="25"/>
                </a:lnTo>
                <a:lnTo>
                  <a:pt x="15387" y="74"/>
                </a:lnTo>
                <a:lnTo>
                  <a:pt x="15192" y="123"/>
                </a:lnTo>
                <a:lnTo>
                  <a:pt x="14996" y="172"/>
                </a:lnTo>
                <a:lnTo>
                  <a:pt x="14801" y="269"/>
                </a:lnTo>
                <a:lnTo>
                  <a:pt x="14605" y="367"/>
                </a:lnTo>
                <a:lnTo>
                  <a:pt x="14435" y="489"/>
                </a:lnTo>
                <a:lnTo>
                  <a:pt x="14264" y="611"/>
                </a:lnTo>
                <a:lnTo>
                  <a:pt x="14093" y="758"/>
                </a:lnTo>
                <a:lnTo>
                  <a:pt x="13970" y="929"/>
                </a:lnTo>
                <a:lnTo>
                  <a:pt x="13824" y="1100"/>
                </a:lnTo>
                <a:lnTo>
                  <a:pt x="13726" y="1271"/>
                </a:lnTo>
                <a:lnTo>
                  <a:pt x="13629" y="1466"/>
                </a:lnTo>
                <a:lnTo>
                  <a:pt x="13531" y="1661"/>
                </a:lnTo>
                <a:lnTo>
                  <a:pt x="13482" y="1881"/>
                </a:lnTo>
                <a:lnTo>
                  <a:pt x="13433" y="2101"/>
                </a:lnTo>
                <a:lnTo>
                  <a:pt x="13409" y="2345"/>
                </a:lnTo>
                <a:lnTo>
                  <a:pt x="13409" y="2565"/>
                </a:lnTo>
                <a:lnTo>
                  <a:pt x="6668" y="4372"/>
                </a:lnTo>
                <a:lnTo>
                  <a:pt x="6986" y="4592"/>
                </a:lnTo>
                <a:lnTo>
                  <a:pt x="7303" y="4812"/>
                </a:lnTo>
                <a:lnTo>
                  <a:pt x="7621" y="5032"/>
                </a:lnTo>
                <a:lnTo>
                  <a:pt x="7938" y="5203"/>
                </a:lnTo>
                <a:lnTo>
                  <a:pt x="8280" y="5374"/>
                </a:lnTo>
                <a:lnTo>
                  <a:pt x="8597" y="5496"/>
                </a:lnTo>
                <a:lnTo>
                  <a:pt x="8939" y="5618"/>
                </a:lnTo>
                <a:lnTo>
                  <a:pt x="9257" y="5740"/>
                </a:lnTo>
                <a:lnTo>
                  <a:pt x="9599" y="5813"/>
                </a:lnTo>
                <a:lnTo>
                  <a:pt x="9941" y="5862"/>
                </a:lnTo>
                <a:lnTo>
                  <a:pt x="10258" y="5911"/>
                </a:lnTo>
                <a:lnTo>
                  <a:pt x="10600" y="5935"/>
                </a:lnTo>
                <a:lnTo>
                  <a:pt x="10942" y="5935"/>
                </a:lnTo>
                <a:lnTo>
                  <a:pt x="11284" y="5911"/>
                </a:lnTo>
                <a:lnTo>
                  <a:pt x="11626" y="5862"/>
                </a:lnTo>
                <a:lnTo>
                  <a:pt x="11968" y="5813"/>
                </a:lnTo>
                <a:lnTo>
                  <a:pt x="12285" y="5716"/>
                </a:lnTo>
                <a:lnTo>
                  <a:pt x="12603" y="5642"/>
                </a:lnTo>
                <a:lnTo>
                  <a:pt x="13140" y="5423"/>
                </a:lnTo>
                <a:lnTo>
                  <a:pt x="13629" y="5203"/>
                </a:lnTo>
                <a:lnTo>
                  <a:pt x="14044" y="4983"/>
                </a:lnTo>
                <a:lnTo>
                  <a:pt x="14386" y="4763"/>
                </a:lnTo>
                <a:lnTo>
                  <a:pt x="14630" y="4592"/>
                </a:lnTo>
                <a:lnTo>
                  <a:pt x="14850" y="4421"/>
                </a:lnTo>
                <a:lnTo>
                  <a:pt x="14923" y="4372"/>
                </a:lnTo>
                <a:lnTo>
                  <a:pt x="15021" y="4348"/>
                </a:lnTo>
                <a:lnTo>
                  <a:pt x="15118" y="4372"/>
                </a:lnTo>
                <a:lnTo>
                  <a:pt x="15192" y="4421"/>
                </a:lnTo>
                <a:lnTo>
                  <a:pt x="15240" y="4519"/>
                </a:lnTo>
                <a:lnTo>
                  <a:pt x="15240" y="4592"/>
                </a:lnTo>
                <a:lnTo>
                  <a:pt x="15240" y="4690"/>
                </a:lnTo>
                <a:lnTo>
                  <a:pt x="15167" y="4763"/>
                </a:lnTo>
                <a:lnTo>
                  <a:pt x="15045" y="4861"/>
                </a:lnTo>
                <a:lnTo>
                  <a:pt x="14752" y="5105"/>
                </a:lnTo>
                <a:lnTo>
                  <a:pt x="14312" y="5398"/>
                </a:lnTo>
                <a:lnTo>
                  <a:pt x="14019" y="5569"/>
                </a:lnTo>
                <a:lnTo>
                  <a:pt x="13702" y="5716"/>
                </a:lnTo>
                <a:lnTo>
                  <a:pt x="13213" y="5935"/>
                </a:lnTo>
                <a:lnTo>
                  <a:pt x="12969" y="6033"/>
                </a:lnTo>
                <a:lnTo>
                  <a:pt x="12676" y="6131"/>
                </a:lnTo>
                <a:lnTo>
                  <a:pt x="12090" y="6277"/>
                </a:lnTo>
                <a:lnTo>
                  <a:pt x="11797" y="6326"/>
                </a:lnTo>
                <a:lnTo>
                  <a:pt x="11479" y="6375"/>
                </a:lnTo>
                <a:lnTo>
                  <a:pt x="11137" y="6400"/>
                </a:lnTo>
                <a:lnTo>
                  <a:pt x="10796" y="6424"/>
                </a:lnTo>
                <a:lnTo>
                  <a:pt x="10429" y="6400"/>
                </a:lnTo>
                <a:lnTo>
                  <a:pt x="10063" y="6375"/>
                </a:lnTo>
                <a:lnTo>
                  <a:pt x="9696" y="6326"/>
                </a:lnTo>
                <a:lnTo>
                  <a:pt x="9306" y="6229"/>
                </a:lnTo>
                <a:lnTo>
                  <a:pt x="8915" y="6131"/>
                </a:lnTo>
                <a:lnTo>
                  <a:pt x="8500" y="5984"/>
                </a:lnTo>
                <a:lnTo>
                  <a:pt x="8085" y="5813"/>
                </a:lnTo>
                <a:lnTo>
                  <a:pt x="7669" y="5594"/>
                </a:lnTo>
                <a:lnTo>
                  <a:pt x="7572" y="5569"/>
                </a:lnTo>
                <a:lnTo>
                  <a:pt x="7376" y="5471"/>
                </a:lnTo>
                <a:lnTo>
                  <a:pt x="7254" y="5471"/>
                </a:lnTo>
                <a:lnTo>
                  <a:pt x="7132" y="5496"/>
                </a:lnTo>
                <a:lnTo>
                  <a:pt x="318" y="7694"/>
                </a:lnTo>
                <a:lnTo>
                  <a:pt x="245" y="7743"/>
                </a:lnTo>
                <a:lnTo>
                  <a:pt x="147" y="7792"/>
                </a:lnTo>
                <a:lnTo>
                  <a:pt x="98" y="7865"/>
                </a:lnTo>
                <a:lnTo>
                  <a:pt x="49" y="7938"/>
                </a:lnTo>
                <a:lnTo>
                  <a:pt x="1" y="8036"/>
                </a:lnTo>
                <a:lnTo>
                  <a:pt x="1" y="8134"/>
                </a:lnTo>
                <a:lnTo>
                  <a:pt x="1" y="8207"/>
                </a:lnTo>
                <a:lnTo>
                  <a:pt x="25" y="8305"/>
                </a:lnTo>
                <a:lnTo>
                  <a:pt x="98" y="8451"/>
                </a:lnTo>
                <a:lnTo>
                  <a:pt x="196" y="8549"/>
                </a:lnTo>
                <a:lnTo>
                  <a:pt x="318" y="8622"/>
                </a:lnTo>
                <a:lnTo>
                  <a:pt x="489" y="8646"/>
                </a:lnTo>
                <a:lnTo>
                  <a:pt x="611" y="8622"/>
                </a:lnTo>
                <a:lnTo>
                  <a:pt x="269" y="8793"/>
                </a:lnTo>
                <a:lnTo>
                  <a:pt x="171" y="8842"/>
                </a:lnTo>
                <a:lnTo>
                  <a:pt x="123" y="8915"/>
                </a:lnTo>
                <a:lnTo>
                  <a:pt x="49" y="8988"/>
                </a:lnTo>
                <a:lnTo>
                  <a:pt x="25" y="9086"/>
                </a:lnTo>
                <a:lnTo>
                  <a:pt x="1" y="9159"/>
                </a:lnTo>
                <a:lnTo>
                  <a:pt x="1" y="9257"/>
                </a:lnTo>
                <a:lnTo>
                  <a:pt x="1" y="9355"/>
                </a:lnTo>
                <a:lnTo>
                  <a:pt x="49" y="9452"/>
                </a:lnTo>
                <a:lnTo>
                  <a:pt x="123" y="9575"/>
                </a:lnTo>
                <a:lnTo>
                  <a:pt x="220" y="9648"/>
                </a:lnTo>
                <a:lnTo>
                  <a:pt x="342" y="9697"/>
                </a:lnTo>
                <a:lnTo>
                  <a:pt x="489" y="9721"/>
                </a:lnTo>
                <a:lnTo>
                  <a:pt x="587" y="9721"/>
                </a:lnTo>
                <a:lnTo>
                  <a:pt x="684" y="9672"/>
                </a:lnTo>
                <a:lnTo>
                  <a:pt x="855" y="9599"/>
                </a:lnTo>
                <a:lnTo>
                  <a:pt x="782" y="9721"/>
                </a:lnTo>
                <a:lnTo>
                  <a:pt x="758" y="9868"/>
                </a:lnTo>
                <a:lnTo>
                  <a:pt x="782" y="10014"/>
                </a:lnTo>
                <a:lnTo>
                  <a:pt x="831" y="10161"/>
                </a:lnTo>
                <a:lnTo>
                  <a:pt x="929" y="10258"/>
                </a:lnTo>
                <a:lnTo>
                  <a:pt x="1026" y="10307"/>
                </a:lnTo>
                <a:lnTo>
                  <a:pt x="1124" y="10356"/>
                </a:lnTo>
                <a:lnTo>
                  <a:pt x="1246" y="10380"/>
                </a:lnTo>
                <a:lnTo>
                  <a:pt x="1393" y="10356"/>
                </a:lnTo>
                <a:lnTo>
                  <a:pt x="1515" y="10283"/>
                </a:lnTo>
                <a:lnTo>
                  <a:pt x="6082" y="7303"/>
                </a:lnTo>
                <a:lnTo>
                  <a:pt x="6546" y="7523"/>
                </a:lnTo>
                <a:lnTo>
                  <a:pt x="7108" y="7743"/>
                </a:lnTo>
                <a:lnTo>
                  <a:pt x="7791" y="7987"/>
                </a:lnTo>
                <a:lnTo>
                  <a:pt x="8524" y="8207"/>
                </a:lnTo>
                <a:lnTo>
                  <a:pt x="9306" y="8402"/>
                </a:lnTo>
                <a:lnTo>
                  <a:pt x="10087" y="8549"/>
                </a:lnTo>
                <a:lnTo>
                  <a:pt x="10454" y="8598"/>
                </a:lnTo>
                <a:lnTo>
                  <a:pt x="10820" y="8646"/>
                </a:lnTo>
                <a:lnTo>
                  <a:pt x="11528" y="8646"/>
                </a:lnTo>
                <a:lnTo>
                  <a:pt x="12212" y="10356"/>
                </a:lnTo>
                <a:lnTo>
                  <a:pt x="12261" y="10405"/>
                </a:lnTo>
                <a:lnTo>
                  <a:pt x="12310" y="10454"/>
                </a:lnTo>
                <a:lnTo>
                  <a:pt x="12383" y="10478"/>
                </a:lnTo>
                <a:lnTo>
                  <a:pt x="12456" y="10503"/>
                </a:lnTo>
                <a:lnTo>
                  <a:pt x="13384" y="10503"/>
                </a:lnTo>
                <a:lnTo>
                  <a:pt x="13482" y="10478"/>
                </a:lnTo>
                <a:lnTo>
                  <a:pt x="13555" y="10454"/>
                </a:lnTo>
                <a:lnTo>
                  <a:pt x="13604" y="10405"/>
                </a:lnTo>
                <a:lnTo>
                  <a:pt x="13629" y="10332"/>
                </a:lnTo>
                <a:lnTo>
                  <a:pt x="13629" y="10234"/>
                </a:lnTo>
                <a:lnTo>
                  <a:pt x="13580" y="10161"/>
                </a:lnTo>
                <a:lnTo>
                  <a:pt x="13506" y="10087"/>
                </a:lnTo>
                <a:lnTo>
                  <a:pt x="13409" y="10087"/>
                </a:lnTo>
                <a:lnTo>
                  <a:pt x="12603" y="10014"/>
                </a:lnTo>
                <a:lnTo>
                  <a:pt x="12163" y="8646"/>
                </a:lnTo>
                <a:lnTo>
                  <a:pt x="12700" y="8598"/>
                </a:lnTo>
                <a:lnTo>
                  <a:pt x="13067" y="8549"/>
                </a:lnTo>
                <a:lnTo>
                  <a:pt x="13482" y="8475"/>
                </a:lnTo>
                <a:lnTo>
                  <a:pt x="13922" y="8378"/>
                </a:lnTo>
                <a:lnTo>
                  <a:pt x="14386" y="8280"/>
                </a:lnTo>
                <a:lnTo>
                  <a:pt x="14874" y="8109"/>
                </a:lnTo>
                <a:lnTo>
                  <a:pt x="15363" y="7914"/>
                </a:lnTo>
                <a:lnTo>
                  <a:pt x="15827" y="7670"/>
                </a:lnTo>
                <a:lnTo>
                  <a:pt x="16046" y="7547"/>
                </a:lnTo>
                <a:lnTo>
                  <a:pt x="16291" y="7376"/>
                </a:lnTo>
                <a:lnTo>
                  <a:pt x="16486" y="7205"/>
                </a:lnTo>
                <a:lnTo>
                  <a:pt x="16681" y="7035"/>
                </a:lnTo>
                <a:lnTo>
                  <a:pt x="16877" y="6839"/>
                </a:lnTo>
                <a:lnTo>
                  <a:pt x="17072" y="6619"/>
                </a:lnTo>
                <a:lnTo>
                  <a:pt x="17219" y="6375"/>
                </a:lnTo>
                <a:lnTo>
                  <a:pt x="17365" y="6131"/>
                </a:lnTo>
                <a:lnTo>
                  <a:pt x="17512" y="5862"/>
                </a:lnTo>
                <a:lnTo>
                  <a:pt x="17610" y="5569"/>
                </a:lnTo>
                <a:lnTo>
                  <a:pt x="17707" y="5276"/>
                </a:lnTo>
                <a:lnTo>
                  <a:pt x="17780" y="4959"/>
                </a:lnTo>
                <a:lnTo>
                  <a:pt x="17829" y="4592"/>
                </a:lnTo>
                <a:lnTo>
                  <a:pt x="17854" y="4226"/>
                </a:lnTo>
                <a:lnTo>
                  <a:pt x="17854" y="3884"/>
                </a:lnTo>
                <a:lnTo>
                  <a:pt x="17829" y="3444"/>
                </a:lnTo>
                <a:lnTo>
                  <a:pt x="17829" y="2980"/>
                </a:lnTo>
                <a:lnTo>
                  <a:pt x="17829" y="2760"/>
                </a:lnTo>
                <a:lnTo>
                  <a:pt x="17878" y="2590"/>
                </a:lnTo>
                <a:lnTo>
                  <a:pt x="18440" y="2370"/>
                </a:lnTo>
                <a:lnTo>
                  <a:pt x="18733" y="2272"/>
                </a:lnTo>
                <a:lnTo>
                  <a:pt x="18293" y="2125"/>
                </a:lnTo>
                <a:lnTo>
                  <a:pt x="18586" y="1979"/>
                </a:lnTo>
                <a:lnTo>
                  <a:pt x="18855" y="1857"/>
                </a:lnTo>
                <a:lnTo>
                  <a:pt x="18953" y="1808"/>
                </a:lnTo>
                <a:lnTo>
                  <a:pt x="19002" y="1759"/>
                </a:lnTo>
                <a:lnTo>
                  <a:pt x="19002" y="1710"/>
                </a:lnTo>
                <a:lnTo>
                  <a:pt x="18953" y="1686"/>
                </a:lnTo>
                <a:lnTo>
                  <a:pt x="18000" y="1271"/>
                </a:lnTo>
                <a:lnTo>
                  <a:pt x="17780" y="1026"/>
                </a:lnTo>
                <a:lnTo>
                  <a:pt x="17561" y="782"/>
                </a:lnTo>
                <a:lnTo>
                  <a:pt x="17243" y="514"/>
                </a:lnTo>
                <a:lnTo>
                  <a:pt x="17048" y="391"/>
                </a:lnTo>
                <a:lnTo>
                  <a:pt x="16852" y="269"/>
                </a:lnTo>
                <a:lnTo>
                  <a:pt x="16633" y="172"/>
                </a:lnTo>
                <a:lnTo>
                  <a:pt x="16413" y="98"/>
                </a:lnTo>
                <a:lnTo>
                  <a:pt x="16169" y="25"/>
                </a:lnTo>
                <a:lnTo>
                  <a:pt x="159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267" name="Google Shape;959;p47">
            <a:extLst>
              <a:ext uri="{FF2B5EF4-FFF2-40B4-BE49-F238E27FC236}">
                <a16:creationId xmlns:a16="http://schemas.microsoft.com/office/drawing/2014/main" xmlns="" id="{E866990E-FD81-3C14-CB89-DCAF452F6F3E}"/>
              </a:ext>
            </a:extLst>
          </p:cNvPr>
          <p:cNvGrpSpPr/>
          <p:nvPr/>
        </p:nvGrpSpPr>
        <p:grpSpPr>
          <a:xfrm>
            <a:off x="6599158" y="4704648"/>
            <a:ext cx="171329" cy="197012"/>
            <a:chOff x="6685175" y="5036025"/>
            <a:chExt cx="346225" cy="398125"/>
          </a:xfrm>
        </p:grpSpPr>
        <p:sp>
          <p:nvSpPr>
            <p:cNvPr id="268" name="Google Shape;960;p47">
              <a:extLst>
                <a:ext uri="{FF2B5EF4-FFF2-40B4-BE49-F238E27FC236}">
                  <a16:creationId xmlns:a16="http://schemas.microsoft.com/office/drawing/2014/main" xmlns="" id="{56D0598F-CE97-6C79-1E7B-1904934AFDB9}"/>
                </a:ext>
              </a:extLst>
            </p:cNvPr>
            <p:cNvSpPr/>
            <p:nvPr/>
          </p:nvSpPr>
          <p:spPr>
            <a:xfrm>
              <a:off x="6743800" y="5036025"/>
              <a:ext cx="105650" cy="147775"/>
            </a:xfrm>
            <a:custGeom>
              <a:avLst/>
              <a:gdLst/>
              <a:ahLst/>
              <a:cxnLst/>
              <a:rect l="l" t="t" r="r" b="b"/>
              <a:pathLst>
                <a:path w="4226" h="5911" extrusionOk="0">
                  <a:moveTo>
                    <a:pt x="2931" y="1"/>
                  </a:moveTo>
                  <a:lnTo>
                    <a:pt x="2736" y="25"/>
                  </a:lnTo>
                  <a:lnTo>
                    <a:pt x="2516" y="74"/>
                  </a:lnTo>
                  <a:lnTo>
                    <a:pt x="2272" y="147"/>
                  </a:lnTo>
                  <a:lnTo>
                    <a:pt x="2027" y="269"/>
                  </a:lnTo>
                  <a:lnTo>
                    <a:pt x="1783" y="416"/>
                  </a:lnTo>
                  <a:lnTo>
                    <a:pt x="1539" y="611"/>
                  </a:lnTo>
                  <a:lnTo>
                    <a:pt x="1319" y="807"/>
                  </a:lnTo>
                  <a:lnTo>
                    <a:pt x="1075" y="1026"/>
                  </a:lnTo>
                  <a:lnTo>
                    <a:pt x="855" y="1271"/>
                  </a:lnTo>
                  <a:lnTo>
                    <a:pt x="660" y="1539"/>
                  </a:lnTo>
                  <a:lnTo>
                    <a:pt x="489" y="1808"/>
                  </a:lnTo>
                  <a:lnTo>
                    <a:pt x="318" y="2101"/>
                  </a:lnTo>
                  <a:lnTo>
                    <a:pt x="196" y="2370"/>
                  </a:lnTo>
                  <a:lnTo>
                    <a:pt x="98" y="2663"/>
                  </a:lnTo>
                  <a:lnTo>
                    <a:pt x="25" y="2956"/>
                  </a:lnTo>
                  <a:lnTo>
                    <a:pt x="0" y="3249"/>
                  </a:lnTo>
                  <a:lnTo>
                    <a:pt x="0" y="3517"/>
                  </a:lnTo>
                  <a:lnTo>
                    <a:pt x="49" y="3786"/>
                  </a:lnTo>
                  <a:lnTo>
                    <a:pt x="122" y="4055"/>
                  </a:lnTo>
                  <a:lnTo>
                    <a:pt x="196" y="4299"/>
                  </a:lnTo>
                  <a:lnTo>
                    <a:pt x="293" y="4543"/>
                  </a:lnTo>
                  <a:lnTo>
                    <a:pt x="415" y="4763"/>
                  </a:lnTo>
                  <a:lnTo>
                    <a:pt x="562" y="4958"/>
                  </a:lnTo>
                  <a:lnTo>
                    <a:pt x="708" y="5154"/>
                  </a:lnTo>
                  <a:lnTo>
                    <a:pt x="855" y="5325"/>
                  </a:lnTo>
                  <a:lnTo>
                    <a:pt x="1026" y="5471"/>
                  </a:lnTo>
                  <a:lnTo>
                    <a:pt x="1221" y="5618"/>
                  </a:lnTo>
                  <a:lnTo>
                    <a:pt x="1392" y="5716"/>
                  </a:lnTo>
                  <a:lnTo>
                    <a:pt x="1588" y="5813"/>
                  </a:lnTo>
                  <a:lnTo>
                    <a:pt x="1807" y="5862"/>
                  </a:lnTo>
                  <a:lnTo>
                    <a:pt x="2003" y="5911"/>
                  </a:lnTo>
                  <a:lnTo>
                    <a:pt x="2442" y="5911"/>
                  </a:lnTo>
                  <a:lnTo>
                    <a:pt x="2662" y="5862"/>
                  </a:lnTo>
                  <a:lnTo>
                    <a:pt x="2858" y="5789"/>
                  </a:lnTo>
                  <a:lnTo>
                    <a:pt x="3053" y="5716"/>
                  </a:lnTo>
                  <a:lnTo>
                    <a:pt x="3224" y="5593"/>
                  </a:lnTo>
                  <a:lnTo>
                    <a:pt x="3395" y="5471"/>
                  </a:lnTo>
                  <a:lnTo>
                    <a:pt x="3541" y="5300"/>
                  </a:lnTo>
                  <a:lnTo>
                    <a:pt x="3688" y="5129"/>
                  </a:lnTo>
                  <a:lnTo>
                    <a:pt x="3810" y="4934"/>
                  </a:lnTo>
                  <a:lnTo>
                    <a:pt x="3932" y="4739"/>
                  </a:lnTo>
                  <a:lnTo>
                    <a:pt x="4030" y="4519"/>
                  </a:lnTo>
                  <a:lnTo>
                    <a:pt x="4103" y="4275"/>
                  </a:lnTo>
                  <a:lnTo>
                    <a:pt x="4152" y="4030"/>
                  </a:lnTo>
                  <a:lnTo>
                    <a:pt x="4201" y="3786"/>
                  </a:lnTo>
                  <a:lnTo>
                    <a:pt x="4225" y="3517"/>
                  </a:lnTo>
                  <a:lnTo>
                    <a:pt x="4201" y="3249"/>
                  </a:lnTo>
                  <a:lnTo>
                    <a:pt x="4176" y="2980"/>
                  </a:lnTo>
                  <a:lnTo>
                    <a:pt x="4054" y="1881"/>
                  </a:lnTo>
                  <a:lnTo>
                    <a:pt x="3957" y="1368"/>
                  </a:lnTo>
                  <a:lnTo>
                    <a:pt x="3835" y="904"/>
                  </a:lnTo>
                  <a:lnTo>
                    <a:pt x="3737" y="684"/>
                  </a:lnTo>
                  <a:lnTo>
                    <a:pt x="3664" y="513"/>
                  </a:lnTo>
                  <a:lnTo>
                    <a:pt x="3541" y="342"/>
                  </a:lnTo>
                  <a:lnTo>
                    <a:pt x="3419" y="220"/>
                  </a:lnTo>
                  <a:lnTo>
                    <a:pt x="3273" y="123"/>
                  </a:lnTo>
                  <a:lnTo>
                    <a:pt x="3126" y="49"/>
                  </a:lnTo>
                  <a:lnTo>
                    <a:pt x="29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9" name="Google Shape;961;p47">
              <a:extLst>
                <a:ext uri="{FF2B5EF4-FFF2-40B4-BE49-F238E27FC236}">
                  <a16:creationId xmlns:a16="http://schemas.microsoft.com/office/drawing/2014/main" xmlns="" id="{BD74FF9B-3128-2094-075A-3D4BB3AE1DC8}"/>
                </a:ext>
              </a:extLst>
            </p:cNvPr>
            <p:cNvSpPr/>
            <p:nvPr/>
          </p:nvSpPr>
          <p:spPr>
            <a:xfrm>
              <a:off x="6685175" y="5152025"/>
              <a:ext cx="84275" cy="117275"/>
            </a:xfrm>
            <a:custGeom>
              <a:avLst/>
              <a:gdLst/>
              <a:ahLst/>
              <a:cxnLst/>
              <a:rect l="l" t="t" r="r" b="b"/>
              <a:pathLst>
                <a:path w="3371" h="4691" extrusionOk="0">
                  <a:moveTo>
                    <a:pt x="1368" y="1"/>
                  </a:moveTo>
                  <a:lnTo>
                    <a:pt x="1197" y="25"/>
                  </a:lnTo>
                  <a:lnTo>
                    <a:pt x="1026" y="99"/>
                  </a:lnTo>
                  <a:lnTo>
                    <a:pt x="855" y="172"/>
                  </a:lnTo>
                  <a:lnTo>
                    <a:pt x="709" y="270"/>
                  </a:lnTo>
                  <a:lnTo>
                    <a:pt x="562" y="392"/>
                  </a:lnTo>
                  <a:lnTo>
                    <a:pt x="440" y="538"/>
                  </a:lnTo>
                  <a:lnTo>
                    <a:pt x="318" y="685"/>
                  </a:lnTo>
                  <a:lnTo>
                    <a:pt x="220" y="856"/>
                  </a:lnTo>
                  <a:lnTo>
                    <a:pt x="147" y="1051"/>
                  </a:lnTo>
                  <a:lnTo>
                    <a:pt x="74" y="1247"/>
                  </a:lnTo>
                  <a:lnTo>
                    <a:pt x="49" y="1442"/>
                  </a:lnTo>
                  <a:lnTo>
                    <a:pt x="1" y="1662"/>
                  </a:lnTo>
                  <a:lnTo>
                    <a:pt x="1" y="1882"/>
                  </a:lnTo>
                  <a:lnTo>
                    <a:pt x="1" y="2101"/>
                  </a:lnTo>
                  <a:lnTo>
                    <a:pt x="25" y="2346"/>
                  </a:lnTo>
                  <a:lnTo>
                    <a:pt x="74" y="2565"/>
                  </a:lnTo>
                  <a:lnTo>
                    <a:pt x="147" y="2810"/>
                  </a:lnTo>
                  <a:lnTo>
                    <a:pt x="220" y="3054"/>
                  </a:lnTo>
                  <a:lnTo>
                    <a:pt x="342" y="3274"/>
                  </a:lnTo>
                  <a:lnTo>
                    <a:pt x="440" y="3493"/>
                  </a:lnTo>
                  <a:lnTo>
                    <a:pt x="587" y="3689"/>
                  </a:lnTo>
                  <a:lnTo>
                    <a:pt x="733" y="3860"/>
                  </a:lnTo>
                  <a:lnTo>
                    <a:pt x="880" y="4031"/>
                  </a:lnTo>
                  <a:lnTo>
                    <a:pt x="1051" y="4177"/>
                  </a:lnTo>
                  <a:lnTo>
                    <a:pt x="1222" y="4324"/>
                  </a:lnTo>
                  <a:lnTo>
                    <a:pt x="1393" y="4422"/>
                  </a:lnTo>
                  <a:lnTo>
                    <a:pt x="1564" y="4519"/>
                  </a:lnTo>
                  <a:lnTo>
                    <a:pt x="1759" y="4592"/>
                  </a:lnTo>
                  <a:lnTo>
                    <a:pt x="1954" y="4641"/>
                  </a:lnTo>
                  <a:lnTo>
                    <a:pt x="2125" y="4690"/>
                  </a:lnTo>
                  <a:lnTo>
                    <a:pt x="2516" y="4690"/>
                  </a:lnTo>
                  <a:lnTo>
                    <a:pt x="2687" y="4641"/>
                  </a:lnTo>
                  <a:lnTo>
                    <a:pt x="2882" y="4592"/>
                  </a:lnTo>
                  <a:lnTo>
                    <a:pt x="3029" y="4495"/>
                  </a:lnTo>
                  <a:lnTo>
                    <a:pt x="3151" y="4397"/>
                  </a:lnTo>
                  <a:lnTo>
                    <a:pt x="3249" y="4299"/>
                  </a:lnTo>
                  <a:lnTo>
                    <a:pt x="3322" y="4153"/>
                  </a:lnTo>
                  <a:lnTo>
                    <a:pt x="3371" y="4006"/>
                  </a:lnTo>
                  <a:lnTo>
                    <a:pt x="3371" y="3860"/>
                  </a:lnTo>
                  <a:lnTo>
                    <a:pt x="3371" y="3689"/>
                  </a:lnTo>
                  <a:lnTo>
                    <a:pt x="3347" y="3518"/>
                  </a:lnTo>
                  <a:lnTo>
                    <a:pt x="3249" y="3127"/>
                  </a:lnTo>
                  <a:lnTo>
                    <a:pt x="3078" y="2712"/>
                  </a:lnTo>
                  <a:lnTo>
                    <a:pt x="2712" y="1808"/>
                  </a:lnTo>
                  <a:lnTo>
                    <a:pt x="2370" y="953"/>
                  </a:lnTo>
                  <a:lnTo>
                    <a:pt x="2199" y="612"/>
                  </a:lnTo>
                  <a:lnTo>
                    <a:pt x="2028" y="343"/>
                  </a:lnTo>
                  <a:lnTo>
                    <a:pt x="1954" y="221"/>
                  </a:lnTo>
                  <a:lnTo>
                    <a:pt x="1857" y="123"/>
                  </a:lnTo>
                  <a:lnTo>
                    <a:pt x="1735" y="74"/>
                  </a:lnTo>
                  <a:lnTo>
                    <a:pt x="1637" y="25"/>
                  </a:lnTo>
                  <a:lnTo>
                    <a:pt x="14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0" name="Google Shape;962;p47">
              <a:extLst>
                <a:ext uri="{FF2B5EF4-FFF2-40B4-BE49-F238E27FC236}">
                  <a16:creationId xmlns:a16="http://schemas.microsoft.com/office/drawing/2014/main" xmlns="" id="{3511E67C-67CE-5FF2-21A7-80F907C06BB5}"/>
                </a:ext>
              </a:extLst>
            </p:cNvPr>
            <p:cNvSpPr/>
            <p:nvPr/>
          </p:nvSpPr>
          <p:spPr>
            <a:xfrm>
              <a:off x="6871400" y="5038475"/>
              <a:ext cx="105650" cy="145325"/>
            </a:xfrm>
            <a:custGeom>
              <a:avLst/>
              <a:gdLst/>
              <a:ahLst/>
              <a:cxnLst/>
              <a:rect l="l" t="t" r="r" b="b"/>
              <a:pathLst>
                <a:path w="4226" h="5813" extrusionOk="0">
                  <a:moveTo>
                    <a:pt x="1295" y="0"/>
                  </a:moveTo>
                  <a:lnTo>
                    <a:pt x="1100" y="49"/>
                  </a:lnTo>
                  <a:lnTo>
                    <a:pt x="953" y="98"/>
                  </a:lnTo>
                  <a:lnTo>
                    <a:pt x="807" y="196"/>
                  </a:lnTo>
                  <a:lnTo>
                    <a:pt x="684" y="318"/>
                  </a:lnTo>
                  <a:lnTo>
                    <a:pt x="587" y="464"/>
                  </a:lnTo>
                  <a:lnTo>
                    <a:pt x="489" y="660"/>
                  </a:lnTo>
                  <a:lnTo>
                    <a:pt x="391" y="855"/>
                  </a:lnTo>
                  <a:lnTo>
                    <a:pt x="269" y="1295"/>
                  </a:lnTo>
                  <a:lnTo>
                    <a:pt x="172" y="1808"/>
                  </a:lnTo>
                  <a:lnTo>
                    <a:pt x="49" y="2882"/>
                  </a:lnTo>
                  <a:lnTo>
                    <a:pt x="1" y="3151"/>
                  </a:lnTo>
                  <a:lnTo>
                    <a:pt x="1" y="3419"/>
                  </a:lnTo>
                  <a:lnTo>
                    <a:pt x="25" y="3688"/>
                  </a:lnTo>
                  <a:lnTo>
                    <a:pt x="74" y="3932"/>
                  </a:lnTo>
                  <a:lnTo>
                    <a:pt x="123" y="4177"/>
                  </a:lnTo>
                  <a:lnTo>
                    <a:pt x="196" y="4421"/>
                  </a:lnTo>
                  <a:lnTo>
                    <a:pt x="294" y="4641"/>
                  </a:lnTo>
                  <a:lnTo>
                    <a:pt x="416" y="4836"/>
                  </a:lnTo>
                  <a:lnTo>
                    <a:pt x="538" y="5031"/>
                  </a:lnTo>
                  <a:lnTo>
                    <a:pt x="684" y="5202"/>
                  </a:lnTo>
                  <a:lnTo>
                    <a:pt x="831" y="5373"/>
                  </a:lnTo>
                  <a:lnTo>
                    <a:pt x="1002" y="5495"/>
                  </a:lnTo>
                  <a:lnTo>
                    <a:pt x="1173" y="5618"/>
                  </a:lnTo>
                  <a:lnTo>
                    <a:pt x="1368" y="5691"/>
                  </a:lnTo>
                  <a:lnTo>
                    <a:pt x="1588" y="5764"/>
                  </a:lnTo>
                  <a:lnTo>
                    <a:pt x="1783" y="5813"/>
                  </a:lnTo>
                  <a:lnTo>
                    <a:pt x="2223" y="5813"/>
                  </a:lnTo>
                  <a:lnTo>
                    <a:pt x="2418" y="5764"/>
                  </a:lnTo>
                  <a:lnTo>
                    <a:pt x="2638" y="5715"/>
                  </a:lnTo>
                  <a:lnTo>
                    <a:pt x="2834" y="5618"/>
                  </a:lnTo>
                  <a:lnTo>
                    <a:pt x="3005" y="5520"/>
                  </a:lnTo>
                  <a:lnTo>
                    <a:pt x="3200" y="5373"/>
                  </a:lnTo>
                  <a:lnTo>
                    <a:pt x="3371" y="5227"/>
                  </a:lnTo>
                  <a:lnTo>
                    <a:pt x="3517" y="5056"/>
                  </a:lnTo>
                  <a:lnTo>
                    <a:pt x="3664" y="4860"/>
                  </a:lnTo>
                  <a:lnTo>
                    <a:pt x="3811" y="4665"/>
                  </a:lnTo>
                  <a:lnTo>
                    <a:pt x="3933" y="4445"/>
                  </a:lnTo>
                  <a:lnTo>
                    <a:pt x="4030" y="4201"/>
                  </a:lnTo>
                  <a:lnTo>
                    <a:pt x="4104" y="3957"/>
                  </a:lnTo>
                  <a:lnTo>
                    <a:pt x="4177" y="3688"/>
                  </a:lnTo>
                  <a:lnTo>
                    <a:pt x="4226" y="3419"/>
                  </a:lnTo>
                  <a:lnTo>
                    <a:pt x="4226" y="3151"/>
                  </a:lnTo>
                  <a:lnTo>
                    <a:pt x="4201" y="2858"/>
                  </a:lnTo>
                  <a:lnTo>
                    <a:pt x="4128" y="2589"/>
                  </a:lnTo>
                  <a:lnTo>
                    <a:pt x="4030" y="2296"/>
                  </a:lnTo>
                  <a:lnTo>
                    <a:pt x="3908" y="2027"/>
                  </a:lnTo>
                  <a:lnTo>
                    <a:pt x="3737" y="1734"/>
                  </a:lnTo>
                  <a:lnTo>
                    <a:pt x="3566" y="1490"/>
                  </a:lnTo>
                  <a:lnTo>
                    <a:pt x="3371" y="1221"/>
                  </a:lnTo>
                  <a:lnTo>
                    <a:pt x="3151" y="1002"/>
                  </a:lnTo>
                  <a:lnTo>
                    <a:pt x="2907" y="782"/>
                  </a:lnTo>
                  <a:lnTo>
                    <a:pt x="2687" y="586"/>
                  </a:lnTo>
                  <a:lnTo>
                    <a:pt x="2443" y="415"/>
                  </a:lnTo>
                  <a:lnTo>
                    <a:pt x="2199" y="269"/>
                  </a:lnTo>
                  <a:lnTo>
                    <a:pt x="1954" y="147"/>
                  </a:lnTo>
                  <a:lnTo>
                    <a:pt x="1710" y="74"/>
                  </a:lnTo>
                  <a:lnTo>
                    <a:pt x="1490" y="25"/>
                  </a:lnTo>
                  <a:lnTo>
                    <a:pt x="12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1" name="Google Shape;963;p47">
              <a:extLst>
                <a:ext uri="{FF2B5EF4-FFF2-40B4-BE49-F238E27FC236}">
                  <a16:creationId xmlns:a16="http://schemas.microsoft.com/office/drawing/2014/main" xmlns="" id="{12E030DE-4F5E-48DF-A604-405A4CD27CB0}"/>
                </a:ext>
              </a:extLst>
            </p:cNvPr>
            <p:cNvSpPr/>
            <p:nvPr/>
          </p:nvSpPr>
          <p:spPr>
            <a:xfrm>
              <a:off x="6944050" y="5155700"/>
              <a:ext cx="87350" cy="116025"/>
            </a:xfrm>
            <a:custGeom>
              <a:avLst/>
              <a:gdLst/>
              <a:ahLst/>
              <a:cxnLst/>
              <a:rect l="l" t="t" r="r" b="b"/>
              <a:pathLst>
                <a:path w="3494" h="4641" extrusionOk="0">
                  <a:moveTo>
                    <a:pt x="1979" y="0"/>
                  </a:moveTo>
                  <a:lnTo>
                    <a:pt x="1857" y="49"/>
                  </a:lnTo>
                  <a:lnTo>
                    <a:pt x="1735" y="98"/>
                  </a:lnTo>
                  <a:lnTo>
                    <a:pt x="1637" y="196"/>
                  </a:lnTo>
                  <a:lnTo>
                    <a:pt x="1540" y="294"/>
                  </a:lnTo>
                  <a:lnTo>
                    <a:pt x="1369" y="562"/>
                  </a:lnTo>
                  <a:lnTo>
                    <a:pt x="1173" y="904"/>
                  </a:lnTo>
                  <a:lnTo>
                    <a:pt x="782" y="1735"/>
                  </a:lnTo>
                  <a:lnTo>
                    <a:pt x="367" y="2614"/>
                  </a:lnTo>
                  <a:lnTo>
                    <a:pt x="196" y="3005"/>
                  </a:lnTo>
                  <a:lnTo>
                    <a:pt x="74" y="3395"/>
                  </a:lnTo>
                  <a:lnTo>
                    <a:pt x="25" y="3566"/>
                  </a:lnTo>
                  <a:lnTo>
                    <a:pt x="1" y="3737"/>
                  </a:lnTo>
                  <a:lnTo>
                    <a:pt x="25" y="3908"/>
                  </a:lnTo>
                  <a:lnTo>
                    <a:pt x="50" y="4055"/>
                  </a:lnTo>
                  <a:lnTo>
                    <a:pt x="99" y="4177"/>
                  </a:lnTo>
                  <a:lnTo>
                    <a:pt x="196" y="4299"/>
                  </a:lnTo>
                  <a:lnTo>
                    <a:pt x="318" y="4397"/>
                  </a:lnTo>
                  <a:lnTo>
                    <a:pt x="465" y="4494"/>
                  </a:lnTo>
                  <a:lnTo>
                    <a:pt x="636" y="4568"/>
                  </a:lnTo>
                  <a:lnTo>
                    <a:pt x="831" y="4616"/>
                  </a:lnTo>
                  <a:lnTo>
                    <a:pt x="1027" y="4641"/>
                  </a:lnTo>
                  <a:lnTo>
                    <a:pt x="1198" y="4641"/>
                  </a:lnTo>
                  <a:lnTo>
                    <a:pt x="1393" y="4616"/>
                  </a:lnTo>
                  <a:lnTo>
                    <a:pt x="1588" y="4568"/>
                  </a:lnTo>
                  <a:lnTo>
                    <a:pt x="1784" y="4494"/>
                  </a:lnTo>
                  <a:lnTo>
                    <a:pt x="1955" y="4421"/>
                  </a:lnTo>
                  <a:lnTo>
                    <a:pt x="2150" y="4323"/>
                  </a:lnTo>
                  <a:lnTo>
                    <a:pt x="2321" y="4201"/>
                  </a:lnTo>
                  <a:lnTo>
                    <a:pt x="2492" y="4055"/>
                  </a:lnTo>
                  <a:lnTo>
                    <a:pt x="2663" y="3884"/>
                  </a:lnTo>
                  <a:lnTo>
                    <a:pt x="2810" y="3713"/>
                  </a:lnTo>
                  <a:lnTo>
                    <a:pt x="2956" y="3517"/>
                  </a:lnTo>
                  <a:lnTo>
                    <a:pt x="3078" y="3322"/>
                  </a:lnTo>
                  <a:lnTo>
                    <a:pt x="3200" y="3102"/>
                  </a:lnTo>
                  <a:lnTo>
                    <a:pt x="3298" y="2882"/>
                  </a:lnTo>
                  <a:lnTo>
                    <a:pt x="3371" y="2638"/>
                  </a:lnTo>
                  <a:lnTo>
                    <a:pt x="3420" y="2418"/>
                  </a:lnTo>
                  <a:lnTo>
                    <a:pt x="3469" y="2174"/>
                  </a:lnTo>
                  <a:lnTo>
                    <a:pt x="3493" y="1954"/>
                  </a:lnTo>
                  <a:lnTo>
                    <a:pt x="3493" y="1735"/>
                  </a:lnTo>
                  <a:lnTo>
                    <a:pt x="3469" y="1515"/>
                  </a:lnTo>
                  <a:lnTo>
                    <a:pt x="3445" y="1319"/>
                  </a:lnTo>
                  <a:lnTo>
                    <a:pt x="3396" y="1124"/>
                  </a:lnTo>
                  <a:lnTo>
                    <a:pt x="3322" y="929"/>
                  </a:lnTo>
                  <a:lnTo>
                    <a:pt x="3249" y="758"/>
                  </a:lnTo>
                  <a:lnTo>
                    <a:pt x="3127" y="587"/>
                  </a:lnTo>
                  <a:lnTo>
                    <a:pt x="3005" y="440"/>
                  </a:lnTo>
                  <a:lnTo>
                    <a:pt x="2883" y="318"/>
                  </a:lnTo>
                  <a:lnTo>
                    <a:pt x="2736" y="196"/>
                  </a:lnTo>
                  <a:lnTo>
                    <a:pt x="2565" y="98"/>
                  </a:lnTo>
                  <a:lnTo>
                    <a:pt x="2394" y="49"/>
                  </a:lnTo>
                  <a:lnTo>
                    <a:pt x="22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2" name="Google Shape;964;p47">
              <a:extLst>
                <a:ext uri="{FF2B5EF4-FFF2-40B4-BE49-F238E27FC236}">
                  <a16:creationId xmlns:a16="http://schemas.microsoft.com/office/drawing/2014/main" xmlns="" id="{3CF612C6-554E-7DDE-32A5-6CB253110BB7}"/>
                </a:ext>
              </a:extLst>
            </p:cNvPr>
            <p:cNvSpPr/>
            <p:nvPr/>
          </p:nvSpPr>
          <p:spPr>
            <a:xfrm>
              <a:off x="6727300" y="5185625"/>
              <a:ext cx="263800" cy="248525"/>
            </a:xfrm>
            <a:custGeom>
              <a:avLst/>
              <a:gdLst/>
              <a:ahLst/>
              <a:cxnLst/>
              <a:rect l="l" t="t" r="r" b="b"/>
              <a:pathLst>
                <a:path w="10552" h="9941" extrusionOk="0">
                  <a:moveTo>
                    <a:pt x="5252" y="0"/>
                  </a:moveTo>
                  <a:lnTo>
                    <a:pt x="4959" y="25"/>
                  </a:lnTo>
                  <a:lnTo>
                    <a:pt x="4666" y="73"/>
                  </a:lnTo>
                  <a:lnTo>
                    <a:pt x="4372" y="171"/>
                  </a:lnTo>
                  <a:lnTo>
                    <a:pt x="4104" y="293"/>
                  </a:lnTo>
                  <a:lnTo>
                    <a:pt x="3835" y="464"/>
                  </a:lnTo>
                  <a:lnTo>
                    <a:pt x="3591" y="635"/>
                  </a:lnTo>
                  <a:lnTo>
                    <a:pt x="3371" y="855"/>
                  </a:lnTo>
                  <a:lnTo>
                    <a:pt x="3176" y="1124"/>
                  </a:lnTo>
                  <a:lnTo>
                    <a:pt x="3029" y="1343"/>
                  </a:lnTo>
                  <a:lnTo>
                    <a:pt x="2907" y="1612"/>
                  </a:lnTo>
                  <a:lnTo>
                    <a:pt x="2809" y="1856"/>
                  </a:lnTo>
                  <a:lnTo>
                    <a:pt x="2736" y="2125"/>
                  </a:lnTo>
                  <a:lnTo>
                    <a:pt x="2565" y="2662"/>
                  </a:lnTo>
                  <a:lnTo>
                    <a:pt x="2492" y="2931"/>
                  </a:lnTo>
                  <a:lnTo>
                    <a:pt x="2394" y="3200"/>
                  </a:lnTo>
                  <a:lnTo>
                    <a:pt x="2248" y="3444"/>
                  </a:lnTo>
                  <a:lnTo>
                    <a:pt x="2101" y="3688"/>
                  </a:lnTo>
                  <a:lnTo>
                    <a:pt x="1906" y="3908"/>
                  </a:lnTo>
                  <a:lnTo>
                    <a:pt x="1735" y="4103"/>
                  </a:lnTo>
                  <a:lnTo>
                    <a:pt x="1320" y="4470"/>
                  </a:lnTo>
                  <a:lnTo>
                    <a:pt x="904" y="4860"/>
                  </a:lnTo>
                  <a:lnTo>
                    <a:pt x="709" y="5080"/>
                  </a:lnTo>
                  <a:lnTo>
                    <a:pt x="514" y="5324"/>
                  </a:lnTo>
                  <a:lnTo>
                    <a:pt x="367" y="5569"/>
                  </a:lnTo>
                  <a:lnTo>
                    <a:pt x="245" y="5837"/>
                  </a:lnTo>
                  <a:lnTo>
                    <a:pt x="147" y="6130"/>
                  </a:lnTo>
                  <a:lnTo>
                    <a:pt x="74" y="6423"/>
                  </a:lnTo>
                  <a:lnTo>
                    <a:pt x="25" y="6741"/>
                  </a:lnTo>
                  <a:lnTo>
                    <a:pt x="1" y="7034"/>
                  </a:lnTo>
                  <a:lnTo>
                    <a:pt x="25" y="7327"/>
                  </a:lnTo>
                  <a:lnTo>
                    <a:pt x="50" y="7620"/>
                  </a:lnTo>
                  <a:lnTo>
                    <a:pt x="123" y="7889"/>
                  </a:lnTo>
                  <a:lnTo>
                    <a:pt x="221" y="8158"/>
                  </a:lnTo>
                  <a:lnTo>
                    <a:pt x="318" y="8426"/>
                  </a:lnTo>
                  <a:lnTo>
                    <a:pt x="440" y="8646"/>
                  </a:lnTo>
                  <a:lnTo>
                    <a:pt x="611" y="8890"/>
                  </a:lnTo>
                  <a:lnTo>
                    <a:pt x="782" y="9086"/>
                  </a:lnTo>
                  <a:lnTo>
                    <a:pt x="953" y="9281"/>
                  </a:lnTo>
                  <a:lnTo>
                    <a:pt x="1149" y="9428"/>
                  </a:lnTo>
                  <a:lnTo>
                    <a:pt x="1368" y="9574"/>
                  </a:lnTo>
                  <a:lnTo>
                    <a:pt x="1613" y="9696"/>
                  </a:lnTo>
                  <a:lnTo>
                    <a:pt x="1857" y="9794"/>
                  </a:lnTo>
                  <a:lnTo>
                    <a:pt x="2101" y="9867"/>
                  </a:lnTo>
                  <a:lnTo>
                    <a:pt x="2370" y="9916"/>
                  </a:lnTo>
                  <a:lnTo>
                    <a:pt x="2614" y="9940"/>
                  </a:lnTo>
                  <a:lnTo>
                    <a:pt x="2980" y="9916"/>
                  </a:lnTo>
                  <a:lnTo>
                    <a:pt x="3347" y="9818"/>
                  </a:lnTo>
                  <a:lnTo>
                    <a:pt x="3689" y="9696"/>
                  </a:lnTo>
                  <a:lnTo>
                    <a:pt x="4006" y="9501"/>
                  </a:lnTo>
                  <a:lnTo>
                    <a:pt x="4153" y="9403"/>
                  </a:lnTo>
                  <a:lnTo>
                    <a:pt x="4299" y="9330"/>
                  </a:lnTo>
                  <a:lnTo>
                    <a:pt x="4446" y="9305"/>
                  </a:lnTo>
                  <a:lnTo>
                    <a:pt x="4592" y="9257"/>
                  </a:lnTo>
                  <a:lnTo>
                    <a:pt x="4910" y="9232"/>
                  </a:lnTo>
                  <a:lnTo>
                    <a:pt x="5642" y="9232"/>
                  </a:lnTo>
                  <a:lnTo>
                    <a:pt x="5960" y="9257"/>
                  </a:lnTo>
                  <a:lnTo>
                    <a:pt x="6106" y="9305"/>
                  </a:lnTo>
                  <a:lnTo>
                    <a:pt x="6253" y="9330"/>
                  </a:lnTo>
                  <a:lnTo>
                    <a:pt x="6400" y="9403"/>
                  </a:lnTo>
                  <a:lnTo>
                    <a:pt x="6546" y="9501"/>
                  </a:lnTo>
                  <a:lnTo>
                    <a:pt x="6864" y="9696"/>
                  </a:lnTo>
                  <a:lnTo>
                    <a:pt x="7206" y="9818"/>
                  </a:lnTo>
                  <a:lnTo>
                    <a:pt x="7572" y="9916"/>
                  </a:lnTo>
                  <a:lnTo>
                    <a:pt x="7938" y="9940"/>
                  </a:lnTo>
                  <a:lnTo>
                    <a:pt x="8207" y="9916"/>
                  </a:lnTo>
                  <a:lnTo>
                    <a:pt x="8451" y="9867"/>
                  </a:lnTo>
                  <a:lnTo>
                    <a:pt x="8695" y="9794"/>
                  </a:lnTo>
                  <a:lnTo>
                    <a:pt x="8940" y="9696"/>
                  </a:lnTo>
                  <a:lnTo>
                    <a:pt x="9184" y="9574"/>
                  </a:lnTo>
                  <a:lnTo>
                    <a:pt x="9404" y="9428"/>
                  </a:lnTo>
                  <a:lnTo>
                    <a:pt x="9599" y="9281"/>
                  </a:lnTo>
                  <a:lnTo>
                    <a:pt x="9770" y="9086"/>
                  </a:lnTo>
                  <a:lnTo>
                    <a:pt x="9941" y="8890"/>
                  </a:lnTo>
                  <a:lnTo>
                    <a:pt x="10112" y="8646"/>
                  </a:lnTo>
                  <a:lnTo>
                    <a:pt x="10234" y="8426"/>
                  </a:lnTo>
                  <a:lnTo>
                    <a:pt x="10332" y="8158"/>
                  </a:lnTo>
                  <a:lnTo>
                    <a:pt x="10429" y="7889"/>
                  </a:lnTo>
                  <a:lnTo>
                    <a:pt x="10503" y="7620"/>
                  </a:lnTo>
                  <a:lnTo>
                    <a:pt x="10527" y="7327"/>
                  </a:lnTo>
                  <a:lnTo>
                    <a:pt x="10551" y="7034"/>
                  </a:lnTo>
                  <a:lnTo>
                    <a:pt x="10527" y="6741"/>
                  </a:lnTo>
                  <a:lnTo>
                    <a:pt x="10478" y="6423"/>
                  </a:lnTo>
                  <a:lnTo>
                    <a:pt x="10405" y="6130"/>
                  </a:lnTo>
                  <a:lnTo>
                    <a:pt x="10307" y="5837"/>
                  </a:lnTo>
                  <a:lnTo>
                    <a:pt x="10185" y="5569"/>
                  </a:lnTo>
                  <a:lnTo>
                    <a:pt x="10039" y="5324"/>
                  </a:lnTo>
                  <a:lnTo>
                    <a:pt x="9843" y="5080"/>
                  </a:lnTo>
                  <a:lnTo>
                    <a:pt x="9648" y="4860"/>
                  </a:lnTo>
                  <a:lnTo>
                    <a:pt x="9233" y="4470"/>
                  </a:lnTo>
                  <a:lnTo>
                    <a:pt x="8817" y="4103"/>
                  </a:lnTo>
                  <a:lnTo>
                    <a:pt x="8646" y="3908"/>
                  </a:lnTo>
                  <a:lnTo>
                    <a:pt x="8451" y="3688"/>
                  </a:lnTo>
                  <a:lnTo>
                    <a:pt x="8305" y="3444"/>
                  </a:lnTo>
                  <a:lnTo>
                    <a:pt x="8158" y="3200"/>
                  </a:lnTo>
                  <a:lnTo>
                    <a:pt x="8060" y="2931"/>
                  </a:lnTo>
                  <a:lnTo>
                    <a:pt x="7963" y="2662"/>
                  </a:lnTo>
                  <a:lnTo>
                    <a:pt x="7816" y="2125"/>
                  </a:lnTo>
                  <a:lnTo>
                    <a:pt x="7743" y="1856"/>
                  </a:lnTo>
                  <a:lnTo>
                    <a:pt x="7645" y="1612"/>
                  </a:lnTo>
                  <a:lnTo>
                    <a:pt x="7523" y="1343"/>
                  </a:lnTo>
                  <a:lnTo>
                    <a:pt x="7376" y="1124"/>
                  </a:lnTo>
                  <a:lnTo>
                    <a:pt x="7181" y="855"/>
                  </a:lnTo>
                  <a:lnTo>
                    <a:pt x="6961" y="635"/>
                  </a:lnTo>
                  <a:lnTo>
                    <a:pt x="6717" y="464"/>
                  </a:lnTo>
                  <a:lnTo>
                    <a:pt x="6448" y="293"/>
                  </a:lnTo>
                  <a:lnTo>
                    <a:pt x="6180" y="171"/>
                  </a:lnTo>
                  <a:lnTo>
                    <a:pt x="5887" y="73"/>
                  </a:lnTo>
                  <a:lnTo>
                    <a:pt x="5594" y="25"/>
                  </a:lnTo>
                  <a:lnTo>
                    <a:pt x="53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273" name="Google Shape;965;p47">
            <a:extLst>
              <a:ext uri="{FF2B5EF4-FFF2-40B4-BE49-F238E27FC236}">
                <a16:creationId xmlns:a16="http://schemas.microsoft.com/office/drawing/2014/main" xmlns="" id="{89543B5E-28B5-55C1-4785-DD147019F575}"/>
              </a:ext>
            </a:extLst>
          </p:cNvPr>
          <p:cNvGrpSpPr/>
          <p:nvPr/>
        </p:nvGrpSpPr>
        <p:grpSpPr>
          <a:xfrm>
            <a:off x="7060719" y="3504549"/>
            <a:ext cx="324428" cy="316001"/>
            <a:chOff x="5926225" y="921350"/>
            <a:chExt cx="517800" cy="504350"/>
          </a:xfrm>
        </p:grpSpPr>
        <p:sp>
          <p:nvSpPr>
            <p:cNvPr id="274" name="Google Shape;966;p47">
              <a:extLst>
                <a:ext uri="{FF2B5EF4-FFF2-40B4-BE49-F238E27FC236}">
                  <a16:creationId xmlns:a16="http://schemas.microsoft.com/office/drawing/2014/main" xmlns="" id="{C0EEFAB3-7060-2CB8-B791-A0C06B429529}"/>
                </a:ext>
              </a:extLst>
            </p:cNvPr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l" t="t" r="r" b="b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>
                <a:solidFill>
                  <a:srgbClr val="F1C232"/>
                </a:solidFill>
              </a:endParaRPr>
            </a:p>
          </p:txBody>
        </p:sp>
        <p:sp>
          <p:nvSpPr>
            <p:cNvPr id="275" name="Google Shape;967;p47">
              <a:extLst>
                <a:ext uri="{FF2B5EF4-FFF2-40B4-BE49-F238E27FC236}">
                  <a16:creationId xmlns:a16="http://schemas.microsoft.com/office/drawing/2014/main" xmlns="" id="{859CD56F-BE7F-D5E1-E409-D7C5C18934ED}"/>
                </a:ext>
              </a:extLst>
            </p:cNvPr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l" t="t" r="r" b="b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>
                <a:solidFill>
                  <a:srgbClr val="F1C232"/>
                </a:solidFill>
              </a:endParaRPr>
            </a:p>
          </p:txBody>
        </p:sp>
      </p:grpSp>
      <p:sp>
        <p:nvSpPr>
          <p:cNvPr id="276" name="Google Shape;968;p47">
            <a:extLst>
              <a:ext uri="{FF2B5EF4-FFF2-40B4-BE49-F238E27FC236}">
                <a16:creationId xmlns:a16="http://schemas.microsoft.com/office/drawing/2014/main" xmlns="" id="{0F8923C3-2571-F678-71D3-1C8CCB940E72}"/>
              </a:ext>
            </a:extLst>
          </p:cNvPr>
          <p:cNvSpPr/>
          <p:nvPr/>
        </p:nvSpPr>
        <p:spPr>
          <a:xfrm>
            <a:off x="7206162" y="3681589"/>
            <a:ext cx="300713" cy="169874"/>
          </a:xfrm>
          <a:custGeom>
            <a:avLst/>
            <a:gdLst/>
            <a:ahLst/>
            <a:cxnLst/>
            <a:rect l="l" t="t" r="r" b="b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277" name="Google Shape;969;p47">
            <a:extLst>
              <a:ext uri="{FF2B5EF4-FFF2-40B4-BE49-F238E27FC236}">
                <a16:creationId xmlns:a16="http://schemas.microsoft.com/office/drawing/2014/main" xmlns="" id="{B0511E96-1535-909A-754D-0855706432B7}"/>
              </a:ext>
            </a:extLst>
          </p:cNvPr>
          <p:cNvGrpSpPr/>
          <p:nvPr/>
        </p:nvGrpSpPr>
        <p:grpSpPr>
          <a:xfrm>
            <a:off x="7724459" y="3489084"/>
            <a:ext cx="324428" cy="316001"/>
            <a:chOff x="5926225" y="921350"/>
            <a:chExt cx="517800" cy="504350"/>
          </a:xfrm>
        </p:grpSpPr>
        <p:sp>
          <p:nvSpPr>
            <p:cNvPr id="278" name="Google Shape;970;p47">
              <a:extLst>
                <a:ext uri="{FF2B5EF4-FFF2-40B4-BE49-F238E27FC236}">
                  <a16:creationId xmlns:a16="http://schemas.microsoft.com/office/drawing/2014/main" xmlns="" id="{D44D6D95-036C-96C0-9E09-462DA5C4128A}"/>
                </a:ext>
              </a:extLst>
            </p:cNvPr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l" t="t" r="r" b="b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79" name="Google Shape;971;p47">
              <a:extLst>
                <a:ext uri="{FF2B5EF4-FFF2-40B4-BE49-F238E27FC236}">
                  <a16:creationId xmlns:a16="http://schemas.microsoft.com/office/drawing/2014/main" xmlns="" id="{00947020-70F3-D8C6-ADD4-9F3135E8E29E}"/>
                </a:ext>
              </a:extLst>
            </p:cNvPr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l" t="t" r="r" b="b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280" name="Google Shape;972;p47">
            <a:extLst>
              <a:ext uri="{FF2B5EF4-FFF2-40B4-BE49-F238E27FC236}">
                <a16:creationId xmlns:a16="http://schemas.microsoft.com/office/drawing/2014/main" xmlns="" id="{6BF3CE99-524C-0098-18F8-BC0E96227F13}"/>
              </a:ext>
            </a:extLst>
          </p:cNvPr>
          <p:cNvSpPr/>
          <p:nvPr/>
        </p:nvSpPr>
        <p:spPr>
          <a:xfrm>
            <a:off x="7869903" y="3666124"/>
            <a:ext cx="300713" cy="169874"/>
          </a:xfrm>
          <a:custGeom>
            <a:avLst/>
            <a:gdLst/>
            <a:ahLst/>
            <a:cxnLst/>
            <a:rect l="l" t="t" r="r" b="b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281" name="Google Shape;973;p47">
            <a:extLst>
              <a:ext uri="{FF2B5EF4-FFF2-40B4-BE49-F238E27FC236}">
                <a16:creationId xmlns:a16="http://schemas.microsoft.com/office/drawing/2014/main" xmlns="" id="{F1A3F15F-46E5-A073-DC75-AC205997F241}"/>
              </a:ext>
            </a:extLst>
          </p:cNvPr>
          <p:cNvGrpSpPr/>
          <p:nvPr/>
        </p:nvGrpSpPr>
        <p:grpSpPr>
          <a:xfrm>
            <a:off x="7060923" y="4050863"/>
            <a:ext cx="806953" cy="785992"/>
            <a:chOff x="5926225" y="921350"/>
            <a:chExt cx="517800" cy="504350"/>
          </a:xfrm>
        </p:grpSpPr>
        <p:sp>
          <p:nvSpPr>
            <p:cNvPr id="282" name="Google Shape;974;p47">
              <a:extLst>
                <a:ext uri="{FF2B5EF4-FFF2-40B4-BE49-F238E27FC236}">
                  <a16:creationId xmlns:a16="http://schemas.microsoft.com/office/drawing/2014/main" xmlns="" id="{50F16CB7-E67F-DE06-7D75-49800E790D05}"/>
                </a:ext>
              </a:extLst>
            </p:cNvPr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l" t="t" r="r" b="b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chemeClr val="accent4"/>
            </a:solidFill>
            <a:ln w="28575" cap="flat" cmpd="sng">
              <a:solidFill>
                <a:schemeClr val="accent5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3" name="Google Shape;975;p47">
              <a:extLst>
                <a:ext uri="{FF2B5EF4-FFF2-40B4-BE49-F238E27FC236}">
                  <a16:creationId xmlns:a16="http://schemas.microsoft.com/office/drawing/2014/main" xmlns="" id="{FA1B1D50-DEA8-C516-9B46-14EA9A43E71F}"/>
                </a:ext>
              </a:extLst>
            </p:cNvPr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l" t="t" r="r" b="b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chemeClr val="accent4"/>
            </a:solidFill>
            <a:ln w="28575" cap="flat" cmpd="sng">
              <a:solidFill>
                <a:schemeClr val="accent5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284" name="Google Shape;976;p47">
            <a:extLst>
              <a:ext uri="{FF2B5EF4-FFF2-40B4-BE49-F238E27FC236}">
                <a16:creationId xmlns:a16="http://schemas.microsoft.com/office/drawing/2014/main" xmlns="" id="{B1477500-320F-8215-71C1-E0FBC87E07CE}"/>
              </a:ext>
            </a:extLst>
          </p:cNvPr>
          <p:cNvSpPr/>
          <p:nvPr/>
        </p:nvSpPr>
        <p:spPr>
          <a:xfrm>
            <a:off x="7422653" y="4491186"/>
            <a:ext cx="747966" cy="422528"/>
          </a:xfrm>
          <a:custGeom>
            <a:avLst/>
            <a:gdLst/>
            <a:ahLst/>
            <a:cxnLst/>
            <a:rect l="l" t="t" r="r" b="b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noFill/>
          <a:ln w="9525" cap="flat" cmpd="sng">
            <a:solidFill>
              <a:srgbClr val="FFFFFF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285" name="Google Shape;977;p47">
            <a:extLst>
              <a:ext uri="{FF2B5EF4-FFF2-40B4-BE49-F238E27FC236}">
                <a16:creationId xmlns:a16="http://schemas.microsoft.com/office/drawing/2014/main" xmlns="" id="{E67D1374-F572-7C44-590D-9571AF5E30AE}"/>
              </a:ext>
            </a:extLst>
          </p:cNvPr>
          <p:cNvSpPr txBox="1"/>
          <p:nvPr/>
        </p:nvSpPr>
        <p:spPr>
          <a:xfrm>
            <a:off x="6977436" y="2330402"/>
            <a:ext cx="1944000" cy="114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675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SlidesCarnival icons are editable shapes</a:t>
            </a:r>
            <a:r>
              <a:rPr lang="en" sz="67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 </a:t>
            </a:r>
            <a:endParaRPr sz="675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>
              <a:buClr>
                <a:schemeClr val="dk1"/>
              </a:buClr>
              <a:buSzPts val="1100"/>
            </a:pPr>
            <a:endParaRPr sz="675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>
              <a:buClr>
                <a:schemeClr val="dk1"/>
              </a:buClr>
              <a:buSzPts val="1100"/>
            </a:pPr>
            <a:r>
              <a:rPr lang="en" sz="67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means that you can:</a:t>
            </a:r>
            <a:endParaRPr sz="675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342892" indent="-214308">
              <a:buClr>
                <a:srgbClr val="FFFFFF"/>
              </a:buClr>
              <a:buSzPts val="900"/>
              <a:buFont typeface="Roboto Condensed"/>
              <a:buChar char="●"/>
            </a:pPr>
            <a:r>
              <a:rPr lang="en" sz="67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Resize them without losing quality.</a:t>
            </a:r>
            <a:endParaRPr sz="675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342892" indent="-214308">
              <a:buClr>
                <a:srgbClr val="FFFFFF"/>
              </a:buClr>
              <a:buSzPts val="900"/>
              <a:buFont typeface="Roboto Condensed"/>
              <a:buChar char="●"/>
            </a:pPr>
            <a:r>
              <a:rPr lang="en" sz="67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Change fill color and opacity.</a:t>
            </a:r>
            <a:endParaRPr sz="675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342892" indent="-214308">
              <a:buClr>
                <a:srgbClr val="FFFFFF"/>
              </a:buClr>
              <a:buSzPts val="900"/>
              <a:buFont typeface="Roboto Condensed"/>
              <a:buChar char="●"/>
            </a:pPr>
            <a:r>
              <a:rPr lang="en" sz="67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Change line color, width and style.</a:t>
            </a:r>
            <a:endParaRPr sz="675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endParaRPr sz="675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r>
              <a:rPr lang="en" sz="67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Isn’t that nice? :)</a:t>
            </a:r>
            <a:endParaRPr sz="675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endParaRPr sz="675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r>
              <a:rPr lang="en" sz="67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Examples:</a:t>
            </a:r>
            <a:endParaRPr sz="675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>
              <a:buClr>
                <a:schemeClr val="dk1"/>
              </a:buClr>
              <a:buSzPts val="1100"/>
            </a:pPr>
            <a:endParaRPr sz="675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endParaRPr sz="675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34394470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HUIT">
      <a:dk1>
        <a:srgbClr val="000000"/>
      </a:dk1>
      <a:lt1>
        <a:srgbClr val="FFFFFF"/>
      </a:lt1>
      <a:dk2>
        <a:srgbClr val="354253"/>
      </a:dk2>
      <a:lt2>
        <a:srgbClr val="E7E6E6"/>
      </a:lt2>
      <a:accent1>
        <a:srgbClr val="044F9E"/>
      </a:accent1>
      <a:accent2>
        <a:srgbClr val="2072B7"/>
      </a:accent2>
      <a:accent3>
        <a:srgbClr val="4CC4EB"/>
      </a:accent3>
      <a:accent4>
        <a:srgbClr val="E81F26"/>
      </a:accent4>
      <a:accent5>
        <a:srgbClr val="FEC01D"/>
      </a:accent5>
      <a:accent6>
        <a:srgbClr val="DBD014"/>
      </a:accent6>
      <a:hlink>
        <a:srgbClr val="2072B7"/>
      </a:hlink>
      <a:folHlink>
        <a:srgbClr val="044F9E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Words>574</Words>
  <Application>Microsoft Office PowerPoint</Application>
  <PresentationFormat>Widescreen</PresentationFormat>
  <Paragraphs>111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Oswald</vt:lpstr>
      <vt:lpstr>Roboto Condensed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USE CHARTS TO EXPLAIN YOUR IDEAS</vt:lpstr>
      <vt:lpstr>PowerPoint Presentation</vt:lpstr>
      <vt:lpstr>PowerPoint Presentation</vt:lpstr>
      <vt:lpstr>TIMELINE</vt:lpstr>
      <vt:lpstr>ROADMAP</vt:lpstr>
      <vt:lpstr>SWOT ANALYSIS</vt:lpstr>
      <vt:lpstr>FUNNEL</vt:lpstr>
      <vt:lpstr>Diagrams and infographics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Võ Văn Vũ</dc:creator>
  <cp:lastModifiedBy>ACER</cp:lastModifiedBy>
  <cp:revision>5</cp:revision>
  <dcterms:created xsi:type="dcterms:W3CDTF">2023-11-06T07:10:59Z</dcterms:created>
  <dcterms:modified xsi:type="dcterms:W3CDTF">2026-05-28T12:43:04Z</dcterms:modified>
</cp:coreProperties>
</file>